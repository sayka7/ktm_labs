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jpg" ContentType="image/jpe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8"/>
    <p:sldId id="258" r:id="rId9"/>
    <p:sldId id="259" r:id="rId11"/>
    <p:sldId id="260" r:id="rId12"/>
    <p:sldId id="261" r:id="rId13"/>
    <p:sldId id="262" r:id="rId14"/>
    <p:sldId id="263" r:id="rId15"/>
    <p:sldId id="264" r:id="rId16"/>
    <p:sldId id="265" r:id="rId17"/>
    <p:sldId id="266" r:id="rId18"/>
    <p:sldId id="267" r:id="rId19"/>
    <p:sldId id="268" r:id="rId20"/>
    <p:sldId id="269" r:id="rId21"/>
    <p:sldId id="270" r:id="rId22"/>
    <p:sldId id="271" r:id="rId23"/>
    <p:sldId id="272" r:id="rId24"/>
    <p:sldId id="273" r:id="rId25"/>
    <p:sldId id="274" r:id="rId26"/>
    <p:sldId id="275" r:id="rId27"/>
    <p:sldId id="276" r:id="rId28"/>
    <p:sldId id="277" r:id="rId29"/>
    <p:sldId id="278" r:id="rId30"/>
    <p:sldId id="279" r:id="rId31"/>
    <p:sldId id="280" r:id="rId32"/>
    <p:sldId id="281" r:id="rId33"/>
    <p:sldId id="282" r:id="rId34"/>
    <p:sldId id="283" r:id="rId35"/>
    <p:sldId id="284" r:id="rId36"/>
    <p:sldId id="285" r:id="rId37"/>
    <p:sldId id="286" r:id="rId38"/>
    <p:sldId id="287" r:id="rId39"/>
  </p:sldIdLst>
  <p:sldSz cx="12192000"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slide" Target="slides/slide2.xml"/><Relationship Id="rId9" Type="http://schemas.openxmlformats.org/officeDocument/2006/relationships/slide" Target="slides/slide3.xml"/><Relationship Id="rId10" Type="http://schemas.openxmlformats.org/officeDocument/2006/relationships/notesMaster" Target="notesMasters/notesMaster1.xml"/><Relationship Id="rId11" Type="http://schemas.openxmlformats.org/officeDocument/2006/relationships/slide" Target="slides/slide4.xml"/><Relationship Id="rId12" Type="http://schemas.openxmlformats.org/officeDocument/2006/relationships/slide" Target="slides/slide5.xml"/><Relationship Id="rId13" Type="http://schemas.openxmlformats.org/officeDocument/2006/relationships/slide" Target="slides/slide6.xml"/><Relationship Id="rId14" Type="http://schemas.openxmlformats.org/officeDocument/2006/relationships/slide" Target="slides/slide7.xml"/><Relationship Id="rId15" Type="http://schemas.openxmlformats.org/officeDocument/2006/relationships/slide" Target="slides/slide8.xml"/><Relationship Id="rId16" Type="http://schemas.openxmlformats.org/officeDocument/2006/relationships/slide" Target="slides/slide9.xml"/><Relationship Id="rId17" Type="http://schemas.openxmlformats.org/officeDocument/2006/relationships/slide" Target="slides/slide10.xml"/><Relationship Id="rId18" Type="http://schemas.openxmlformats.org/officeDocument/2006/relationships/slide" Target="slides/slide11.xml"/><Relationship Id="rId19" Type="http://schemas.openxmlformats.org/officeDocument/2006/relationships/slide" Target="slides/slide12.xml"/><Relationship Id="rId20" Type="http://schemas.openxmlformats.org/officeDocument/2006/relationships/slide" Target="slides/slide13.xml"/><Relationship Id="rId21" Type="http://schemas.openxmlformats.org/officeDocument/2006/relationships/slide" Target="slides/slide14.xml"/><Relationship Id="rId22" Type="http://schemas.openxmlformats.org/officeDocument/2006/relationships/slide" Target="slides/slide15.xml"/><Relationship Id="rId23" Type="http://schemas.openxmlformats.org/officeDocument/2006/relationships/slide" Target="slides/slide16.xml"/><Relationship Id="rId24" Type="http://schemas.openxmlformats.org/officeDocument/2006/relationships/slide" Target="slides/slide17.xml"/><Relationship Id="rId25" Type="http://schemas.openxmlformats.org/officeDocument/2006/relationships/slide" Target="slides/slide18.xml"/><Relationship Id="rId26" Type="http://schemas.openxmlformats.org/officeDocument/2006/relationships/slide" Target="slides/slide19.xml"/><Relationship Id="rId27" Type="http://schemas.openxmlformats.org/officeDocument/2006/relationships/slide" Target="slides/slide20.xml"/><Relationship Id="rId28" Type="http://schemas.openxmlformats.org/officeDocument/2006/relationships/slide" Target="slides/slide21.xml"/><Relationship Id="rId29" Type="http://schemas.openxmlformats.org/officeDocument/2006/relationships/slide" Target="slides/slide22.xml"/><Relationship Id="rId30" Type="http://schemas.openxmlformats.org/officeDocument/2006/relationships/slide" Target="slides/slide23.xml"/><Relationship Id="rId31" Type="http://schemas.openxmlformats.org/officeDocument/2006/relationships/slide" Target="slides/slide24.xml"/><Relationship Id="rId32" Type="http://schemas.openxmlformats.org/officeDocument/2006/relationships/slide" Target="slides/slide25.xml"/><Relationship Id="rId33" Type="http://schemas.openxmlformats.org/officeDocument/2006/relationships/slide" Target="slides/slide26.xml"/><Relationship Id="rId34" Type="http://schemas.openxmlformats.org/officeDocument/2006/relationships/slide" Target="slides/slide27.xml"/><Relationship Id="rId35" Type="http://schemas.openxmlformats.org/officeDocument/2006/relationships/slide" Target="slides/slide28.xml"/><Relationship Id="rId36" Type="http://schemas.openxmlformats.org/officeDocument/2006/relationships/slide" Target="slides/slide29.xml"/><Relationship Id="rId37" Type="http://schemas.openxmlformats.org/officeDocument/2006/relationships/slide" Target="slides/slide30.xml"/><Relationship Id="rId38" Type="http://schemas.openxmlformats.org/officeDocument/2006/relationships/slide" Target="slides/slide31.xml"/><Relationship Id="rId39" Type="http://schemas.openxmlformats.org/officeDocument/2006/relationships/slide" Target="slides/slide32.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p="http://schemas.openxmlformats.org/presentationml/2006/main" xmlns:r="http://schemas.openxmlformats.org/officeDocument/2006/relationships">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7200"/>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7200"/>
          </a:xfrm>
          <a:prstGeom prst="rect">
            <a:avLst/>
          </a:prstGeom>
        </p:spPr>
        <p:txBody>
          <a:bodyPr vert="horz" lIns="91440" tIns="45720" rIns="91440" bIns="45720" rtlCol="0"/>
          <a:lstStyle>
            <a:lvl1pPr algn="r">
              <a:defRPr sz="1200"/>
            </a:lvl1pPr>
          </a:lstStyle>
          <a:p>
            <a:fld id="{0F89C1C7-3DCD-1040-A9CF-14679D8B5DDD}" type="datetimeFigureOut">
              <a:rPr lang="en-US" smtClean="0"/>
              <a:t>10/17/16</a:t>
            </a:fld>
            <a:endParaRPr lang="en-US"/>
          </a:p>
        </p:txBody>
      </p:sp>
      <p:sp>
        <p:nvSpPr>
          <p:cNvPr id="4" name="Slide Image Placeholder 3"/>
          <p:cNvSpPr>
            <a:spLocks noGrp="1" noRot="1" noChangeAspect="1"/>
          </p:cNvSpPr>
          <p:nvPr>
            <p:ph type="sldImg" idx="2"/>
          </p:nvPr>
        </p:nvSpPr>
        <p:spPr>
          <a:xfrm>
            <a:off x="1143000" y="685800"/>
            <a:ext cx="4572000" cy="34290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343400"/>
            <a:ext cx="5486400" cy="4114800"/>
          </a:xfrm>
          <a:prstGeom prst="rect">
            <a:avLst/>
          </a:prstGeom>
        </p:spPr>
        <p:txBody>
          <a:bodyPr vert="horz" lIns="91440" tIns="45720" rIns="91440" bIns="45720" rtlCol="0"/>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6" name="Footer Placeholder 5"/>
          <p:cNvSpPr>
            <a:spLocks noGrp="1"/>
          </p:cNvSpPr>
          <p:nvPr>
            <p:ph type="ftr" sz="quarter" idx="4"/>
          </p:nvPr>
        </p:nvSpPr>
        <p:spPr>
          <a:xfrm>
            <a:off x="0" y="8685213"/>
            <a:ext cx="2971800" cy="457200"/>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7200"/>
          </a:xfrm>
          <a:prstGeom prst="rect">
            <a:avLst/>
          </a:prstGeom>
        </p:spPr>
        <p:txBody>
          <a:bodyPr vert="horz" lIns="91440" tIns="45720" rIns="91440" bIns="45720" rtlCol="0" anchor="b"/>
          <a:lstStyle>
            <a:lvl1pPr algn="r">
              <a:defRPr sz="1200"/>
            </a:lvl1pPr>
          </a:lstStyle>
          <a:p>
            <a:fld id="{BB5E49A5-4136-284D-997B-48E1D791AD67}" type="slidenum">
              <a:rPr lang="en-US" smtClean="0"/>
              <a:t>‹#›</a:t>
            </a:fld>
            <a:endParaRPr lang="en-US"/>
          </a:p>
        </p:txBody>
      </p:sp>
    </p:spTree>
    <p:extLst>
      <p:ext uri="{BB962C8B-B14F-4D97-AF65-F5344CB8AC3E}">
        <p14:creationId xmlns:p14="http://schemas.microsoft.com/office/powerpoint/2010/main" val="2623252185"/>
      </p:ext>
    </p:extLst>
  </p:cSld>
  <p:clrMap bg1="lt1" tx1="dk1" bg2="lt2" tx2="dk2" accent1="accent1" accent2="accent2" accent3="accent3" accent4="accent4" accent5="accent5" accent6="accent6" hlink="hlink" folHlink="folHlink"/>
  <p:notesStyle>
    <a:lvl1pPr marL="0" algn="l" defTabSz="457200" rtl="0" eaLnBrk="1" latinLnBrk="0" hangingPunct="1">
      <a:defRPr sz="1200" kern="1200">
        <a:solidFill>
          <a:schemeClr val="tx1"/>
        </a:solidFill>
        <a:latin typeface="+mn-lt"/>
        <a:ea typeface="+mn-ea"/>
        <a:cs typeface="+mn-cs"/>
      </a:defRPr>
    </a:lvl1pPr>
    <a:lvl2pPr marL="457200" algn="l" defTabSz="457200" rtl="0" eaLnBrk="1" latinLnBrk="0" hangingPunct="1">
      <a:defRPr sz="1200" kern="1200">
        <a:solidFill>
          <a:schemeClr val="tx1"/>
        </a:solidFill>
        <a:latin typeface="+mn-lt"/>
        <a:ea typeface="+mn-ea"/>
        <a:cs typeface="+mn-cs"/>
      </a:defRPr>
    </a:lvl2pPr>
    <a:lvl3pPr marL="914400" algn="l" defTabSz="457200" rtl="0" eaLnBrk="1" latinLnBrk="0" hangingPunct="1">
      <a:defRPr sz="1200" kern="1200">
        <a:solidFill>
          <a:schemeClr val="tx1"/>
        </a:solidFill>
        <a:latin typeface="+mn-lt"/>
        <a:ea typeface="+mn-ea"/>
        <a:cs typeface="+mn-cs"/>
      </a:defRPr>
    </a:lvl3pPr>
    <a:lvl4pPr marL="1371600" algn="l" defTabSz="457200" rtl="0" eaLnBrk="1" latinLnBrk="0" hangingPunct="1">
      <a:defRPr sz="1200" kern="1200">
        <a:solidFill>
          <a:schemeClr val="tx1"/>
        </a:solidFill>
        <a:latin typeface="+mn-lt"/>
        <a:ea typeface="+mn-ea"/>
        <a:cs typeface="+mn-cs"/>
      </a:defRPr>
    </a:lvl4pPr>
    <a:lvl5pPr marL="1828800" algn="l" defTabSz="457200" rtl="0" eaLnBrk="1" latinLnBrk="0" hangingPunct="1">
      <a:defRPr sz="1200" kern="1200">
        <a:solidFill>
          <a:schemeClr val="tx1"/>
        </a:solidFill>
        <a:latin typeface="+mn-lt"/>
        <a:ea typeface="+mn-ea"/>
        <a:cs typeface="+mn-cs"/>
      </a:defRPr>
    </a:lvl5pPr>
    <a:lvl6pPr marL="2286000" algn="l" defTabSz="457200" rtl="0" eaLnBrk="1" latinLnBrk="0" hangingPunct="1">
      <a:defRPr sz="1200" kern="1200">
        <a:solidFill>
          <a:schemeClr val="tx1"/>
        </a:solidFill>
        <a:latin typeface="+mn-lt"/>
        <a:ea typeface="+mn-ea"/>
        <a:cs typeface="+mn-cs"/>
      </a:defRPr>
    </a:lvl6pPr>
    <a:lvl7pPr marL="2743200" algn="l" defTabSz="457200" rtl="0" eaLnBrk="1" latinLnBrk="0" hangingPunct="1">
      <a:defRPr sz="1200" kern="1200">
        <a:solidFill>
          <a:schemeClr val="tx1"/>
        </a:solidFill>
        <a:latin typeface="+mn-lt"/>
        <a:ea typeface="+mn-ea"/>
        <a:cs typeface="+mn-cs"/>
      </a:defRPr>
    </a:lvl7pPr>
    <a:lvl8pPr marL="3200400" algn="l" defTabSz="457200" rtl="0" eaLnBrk="1" latinLnBrk="0" hangingPunct="1">
      <a:defRPr sz="1200" kern="1200">
        <a:solidFill>
          <a:schemeClr val="tx1"/>
        </a:solidFill>
        <a:latin typeface="+mn-lt"/>
        <a:ea typeface="+mn-ea"/>
        <a:cs typeface="+mn-cs"/>
      </a:defRPr>
    </a:lvl8pPr>
    <a:lvl9pPr marL="3657600" algn="l" defTabSz="4572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5.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6.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7.xml"/></Relationships>
</file>

<file path=ppt/notesSlides/_rels/notesSlide1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8.xml"/></Relationships>
</file>

<file path=ppt/notesSlides/_rels/notesSlide1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9.xml"/></Relationships>
</file>

<file path=ppt/notesSlides/_rels/notesSlide1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0.xml"/></Relationships>
</file>

<file path=ppt/notesSlides/_rels/notesSlide1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1.xml"/></Relationships>
</file>

<file path=ppt/notesSlides/_rels/notesSlide2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2.xml"/></Relationships>
</file>

<file path=ppt/notesSlides/_rels/notesSlide2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3.xml"/></Relationships>
</file>

<file path=ppt/notesSlides/_rels/notesSlide2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4.xml"/></Relationships>
</file>

<file path=ppt/notesSlides/_rels/notesSlide2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5.xml"/></Relationships>
</file>

<file path=ppt/notesSlides/_rels/notesSlide2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6.xml"/></Relationships>
</file>

<file path=ppt/notesSlides/_rels/notesSlide2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7.xml"/></Relationships>
</file>

<file path=ppt/notesSlides/_rels/notesSlide2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8.xml"/></Relationships>
</file>

<file path=ppt/notesSlides/_rels/notesSlide2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9.xml"/></Relationships>
</file>

<file path=ppt/notesSlides/_rels/notesSlide2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0.xml"/></Relationships>
</file>

<file path=ppt/notesSlides/_rels/notesSlide2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1.xml"/></Relationships>
</file>

<file path=ppt/notesSlides/notesSlide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Ishonchlilik va xavfsizlik ko'pincha birgalikda tilga olinsa-da, ular turli savollarga javob beradi. Ishonchlilik tizimning tasodifiy nosozliklar — apparat xatolari, tarmoq uzilishi, ma'lumot taqsimotining tabiiy siljishi — sharoitida kutilgan vazifani bajarishda davom etishi haqida. An'anaviy ko'rsatkichlar — nosozliklar orasidagi o'rtacha vaqt (MTBF), mavjudlik (availability, masalan 99,9 %), xatolarni qayta tiklash vaqti — AI tizimlari uchun ham amal qiladi, biroq ularga modelga xos ko'rsatkichlar qo'shiladi: taqsimotdan tashqari (out-of-distribution) kirishlarda ishonchning kalibrlanganligi, tabiiy buzilishlarga (yorug'lik, shovqin, siqish artefaktlari) chidamlilik, qayta o'qitishdan keyin sifatning barqarorligi.</a:t>
            </a:r>
          </a:p>
        </p:txBody>
      </p:sp>
      <p:sp>
        <p:nvSpPr>
          <p:cNvPr id="4" name="Slide Number Placeholder 3"/>
          <p:cNvSpPr>
            <a:spLocks noGrp="1"/>
          </p:cNvSpPr>
          <p:nvPr>
            <p:ph type="sldNum" idx="5" sz="quarter"/>
          </p:nvPr>
        </p:nvSpPr>
        <p:spPr/>
      </p:sp>
    </p:spTree>
  </p:cSld>
  <p:clrMapOvr>
    <a:masterClrMapping/>
  </p:clrMapOvr>
</p:notes>
</file>

<file path=ppt/notesSlides/notesSlide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Ishonchlilik va xavfsizlik ko'pincha birgalikda tilga olinsa-da, ular turli savollarga javob beradi. Ishonchlilik tizimning tasodifiy nosozliklar — apparat xatolari, tarmoq uzilishi, ma'lumot taqsimotining tabiiy siljishi — sharoitida kutilgan vazifani bajarishda davom etishi haqida. An'anaviy ko'rsatkichlar — nosozliklar orasidagi o'rtacha vaqt (MTBF), mavjudlik (availability, masalan 99,9 %), xatolarni qayta tiklash vaqti — AI tizimlari uchun ham amal qiladi, biroq ularga modelga xos ko'rsatkichlar qo'shiladi: taqsimotdan tashqari (out-of-distribution) kirishlarda ishonchning kalibrlanganligi, tabiiy buzilishlarga (yorug'lik, shovqin, siqish artefaktlari) chidamlilik, qayta o'qitishdan keyin sifatning barqarorligi.</a:t>
            </a:r>
          </a:p>
          <a:p/>
          <a:p>
            <a:r>
              <a:t>Xavfsizlik esa ataylab harakat qiluvchi raqibga qarshi turish haqida. Shuning uchun har qanday xavfsizlik tahlili tahdid modelidan boshlanadi. AI tizimlari uchun tahdid modeli kamida uch o'qda tavsiflanadi. Birinchi o'q — hujumchining bilimi: oq quti (white-box) rejimida u model arxitekturasi va og'irliklarini biladi va gradientlarni hisoblay oladi; qora quti (black-box) rejimida faqat kirish-chiqishni kuzatadi; kulrang quti (gray-box) oraliq holat. Ikkinchi o'q — ta'sir nuqtasi: inferens vaqtidagi kirish (evasion), o'qitish to'plami (poisoning), model fayli yoki ta'minot zanjiri, ishlash muhiti (apparat, drayverlar). Uchinchi o'q — maqsad: yaxlitlikni buzish (noto'g'ri javob olish), mavjudlikni buzish (xizmatni to'xtatish, masalan, hisoblash jihatidan og'ir kirishlar bilan), maxfiylikni buzish (o'qitish ma'lumotlari yoki modelning o'zini o'g'irlash).</a:t>
            </a:r>
          </a:p>
        </p:txBody>
      </p:sp>
      <p:sp>
        <p:nvSpPr>
          <p:cNvPr id="4" name="Slide Number Placeholder 3"/>
          <p:cNvSpPr>
            <a:spLocks noGrp="1"/>
          </p:cNvSpPr>
          <p:nvPr>
            <p:ph type="sldNum" idx="5" sz="quarter"/>
          </p:nvPr>
        </p:nvSpPr>
        <p:spPr/>
      </p:sp>
    </p:spTree>
  </p:cSld>
  <p:clrMapOvr>
    <a:masterClrMapping/>
  </p:clrMapOvr>
</p:notes>
</file>

<file path=ppt/notesSlides/notesSlide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Xavfsizlik esa ataylab harakat qiluvchi raqibga qarshi turish haqida. Shuning uchun har qanday xavfsizlik tahlili tahdid modelidan boshlanadi. AI tizimlari uchun tahdid modeli kamida uch o'qda tavsiflanadi. Birinchi o'q — hujumchining bilimi: oq quti (white-box) rejimida u model arxitekturasi va og'irliklarini biladi va gradientlarni hisoblay oladi; qora quti (black-box) rejimida faqat kirish-chiqishni kuzatadi; kulrang quti (gray-box) oraliq holat. Ikkinchi o'q — ta'sir nuqtasi: inferens vaqtidagi kirish (evasion), o'qitish to'plami (poisoning), model fayli yoki ta'minot zanjiri, ishlash muhiti (apparat, drayverlar). Uchinchi o'q — maqsad: yaxlitlikni buzish (noto'g'ri javob olish), mavjudlikni buzish (xizmatni to'xtatish, masalan, hisoblash jihatidan og'ir kirishlar bilan), maxfiylikni buzish (o'qitish ma'lumotlari yoki modelning o'zini o'g'irlash).</a:t>
            </a:r>
          </a:p>
        </p:txBody>
      </p:sp>
      <p:sp>
        <p:nvSpPr>
          <p:cNvPr id="4" name="Slide Number Placeholder 3"/>
          <p:cNvSpPr>
            <a:spLocks noGrp="1"/>
          </p:cNvSpPr>
          <p:nvPr>
            <p:ph type="sldNum" idx="5" sz="quarter"/>
          </p:nvPr>
        </p:nvSpPr>
        <p:spPr/>
      </p:sp>
    </p:spTree>
  </p:cSld>
  <p:clrMapOvr>
    <a:masterClrMapping/>
  </p:clrMapOvr>
</p:notes>
</file>

<file path=ppt/notesSlides/notesSlide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Klassik axborot xavfsizligidagi CIA triadasi (confidentiality, integrity, availability) AI tizimlariga quyidagicha proyeksiyalanadi:</a:t>
            </a:r>
          </a:p>
        </p:txBody>
      </p:sp>
      <p:sp>
        <p:nvSpPr>
          <p:cNvPr id="4" name="Slide Number Placeholder 3"/>
          <p:cNvSpPr>
            <a:spLocks noGrp="1"/>
          </p:cNvSpPr>
          <p:nvPr>
            <p:ph type="sldNum" idx="5" sz="quarter"/>
          </p:nvPr>
        </p:nvSpPr>
        <p:spPr/>
      </p:sp>
    </p:spTree>
  </p:cSld>
  <p:clrMapOvr>
    <a:masterClrMapping/>
  </p:clrMapOvr>
</p:notes>
</file>

<file path=ppt/notesSlides/notesSlide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Eng ko'p o'rganilgan sinf — chetlab o'tish (evasion) hujumlari, ya'ni inferens vaqtida kirishga kichik o'zgartirish kiritish. Matematik jihatdan hujumchi x kirish uchun shunday δ buzilish izlaydiki, ||δ||_p ≤ ε cheklov bajarilsin va model yo'qotish funksiyasi L(f(x+δ), y) maksimal bo'lsin. Goodfellow va hamkasblari 2015-yilda taklif qilgan tezkor gradient belgisi usuli (Fast Gradient Sign Method, FGSM) bitta qadamda yechim beradi: x_adv = x + ε · sign(∇_x L(f(x), y)). Bu usul juda arzon — bitta orqaga tarqatish — va shuning uchun chuqur tarmoqlarning chiziqliligi haqidagi gipotezani tasdiqlovchi klassik demonstratsiya hisoblanadi. Madry va hamkasblari 2018-yilda tavsiflagan proyeksiyalangan gradient tushishi (Projected Gradient Descent, PGD) esa FGSM'ni iterativ qiladi: har qadamda x_{t+1} = Π_{B_ε(x)}(x_t + α · sign(∇_x L)), bu yerda Π — ε-shar ichiga proyeksiya. 10–40 qadamli PGD «birinchi tartibli eng kuchli raqib» deb hisoblanadi va mustahkamlikni baholashda standart hisoblanadi. Carlini–Wagner (C&amp;W) hujumi L2 normada minimal buzilishni optimallashtirish masalasi sifatida qo'yadi; AutoAttack esa bir nechta hujumni birlashtirgan ansambl bo'lib, giperparametrlardan deyarli mustaqil baholash beradi.</a:t>
            </a:r>
          </a:p>
        </p:txBody>
      </p:sp>
      <p:sp>
        <p:nvSpPr>
          <p:cNvPr id="4" name="Slide Number Placeholder 3"/>
          <p:cNvSpPr>
            <a:spLocks noGrp="1"/>
          </p:cNvSpPr>
          <p:nvPr>
            <p:ph type="sldNum" idx="5" sz="quarter"/>
          </p:nvPr>
        </p:nvSpPr>
        <p:spPr/>
      </p:sp>
    </p:spTree>
  </p:cSld>
  <p:clrMapOvr>
    <a:masterClrMapping/>
  </p:clrMapOvr>
</p:notes>
</file>

<file path=ppt/notesSlides/notesSlide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Eng ko'p o'rganilgan sinf — chetlab o'tish (evasion) hujumlari, ya'ni inferens vaqtida kirishga kichik o'zgartirish kiritish. Matematik jihatdan hujumchi x kirish uchun shunday δ buzilish izlaydiki, ||δ||_p ≤ ε cheklov bajarilsin va model yo'qotish funksiyasi L(f(x+δ), y) maksimal bo'lsin. Goodfellow va hamkasblari 2015-yilda taklif qilgan tezkor gradient belgisi usuli (Fast Gradient Sign Method, FGSM) bitta qadamda yechim beradi: x_adv = x + ε · sign(∇_x L(f(x), y)). Bu usul juda arzon — bitta orqaga tarqatish — va shuning uchun chuqur tarmoqlarning chiziqliligi haqidagi gipotezani tasdiqlovchi klassik demonstratsiya hisoblanadi. Madry va hamkasblari 2018-yilda tavsiflagan proyeksiyalangan gradient tushishi (Projected Gradient Descent, PGD) esa FGSM'ni iterativ qiladi: har qadamda x_{t+1} = Π_{B_ε(x)}(x_t + α · sign(∇_x L)), bu yerda Π — ε-shar ichiga proyeksiya. 10–40 qadamli PGD «birinchi tartibli eng kuchli raqib» deb hisoblanadi va mustahkamlikni baholashda standart hisoblanadi. Carlini–Wagner (C&amp;W) hujumi L2 normada minimal buzilishni optimallashtirish masalasi sifatida qo'yadi; AutoAttack esa bir nechta hujumni birlashtirgan ansambl bo'lib, giperparametrlardan deyarli mustaqil baholash beradi.</a:t>
            </a:r>
          </a:p>
        </p:txBody>
      </p:sp>
      <p:sp>
        <p:nvSpPr>
          <p:cNvPr id="4" name="Slide Number Placeholder 3"/>
          <p:cNvSpPr>
            <a:spLocks noGrp="1"/>
          </p:cNvSpPr>
          <p:nvPr>
            <p:ph type="sldNum" idx="5" sz="quarter"/>
          </p:nvPr>
        </p:nvSpPr>
        <p:spPr/>
      </p:sp>
    </p:spTree>
  </p:cSld>
  <p:clrMapOvr>
    <a:masterClrMapping/>
  </p:clrMapOvr>
</p:notes>
</file>

<file path=ppt/notesSlides/notesSlide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Eng ko'p o'rganilgan sinf — chetlab o'tish (evasion) hujumlari, ya'ni inferens vaqtida kirishga kichik o'zgartirish kiritish. Matematik jihatdan hujumchi x kirish uchun shunday δ buzilish izlaydiki, ||δ||_p ≤ ε cheklov bajarilsin va model yo'qotish funksiyasi L(f(x+δ), y) maksimal bo'lsin. Goodfellow va hamkasblari 2015-yilda taklif qilgan tezkor gradient belgisi usuli (Fast Gradient Sign Method, FGSM) bitta qadamda yechim beradi: x_adv = x + ε · sign(∇_x L(f(x), y)). Bu usul juda arzon — bitta orqaga tarqatish — va shuning uchun chuqur tarmoqlarning chiziqliligi haqidagi gipotezani tasdiqlovchi klassik demonstratsiya hisoblanadi. Madry va hamkasblari 2018-yilda tavsiflagan proyeksiyalangan gradient tushishi (Projected Gradient Descent, PGD) esa FGSM'ni iterativ qiladi: har qadamda x_{t+1} = Π_{B_ε(x)}(x_t + α · sign(∇_x L)), bu yerda Π — ε-shar ichiga proyeksiya. 10–40 qadamli PGD «birinchi tartibli eng kuchli raqib» deb hisoblanadi va mustahkamlikni baholashda standart hisoblanadi. Carlini–Wagner (C&amp;W) hujumi L2 normada minimal buzilishni optimallashtirish masalasi sifatida qo'yadi; AutoAttack esa bir nechta hujumni birlashtirgan ansambl bo'lib, giperparametrlardan deyarli mustaqil baholash beradi.</a:t>
            </a:r>
          </a:p>
        </p:txBody>
      </p:sp>
      <p:sp>
        <p:nvSpPr>
          <p:cNvPr id="4" name="Slide Number Placeholder 3"/>
          <p:cNvSpPr>
            <a:spLocks noGrp="1"/>
          </p:cNvSpPr>
          <p:nvPr>
            <p:ph type="sldNum" idx="5" sz="quarter"/>
          </p:nvPr>
        </p:nvSpPr>
        <p:spPr/>
      </p:sp>
    </p:spTree>
  </p:cSld>
  <p:clrMapOvr>
    <a:masterClrMapping/>
  </p:clrMapOvr>
</p:notes>
</file>

<file path=ppt/notesSlides/notesSlide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Qora quti sharoitida gradient mavjud emas, lekin ikki yo'l bor. Birinchisi — ko'chuvchanlik (transferability): hujumchi o'zining o'rinbosar modelini o'qitadi, unga qarshi adversarial misollar yasaydi va ularning muhim qismi maqsad modelga ham ta'sir qiladi. Ikkinchisi — so'rovlarga asoslangan usullar (masalan, Square Attack, HopSkipJump): minglab so'rovlar orqali qaror chegarasi topiladi. Bu amaliy jihatdan muhim: ochiq API ko'rinishidagi har qanday model, so'rovlar soni cheklanmasa, qora quti hujumiga ochiqdir.</a:t>
            </a:r>
          </a:p>
        </p:txBody>
      </p:sp>
      <p:sp>
        <p:nvSpPr>
          <p:cNvPr id="4" name="Slide Number Placeholder 3"/>
          <p:cNvSpPr>
            <a:spLocks noGrp="1"/>
          </p:cNvSpPr>
          <p:nvPr>
            <p:ph type="sldNum" idx="5" sz="quarter"/>
          </p:nvPr>
        </p:nvSpPr>
        <p:spPr/>
      </p:sp>
    </p:spTree>
  </p:cSld>
  <p:clrMapOvr>
    <a:masterClrMapping/>
  </p:clrMapOvr>
</p:notes>
</file>

<file path=ppt/notesSlides/notesSlide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Zaharlash (poisoning) hujumlari o'qitish bosqichiga qaratilgan. Hujumchi o'qitish to'plamiga noto'g'ri yorliqli yoki maxsus tuzilgan namunalar qo'shadi. Eng xavfli ko'rinishi — orqa eshik (backdoor yoki Trojan) hujumi: namunalarning kichik qismiga «trigger» (masalan, burchakdagi 3×3 piksel naqsh) qo'shilib, ular maqsad sinfga yorliqlanadi. Model toza ma'lumotlarda odatdagidek ishlaydi, trigger paydo bo'lganda esa hujumchi xohlagan javobni beradi. Tadqiqotlar ko'rsatadiki, CIFAR-10 kabi to'plamlarda 0,5–1 foiz zaharli namuna 95 foizdan yuqori hujum muvaffaqiyatini ta'minlashi mumkin. Veb-dan yig'ilgan ulkan to'plamlar (LAION, Common Crawl) va tayyor og'irliklarni qayta sozlash amaliyoti bu xavfni real qiladi.</a:t>
            </a:r>
          </a:p>
        </p:txBody>
      </p:sp>
      <p:sp>
        <p:nvSpPr>
          <p:cNvPr id="4" name="Slide Number Placeholder 3"/>
          <p:cNvSpPr>
            <a:spLocks noGrp="1"/>
          </p:cNvSpPr>
          <p:nvPr>
            <p:ph type="sldNum" idx="5" sz="quarter"/>
          </p:nvPr>
        </p:nvSpPr>
        <p:spPr/>
      </p:sp>
    </p:spTree>
  </p:cSld>
  <p:clrMapOvr>
    <a:masterClrMapping/>
  </p:clrMapOvr>
</p:notes>
</file>

<file path=ppt/notesSlides/notesSlide1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Maxfiylikka qarshi hujumlar modelning o'zini axborot manbai sifatida ishlatadi. A'zolik inferensiyasi (membership inference) hujumida raqib berilgan namuna o'qitish to'plamida bo'lgan-bo'lmaganini aniqlaydi — bu, masalan, bemorning klinik tadqiqotda qatnashganini oshkor qiladi. Model inversiyasi (model inversion) sinf prototipini yoki hatto aniq namunani qayta tiklaydi; katta til modellarida o'qitish matnini so'zma-so'z qaytarish (memorization) hodisasi hujjatlashtirilgan. Model ekstraksiyasi (model extraction yoki stealing) esa ko'p sonli so'rovlar orqali funksional nusxa yaratadi — bu intellektual mulk va keyingi oq quti hujumlar uchun zamin.</a:t>
            </a:r>
          </a:p>
        </p:txBody>
      </p:sp>
      <p:sp>
        <p:nvSpPr>
          <p:cNvPr id="4" name="Slide Number Placeholder 3"/>
          <p:cNvSpPr>
            <a:spLocks noGrp="1"/>
          </p:cNvSpPr>
          <p:nvPr>
            <p:ph type="sldNum" idx="5" sz="quarter"/>
          </p:nvPr>
        </p:nvSpPr>
        <p:spPr/>
      </p:sp>
    </p:spTree>
  </p:cSld>
  <p:clrMapOvr>
    <a:masterClrMapping/>
  </p:clrMapOvr>
</p:notes>
</file>

<file path=ppt/notesSlides/notesSlide1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Katta til modellari bilan yangi sinf — prompt injection — paydo bo'ldi. To'g'ridan-to'g'ri injection'da foydalanuvchi tizim ko'rsatmalarini bekor qilishga urinadi; bilvosita (indirect) injection'da esa zararli ko'rsatma model o'qiydigan hujjat, veb-sahifa yoki elektron pochtaga yashiriladi va RAG yoki agent tizimi orqali bajariladi. OWASP tashkilotining «Top 10 for LLM Applications» ro'yxatida prompt injection birinchi o'rinda turadi. Nihoyat, mavjudlikka qarshi «shimgich» (sponge) hujumlar modelni maksimal energiya va vaqt sarflashga majburlovchi kirishlar yasaydi — bu, ayniqsa, batareyali chekka qurilmalar uchun xavflidir.</a:t>
            </a:r>
          </a:p>
        </p:txBody>
      </p:sp>
      <p:sp>
        <p:nvSpPr>
          <p:cNvPr id="4" name="Slide Number Placeholder 3"/>
          <p:cNvSpPr>
            <a:spLocks noGrp="1"/>
          </p:cNvSpPr>
          <p:nvPr>
            <p:ph type="sldNum" idx="5" sz="quarter"/>
          </p:nvPr>
        </p:nvSpPr>
        <p:spPr/>
      </p:sp>
    </p:spTree>
  </p:cSld>
  <p:clrMapOvr>
    <a:masterClrMapping/>
  </p:clrMapOvr>
</p:notes>
</file>

<file path=ppt/notesSlides/notesSlide1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Eng ishonchli empirik himoya — adversarial o'qitish (adversarial training). G'oya oddiy: har bir mini-partiyada toza namunalar o'rniga (yoki ular bilan birga) PGD yordamida yasalgan adversarial namunalarda o'qitish, ya'ni min_θ E[max_{||δ||≤ε} L(f_θ(x+δ), y)] min-max masalasini yechish. Madry va hamkasblarining natijalariga ko'ra, CIFAR-10'da ResNet modelining PGD (ε = 8/255) ostidagi aniqligi 0 foizdan 45–50 foizgacha ko'tariladi, biroq toza aniqlik 95 foizdan 85–87 foizgacha tushadi. Bu «aniqlik–mustahkamlik murosasi» (accuracy–robustness trade-off) deb ataladi va hozircha fundamental hisoblanadi. Hisoblash narxi ham yuqori: 10 qadamli PGD bilan o'qitish toza o'qitishdan 8–11 marta qimmat; «Free» va «Fast» adversarial training variantlari FGSM'ni tasodifiy boshlang'ich nuqta bilan ishlatib, narxni 2–3 martagacha tushiradi, lekin «halokatli ortiqcha moslashish» (catastrophic overfitting) xavfi bor.</a:t>
            </a:r>
          </a:p>
        </p:txBody>
      </p:sp>
      <p:sp>
        <p:nvSpPr>
          <p:cNvPr id="4" name="Slide Number Placeholder 3"/>
          <p:cNvSpPr>
            <a:spLocks noGrp="1"/>
          </p:cNvSpPr>
          <p:nvPr>
            <p:ph type="sldNum" idx="5" sz="quarter"/>
          </p:nvPr>
        </p:nvSpPr>
        <p:spPr/>
      </p:sp>
    </p:spTree>
  </p:cSld>
  <p:clrMapOvr>
    <a:masterClrMapping/>
  </p:clrMapOvr>
</p:notes>
</file>

<file path=ppt/notesSlides/notesSlide1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Eng ishonchli empirik himoya — adversarial o'qitish (adversarial training). G'oya oddiy: har bir mini-partiyada toza namunalar o'rniga (yoki ular bilan birga) PGD yordamida yasalgan adversarial namunalarda o'qitish, ya'ni min_θ E[max_{||δ||≤ε} L(f_θ(x+δ), y)] min-max masalasini yechish. Madry va hamkasblarining natijalariga ko'ra, CIFAR-10'da ResNet modelining PGD (ε = 8/255) ostidagi aniqligi 0 foizdan 45–50 foizgacha ko'tariladi, biroq toza aniqlik 95 foizdan 85–87 foizgacha tushadi. Bu «aniqlik–mustahkamlik murosasi» (accuracy–robustness trade-off) deb ataladi va hozircha fundamental hisoblanadi. Hisoblash narxi ham yuqori: 10 qadamli PGD bilan o'qitish toza o'qitishdan 8–11 marta qimmat; «Free» va «Fast» adversarial training variantlari FGSM'ni tasodifiy boshlang'ich nuqta bilan ishlatib, narxni 2–3 martagacha tushiradi, lekin «halokatli ortiqcha moslashish» (catastrophic overfitting) xavfi bor.</a:t>
            </a:r>
          </a:p>
        </p:txBody>
      </p:sp>
      <p:sp>
        <p:nvSpPr>
          <p:cNvPr id="4" name="Slide Number Placeholder 3"/>
          <p:cNvSpPr>
            <a:spLocks noGrp="1"/>
          </p:cNvSpPr>
          <p:nvPr>
            <p:ph type="sldNum" idx="5" sz="quarter"/>
          </p:nvPr>
        </p:nvSpPr>
        <p:spPr/>
      </p:sp>
    </p:spTree>
  </p:cSld>
  <p:clrMapOvr>
    <a:masterClrMapping/>
  </p:clrMapOvr>
</p:notes>
</file>

<file path=ppt/notesSlides/notesSlide1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Eng ishonchli empirik himoya — adversarial o'qitish (adversarial training). G'oya oddiy: har bir mini-partiyada toza namunalar o'rniga (yoki ular bilan birga) PGD yordamida yasalgan adversarial namunalarda o'qitish, ya'ni min_θ E[max_{||δ||≤ε} L(f_θ(x+δ), y)] min-max masalasini yechish. Madry va hamkasblarining natijalariga ko'ra, CIFAR-10'da ResNet modelining PGD (ε = 8/255) ostidagi aniqligi 0 foizdan 45–50 foizgacha ko'tariladi, biroq toza aniqlik 95 foizdan 85–87 foizgacha tushadi. Bu «aniqlik–mustahkamlik murosasi» (accuracy–robustness trade-off) deb ataladi va hozircha fundamental hisoblanadi. Hisoblash narxi ham yuqori: 10 qadamli PGD bilan o'qitish toza o'qitishdan 8–11 marta qimmat; «Free» va «Fast» adversarial training variantlari FGSM'ni tasodifiy boshlang'ich nuqta bilan ishlatib, narxni 2–3 martagacha tushiradi, lekin «halokatli ortiqcha moslashish» (catastrophic overfitting) xavfi bor.</a:t>
            </a:r>
          </a:p>
          <a:p/>
          <a:p>
            <a:r>
              <a:t>Sertifikatlangan mustahkamlik (certified robustness) usullari empirik baholash o'rniga matematik kafolat beradi. Tasodifiy silliqlash (randomized smoothing) kirishga Gauss shovqini qo'shib, ko'pchilik ovozi bilan tasniflaydi va L2 normada ma'lum radius ichida bashorat o'zgarmasligini isbotlaydi. Interval chegaralarini tarqatish (interval bound propagation) va chiziqli relaksatsiyaga asoslangan tekshiruvchilar kichik tarmoqlar uchun qat'iy kafolat beradi, lekin katta modellarda yoki ko'rilgan radius oshganda kafolatlangan aniqlik keskin tushadi.</a:t>
            </a:r>
          </a:p>
        </p:txBody>
      </p:sp>
      <p:sp>
        <p:nvSpPr>
          <p:cNvPr id="4" name="Slide Number Placeholder 3"/>
          <p:cNvSpPr>
            <a:spLocks noGrp="1"/>
          </p:cNvSpPr>
          <p:nvPr>
            <p:ph type="sldNum" idx="5" sz="quarter"/>
          </p:nvPr>
        </p:nvSpPr>
        <p:spPr/>
      </p:sp>
    </p:spTree>
  </p:cSld>
  <p:clrMapOvr>
    <a:masterClrMapping/>
  </p:clrMapOvr>
</p:notes>
</file>

<file path=ppt/notesSlides/notesSlide1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Kirishni qayta ishlash usullari — JPEG siqish, bit chuqurligini kamaytirish, median filtr, avtokoder orqali tiklash — oddiy hujumlarga qarshi samarali ko'rinadi, biroq Athalye va hamkasblari 2018-yilda ko'rsatganidek, ularning aksariyati «gradientni yashirish» (gradient masking) hisobiga ishlaydi va adaptiv hujumchi oldida yiqiladi. Shu sababli har qanday yangi himoya adaptiv hujum — himoyani biladigan va unga moslashgan hujum — bilan baholanishi shart. Detektsiya yondashuvi adversarial kirishlarni ajratishga harakat qiladi (statistik testlar, ishonch darajasini tahlil qilish, ikkilamchi model); ular himoyaning qo'shimcha qatlami sifatida foydali, lekin yagona himoya bo'la olmaydi.</a:t>
            </a:r>
          </a:p>
        </p:txBody>
      </p:sp>
      <p:sp>
        <p:nvSpPr>
          <p:cNvPr id="4" name="Slide Number Placeholder 3"/>
          <p:cNvSpPr>
            <a:spLocks noGrp="1"/>
          </p:cNvSpPr>
          <p:nvPr>
            <p:ph type="sldNum" idx="5" sz="quarter"/>
          </p:nvPr>
        </p:nvSpPr>
        <p:spPr/>
      </p:sp>
    </p:spTree>
  </p:cSld>
  <p:clrMapOvr>
    <a:masterClrMapping/>
  </p:clrMapOvr>
</p:notes>
</file>

<file path=ppt/notesSlides/notesSlide1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Zaharlashga qarshi himoya ma'lumotlar provenansi (data provenance), anomal namunalarni filtrlash (spektral imzolar, faollashuv klasterlash), o'qitishdan keyin orqa eshikni qidirish (Neural Cleanse kabi trigger qayta tiklash) va differensial maxfiylik bilan o'qitishni (u alohida namunaning ta'sirini cheklaydi) o'z ichiga oladi. Model ekstraksiyasiga qarshi so'rovlar chegarasi, chiqishda to'liq ehtimolliklar o'rniga faqat yorliq berish, suv belgisi (watermarking) qo'llaniladi. Prompt injection'ga qarshi esa hozircha to'liq yechim yo'q: ko'rsatma va ma'lumotni ajratish, kirish-chiqish filtrlari, agent harakatlariga eng kam imtiyoz tamoyili (least privilege) va inson tasdig'i majburiy.</a:t>
            </a:r>
          </a:p>
        </p:txBody>
      </p:sp>
      <p:sp>
        <p:nvSpPr>
          <p:cNvPr id="4" name="Slide Number Placeholder 3"/>
          <p:cNvSpPr>
            <a:spLocks noGrp="1"/>
          </p:cNvSpPr>
          <p:nvPr>
            <p:ph type="sldNum" idx="5" sz="quarter"/>
          </p:nvPr>
        </p:nvSpPr>
        <p:spPr/>
      </p:sp>
    </p:spTree>
  </p:cSld>
  <p:clrMapOvr>
    <a:masterClrMapping/>
  </p:clrMapOvr>
</p:notes>
</file>

<file path=ppt/notesSlides/notesSlide1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Zaharlashga qarshi himoya ma'lumotlar provenansi (data provenance), anomal namunalarni filtrlash (spektral imzolar, faollashuv klasterlash), o'qitishdan keyin orqa eshikni qidirish (Neural Cleanse kabi trigger qayta tiklash) va differensial maxfiylik bilan o'qitishni (u alohida namunaning ta'sirini cheklaydi) o'z ichiga oladi. Model ekstraksiyasiga qarshi so'rovlar chegarasi, chiqishda to'liq ehtimolliklar o'rniga faqat yorliq berish, suv belgisi (watermarking) qo'llaniladi. Prompt injection'ga qarshi esa hozircha to'liq yechim yo'q: ko'rsatma va ma'lumotni ajratish, kirish-chiqish filtrlari, agent harakatlariga eng kam imtiyoz tamoyili (least privilege) va inson tasdig'i majburiy.</a:t>
            </a:r>
          </a:p>
        </p:txBody>
      </p:sp>
      <p:sp>
        <p:nvSpPr>
          <p:cNvPr id="4" name="Slide Number Placeholder 3"/>
          <p:cNvSpPr>
            <a:spLocks noGrp="1"/>
          </p:cNvSpPr>
          <p:nvPr>
            <p:ph type="sldNum" idx="5" sz="quarter"/>
          </p:nvPr>
        </p:nvSpPr>
        <p:spPr/>
      </p:sp>
    </p:spTree>
  </p:cSld>
  <p:clrMapOvr>
    <a:masterClrMapping/>
  </p:clrMapOvr>
</p:notes>
</file>

<file path=ppt/notesSlides/notesSlide1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Maxfiylikni saqlovchi mashinali o'qitish (privacy-preserving machine learning) to'rtta asosiy texnologiyaga tayanadi. Differensial maxfiylik (differential privacy, DP) — matematik ta'rif: tasodifiy algoritm M (ε, δ)-differensial maxfiy deyiladi, agar bitta yozuv bilan farq qiluvchi har qanday ikki D va D' to'plam va har qanday S natija to'plami uchun Pr[M(D) ∈ S] ≤ e^ε · Pr[M(D') ∈ S] + δ bajarilsa. Intuitiv ma'no: biror shaxsning ma'lumoti to'plamda bo'lish-bo'lmasligi natijaga sezilarli ta'sir qilmaydi, demak, natijadan shaxs haqida ko'p narsa bilib bo'lmaydi. Chuqur o'qitishda DP ni ta'minlovchi standart algoritm — Abadi va hamkasblari 2016-yilda taklif qilgan DP-SGD: har bir namunaning gradienti alohida hisoblanadi, uning L2 normasi C chegarasiga qirqiladi (clipping), so'ngra yig'indiga σC standart og'ishli Gauss shovqini qo'shiladi. Maxfiylik byudjeti ε har qadamda sarflanadi va «moments accountant» yoki Rényi DP yordamida hisoblab boriladi. Amaliy tajriba: MNIST'da ε ≈ 1 bilan 96–97 foiz aniqlikka erishiladi (DP'siz 99 foiz), CIFAR-10'da esa ε ≈ 8 da 60–70 foiz — bu DP'ning murakkab vazifalarda hali qimmat ekanini ko'rsatadi. PyTorch uchun Opacus, TensorFlow uchun TensorFlow Privacy kutubxonalari DP-SGD'ni bir necha qator kod bilan qo'shish imkonini beradi.</a:t>
            </a:r>
          </a:p>
        </p:txBody>
      </p:sp>
      <p:sp>
        <p:nvSpPr>
          <p:cNvPr id="4" name="Slide Number Placeholder 3"/>
          <p:cNvSpPr>
            <a:spLocks noGrp="1"/>
          </p:cNvSpPr>
          <p:nvPr>
            <p:ph type="sldNum" idx="5" sz="quarter"/>
          </p:nvPr>
        </p:nvSpPr>
        <p:spPr/>
      </p:sp>
    </p:spTree>
  </p:cSld>
  <p:clrMapOvr>
    <a:masterClrMapping/>
  </p:clrMapOvr>
</p:notes>
</file>

<file path=ppt/notesSlides/notesSlide1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Maxfiylikni saqlovchi mashinali o'qitish (privacy-preserving machine learning) to'rtta asosiy texnologiyaga tayanadi. Differensial maxfiylik (differential privacy, DP) — matematik ta'rif: tasodifiy algoritm M (ε, δ)-differensial maxfiy deyiladi, agar bitta yozuv bilan farq qiluvchi har qanday ikki D va D' to'plam va har qanday S natija to'plami uchun Pr[M(D) ∈ S] ≤ e^ε · Pr[M(D') ∈ S] + δ bajarilsa. Intuitiv ma'no: biror shaxsning ma'lumoti to'plamda bo'lish-bo'lmasligi natijaga sezilarli ta'sir qilmaydi, demak, natijadan shaxs haqida ko'p narsa bilib bo'lmaydi. Chuqur o'qitishda DP ni ta'minlovchi standart algoritm — Abadi va hamkasblari 2016-yilda taklif qilgan DP-SGD: har bir namunaning gradienti alohida hisoblanadi, uning L2 normasi C chegarasiga qirqiladi (clipping), so'ngra yig'indiga σC standart og'ishli Gauss shovqini qo'shiladi. Maxfiylik byudjeti ε har qadamda sarflanadi va «moments accountant» yoki Rényi DP yordamida hisoblab boriladi. Amaliy tajriba: MNIST'da ε ≈ 1 bilan 96–97 foiz aniqlikka erishiladi (DP'siz 99 foiz), CIFAR-10'da esa ε ≈ 8 da 60–70 foiz — bu DP'ning murakkab vazifalarda hali qimmat ekanini ko'rsatadi. PyTorch uchun Opacus, TensorFlow uchun TensorFlow Privacy kutubxonalari DP-SGD'ni bir necha qator kod bilan qo'shish imkonini beradi.</a:t>
            </a:r>
          </a:p>
        </p:txBody>
      </p:sp>
      <p:sp>
        <p:nvSpPr>
          <p:cNvPr id="4" name="Slide Number Placeholder 3"/>
          <p:cNvSpPr>
            <a:spLocks noGrp="1"/>
          </p:cNvSpPr>
          <p:nvPr>
            <p:ph type="sldNum" idx="5" sz="quarter"/>
          </p:nvPr>
        </p:nvSpPr>
        <p:spPr/>
      </p:sp>
    </p:spTree>
  </p:cSld>
  <p:clrMapOvr>
    <a:masterClrMapping/>
  </p:clrMapOvr>
</p:notes>
</file>

<file path=ppt/notesSlides/notesSlide2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Maxfiylikni saqlovchi mashinali o'qitish (privacy-preserving machine learning) to'rtta asosiy texnologiyaga tayanadi. Differensial maxfiylik (differential privacy, DP) — matematik ta'rif: tasodifiy algoritm M (ε, δ)-differensial maxfiy deyiladi, agar bitta yozuv bilan farq qiluvchi har qanday ikki D va D' to'plam va har qanday S natija to'plami uchun Pr[M(D) ∈ S] ≤ e^ε · Pr[M(D') ∈ S] + δ bajarilsa. Intuitiv ma'no: biror shaxsning ma'lumoti to'plamda bo'lish-bo'lmasligi natijaga sezilarli ta'sir qilmaydi, demak, natijadan shaxs haqida ko'p narsa bilib bo'lmaydi. Chuqur o'qitishda DP ni ta'minlovchi standart algoritm — Abadi va hamkasblari 2016-yilda taklif qilgan DP-SGD: har bir namunaning gradienti alohida hisoblanadi, uning L2 normasi C chegarasiga qirqiladi (clipping), so'ngra yig'indiga σC standart og'ishli Gauss shovqini qo'shiladi. Maxfiylik byudjeti ε har qadamda sarflanadi va «moments accountant» yoki Rényi DP yordamida hisoblab boriladi. Amaliy tajriba: MNIST'da ε ≈ 1 bilan 96–97 foiz aniqlikka erishiladi (DP'siz 99 foiz), CIFAR-10'da esa ε ≈ 8 da 60–70 foiz — bu DP'ning murakkab vazifalarda hali qimmat ekanini ko'rsatadi. PyTorch uchun Opacus, TensorFlow uchun TensorFlow Privacy kutubxonalari DP-SGD'ni bir necha qator kod bilan qo'shish imkonini beradi.</a:t>
            </a:r>
          </a:p>
        </p:txBody>
      </p:sp>
      <p:sp>
        <p:nvSpPr>
          <p:cNvPr id="4" name="Slide Number Placeholder 3"/>
          <p:cNvSpPr>
            <a:spLocks noGrp="1"/>
          </p:cNvSpPr>
          <p:nvPr>
            <p:ph type="sldNum" idx="5" sz="quarter"/>
          </p:nvPr>
        </p:nvSpPr>
        <p:spPr/>
      </p:sp>
    </p:spTree>
  </p:cSld>
  <p:clrMapOvr>
    <a:masterClrMapping/>
  </p:clrMapOvr>
</p:notes>
</file>

<file path=ppt/notesSlides/notesSlide2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Federativ o'qitish (federated learning, FL) ma'lumotlarni markazga yig'ish o'rniga modelni ma'lumot joylashgan qurilmaga olib boradi. McMahan va hamkasblarining FedAvg algoritmi (2017) quyidagicha ishlaydi: server global og'irliklarni K ta mijozga yuboradi, har bir mijoz o'z lokal ma'lumotida bir necha epoxa o'qitadi, yangilangan og'irliklarni qaytaradi, server ularni ma'lumot hajmiga proporsional o'rtachalaydi. Google buni Gboard klaviaturasida so'z bashorati uchun millionlab telefonlarda qo'llagan. Biroq FL o'z-o'zidan maxfiylikni kafolatlamaydi: og'irlik yangilanishlaridan gradient inversiyasi (gradient inversion) orqali o'qitish namunasini qayta tiklash mumkin. Shuning uchun FL odatda xavfsiz agregatsiya (secure aggregation — server faqat yig'indini ko'radi) va mijoz tomonida DP bilan birlashtiriladi. FL'ning muhandislik muammolari: mijozlar ma'lumoti bir xil taqsimlanmagan (non-IID), aloqa qimmat, qurilmalar ishonchsiz, zararli mijozlar zaharlashga urinishi mumkin.</a:t>
            </a:r>
          </a:p>
        </p:txBody>
      </p:sp>
      <p:sp>
        <p:nvSpPr>
          <p:cNvPr id="4" name="Slide Number Placeholder 3"/>
          <p:cNvSpPr>
            <a:spLocks noGrp="1"/>
          </p:cNvSpPr>
          <p:nvPr>
            <p:ph type="sldNum" idx="5" sz="quarter"/>
          </p:nvPr>
        </p:nvSpPr>
        <p:spPr/>
      </p:sp>
    </p:spTree>
  </p:cSld>
  <p:clrMapOvr>
    <a:masterClrMapping/>
  </p:clrMapOvr>
</p:notes>
</file>

<file path=ppt/notesSlides/notesSlide2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Federativ o'qitish (federated learning, FL) ma'lumotlarni markazga yig'ish o'rniga modelni ma'lumot joylashgan qurilmaga olib boradi. McMahan va hamkasblarining FedAvg algoritmi (2017) quyidagicha ishlaydi: server global og'irliklarni K ta mijozga yuboradi, har bir mijoz o'z lokal ma'lumotida bir necha epoxa o'qitadi, yangilangan og'irliklarni qaytaradi, server ularni ma'lumot hajmiga proporsional o'rtachalaydi. Google buni Gboard klaviaturasida so'z bashorati uchun millionlab telefonlarda qo'llagan. Biroq FL o'z-o'zidan maxfiylikni kafolatlamaydi: og'irlik yangilanishlaridan gradient inversiyasi (gradient inversion) orqali o'qitish namunasini qayta tiklash mumkin. Shuning uchun FL odatda xavfsiz agregatsiya (secure aggregation — server faqat yig'indini ko'radi) va mijoz tomonida DP bilan birlashtiriladi. FL'ning muhandislik muammolari: mijozlar ma'lumoti bir xil taqsimlanmagan (non-IID), aloqa qimmat, qurilmalar ishonchsiz, zararli mijozlar zaharlashga urinishi mumkin.</a:t>
            </a:r>
          </a:p>
        </p:txBody>
      </p:sp>
      <p:sp>
        <p:nvSpPr>
          <p:cNvPr id="4" name="Slide Number Placeholder 3"/>
          <p:cNvSpPr>
            <a:spLocks noGrp="1"/>
          </p:cNvSpPr>
          <p:nvPr>
            <p:ph type="sldNum" idx="5" sz="quarter"/>
          </p:nvPr>
        </p:nvSpPr>
        <p:spPr/>
      </p:sp>
    </p:spTree>
  </p:cSld>
  <p:clrMapOvr>
    <a:masterClrMapping/>
  </p:clrMapOvr>
</p:notes>
</file>

<file path=ppt/notesSlides/notesSlide2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Gomomorf shifrlash (homomorphic encryption, HE) shifrlangan ma'lumot ustida to'g'ridan-to'g'ri hisoblash imkonini beradi: Enc(a) ⊕ Enc(b) = Enc(a+b). CKKS sxemasi haqiqiy sonlar bilan taxminiy arifmetikani qo'llab-quvvatlaydi va neyron tarmoq inferensi uchun mos; Microsoft SEAL, OpenFHE kutubxonalari mavjud. Narxi juda yuqori: shifrlangan inferens ochiq inferensdan 1000–10000 marta sekin, chuqurlik cheklangan (bootstrapping qimmat), faollashuv funksiyalari polinom bilan yaqinlashtiriladi. Xavfsiz ko'p tomonlama hisoblash (secure multi-party computation, SMPC) esa hisoblashni bir nechta ishonmaydigan tomon o'rtasida maxfiy ulushlarga bo'ladi (CrypTen, MP-SPDZ); u HE'dan tezroq, lekin ko'p aloqa talab qiladi. Amaliyotda bu to'rt texnologiya bir-birini to'ldiradi: FL arxitekturani, DP natija maxfiyligini, HE/SMPC hisoblash jarayonidagi maxfiylikni ta'minlaydi.</a:t>
            </a:r>
          </a:p>
        </p:txBody>
      </p:sp>
      <p:sp>
        <p:nvSpPr>
          <p:cNvPr id="4" name="Slide Number Placeholder 3"/>
          <p:cNvSpPr>
            <a:spLocks noGrp="1"/>
          </p:cNvSpPr>
          <p:nvPr>
            <p:ph type="sldNum" idx="5" sz="quarter"/>
          </p:nvPr>
        </p:nvSpPr>
        <p:spPr/>
      </p:sp>
    </p:spTree>
  </p:cSld>
  <p:clrMapOvr>
    <a:masterClrMapping/>
  </p:clrMapOvr>
</p:notes>
</file>

<file path=ppt/notesSlides/notesSlide2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Gomomorf shifrlash (homomorphic encryption, HE) shifrlangan ma'lumot ustida to'g'ridan-to'g'ri hisoblash imkonini beradi: Enc(a) ⊕ Enc(b) = Enc(a+b). CKKS sxemasi haqiqiy sonlar bilan taxminiy arifmetikani qo'llab-quvvatlaydi va neyron tarmoq inferensi uchun mos; Microsoft SEAL, OpenFHE kutubxonalari mavjud. Narxi juda yuqori: shifrlangan inferens ochiq inferensdan 1000–10000 marta sekin, chuqurlik cheklangan (bootstrapping qimmat), faollashuv funksiyalari polinom bilan yaqinlashtiriladi. Xavfsiz ko'p tomonlama hisoblash (secure multi-party computation, SMPC) esa hisoblashni bir nechta ishonmaydigan tomon o'rtasida maxfiy ulushlarga bo'ladi (CrypTen, MP-SPDZ); u HE'dan tezroq, lekin ko'p aloqa talab qiladi. Amaliyotda bu to'rt texnologiya bir-birini to'ldiradi: FL arxitekturani, DP natija maxfiyligini, HE/SMPC hisoblash jarayonidagi maxfiylikni ta'minlaydi.</a:t>
            </a:r>
          </a:p>
        </p:txBody>
      </p:sp>
      <p:sp>
        <p:nvSpPr>
          <p:cNvPr id="4" name="Slide Number Placeholder 3"/>
          <p:cNvSpPr>
            <a:spLocks noGrp="1"/>
          </p:cNvSpPr>
          <p:nvPr>
            <p:ph type="sldNum" idx="5" sz="quarter"/>
          </p:nvPr>
        </p:nvSpPr>
        <p:spPr/>
      </p:sp>
    </p:spTree>
  </p:cSld>
  <p:clrMapOvr>
    <a:masterClrMapping/>
  </p:clrMapOvr>
</p:notes>
</file>

<file path=ppt/notesSlides/notesSlide2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Yuqoridagi usullar model va ma'lumot darajasida ishlaydi; Trusted Computing esa savolni platforma darajasiga ko'chiradi: hisoblash bajarilayotgan apparat va dasturiy muhitga qanchalik ishonish mumkin? Asosiy tushunchalar: ishonch ildizi (root of trust) — o'zgartirib bo'lmaydigan apparat komponenti (TPM 2.0 chipi yoki protsessor ichidagi kalitlar); o'lchangan yuklash (measured boot) — har bir yuklash bosqichining xesh qiymatini TPM registrlariga yozish; attestatsiya (remote attestation) — masofadagi tomonga «men aynan shu kod va konfiguratsiya bilan ishlayapman» degan kriptografik dalil taqdim etish.</a:t>
            </a:r>
          </a:p>
        </p:txBody>
      </p:sp>
      <p:sp>
        <p:nvSpPr>
          <p:cNvPr id="4" name="Slide Number Placeholder 3"/>
          <p:cNvSpPr>
            <a:spLocks noGrp="1"/>
          </p:cNvSpPr>
          <p:nvPr>
            <p:ph type="sldNum" idx="5" sz="quarter"/>
          </p:nvPr>
        </p:nvSpPr>
        <p:spPr/>
      </p:sp>
    </p:spTree>
  </p:cSld>
  <p:clrMapOvr>
    <a:masterClrMapping/>
  </p:clrMapOvr>
</p:notes>
</file>

<file path=ppt/notesSlides/notesSlide2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Yuqoridagi usullar model va ma'lumot darajasida ishlaydi; Trusted Computing esa savolni platforma darajasiga ko'chiradi: hisoblash bajarilayotgan apparat va dasturiy muhitga qanchalik ishonish mumkin? Asosiy tushunchalar: ishonch ildizi (root of trust) — o'zgartirib bo'lmaydigan apparat komponenti (TPM 2.0 chipi yoki protsessor ichidagi kalitlar); o'lchangan yuklash (measured boot) — har bir yuklash bosqichining xesh qiymatini TPM registrlariga yozish; attestatsiya (remote attestation) — masofadagi tomonga «men aynan shu kod va konfiguratsiya bilan ishlayapman» degan kriptografik dalil taqdim etish.</a:t>
            </a:r>
          </a:p>
        </p:txBody>
      </p:sp>
      <p:sp>
        <p:nvSpPr>
          <p:cNvPr id="4" name="Slide Number Placeholder 3"/>
          <p:cNvSpPr>
            <a:spLocks noGrp="1"/>
          </p:cNvSpPr>
          <p:nvPr>
            <p:ph type="sldNum" idx="5" sz="quarter"/>
          </p:nvPr>
        </p:nvSpPr>
        <p:spPr/>
      </p:sp>
    </p:spTree>
  </p:cSld>
  <p:clrMapOvr>
    <a:masterClrMapping/>
  </p:clrMapOvr>
</p:notes>
</file>

<file path=ppt/notesSlides/notesSlide2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Ishonchli bajarish muhiti (Trusted Execution Environment, TEE) protsessor ichida xotirasi shifrlangan va hatto operatsion tizim yoki gipervizor ham kira olmaydigan izolyatsiyalangan hudud yaratadi. Intel SGX (Software Guard Extensions) ilova darajasidagi «enklav»lar beradi (dastlab 128–256 MB cheklangan xotira bilan), Intel TDX va AMD SEV-SNP esa butun virtual mashinani himoyalaydi va bulut provayderlarida «konfidensial hisoblash» (confidential computing) xizmatlarining asosidir. AI uchun burilish nuqtasi NVIDIA H100 bo'ldi: u konfidensial hisoblash rejimini qo'llab-quvvatlovchi birinchi GPU bo'lib, CPU TEE va GPU o'rtasidagi PCIe trafigini shifrlaydi, GPU xotirasini himoyalaydi va GPU attestatsiyasini beradi. Bu, masalan, kasalxona o'z ma'lumotini bulutda qayta ishlash uchun bersa-da, bulut provayderi ham, uning ma'muri ham uni ko'ra olmasligini ta'minlaydi. Narxi: TEE rejimida H100 unumdorligi ish yukiga qarab bir necha foizdan 10–20 foizgacha pasayishi mumkin, asosan shifrlangan PCIe almashinuvi hisobiga.</a:t>
            </a:r>
          </a:p>
        </p:txBody>
      </p:sp>
      <p:sp>
        <p:nvSpPr>
          <p:cNvPr id="4" name="Slide Number Placeholder 3"/>
          <p:cNvSpPr>
            <a:spLocks noGrp="1"/>
          </p:cNvSpPr>
          <p:nvPr>
            <p:ph type="sldNum" idx="5" sz="quarter"/>
          </p:nvPr>
        </p:nvSpPr>
        <p:spPr/>
      </p:sp>
    </p:spTree>
  </p:cSld>
  <p:clrMapOvr>
    <a:masterClrMapping/>
  </p:clrMapOvr>
</p:notes>
</file>

<file path=ppt/notesSlides/notesSlide2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Ishonchli bajarish muhiti (Trusted Execution Environment, TEE) protsessor ichida xotirasi shifrlangan va hatto operatsion tizim yoki gipervizor ham kira olmaydigan izolyatsiyalangan hudud yaratadi. Intel SGX (Software Guard Extensions) ilova darajasidagi «enklav»lar beradi (dastlab 128–256 MB cheklangan xotira bilan), Intel TDX va AMD SEV-SNP esa butun virtual mashinani himoyalaydi va bulut provayderlarida «konfidensial hisoblash» (confidential computing) xizmatlarining asosidir. AI uchun burilish nuqtasi NVIDIA H100 bo'ldi: u konfidensial hisoblash rejimini qo'llab-quvvatlovchi birinchi GPU bo'lib, CPU TEE va GPU o'rtasidagi PCIe trafigini shifrlaydi, GPU xotirasini himoyalaydi va GPU attestatsiyasini beradi. Bu, masalan, kasalxona o'z ma'lumotini bulutda qayta ishlash uchun bersa-da, bulut provayderi ham, uning ma'muri ham uni ko'ra olmasligini ta'minlaydi. Narxi: TEE rejimida H100 unumdorligi ish yukiga qarab bir necha foizdan 10–20 foizgacha pasayishi mumkin, asosan shifrlangan PCIe almashinuvi hisobiga.</a:t>
            </a:r>
          </a:p>
          <a:p/>
          <a:p>
            <a:r>
              <a:t>Secure AI tushunchasi butun hayot sikli bo'yicha xavfsizlik amaliyotlarini birlashtiradi va ko'pincha MLSecOps deb ham ataladi. Uning tarkibiy qismlari: ta'minot zanjiri xavfsizligi — model fayllarini pickle o'rniga safetensors kabi kod bajarmaydigan formatda saqlash, og'irliklarni kriptografik imzolash (Sigstore), ma'lumotlar va modellar uchun «materiallar ro'yxati» (AI Bill of Materials, AIBOM); maxfiy ma'lumotlar va API kalitlarini kod va promptlardan ajratish; model va ma'lumotlarga kirishni rolga asoslangan boshqarish; barcha inferens so'rovlarini auditlash; qizil jamoa (red teaming) sinovlari; voqeaga javob rejasi. Xalqaro standartlar — ISO/IEC 42001 (AI boshqaruv tizimi), ISO/IEC 23894 (AI xavflarini boshqarish), NIST AI RMF — bu amaliyotlarni tashkiliy doiraga soladi. Muhim tamoyil: «himoya chuqurligi» (defense in depth) — birorta usul yagona emas, model darajasidagi mustahkamlik, ma'lumot maxfiyligi, platforma ishonchi va tashkiliy jarayonlar bir-birini qoplashi kerak.</a:t>
            </a:r>
          </a:p>
        </p:txBody>
      </p:sp>
      <p:sp>
        <p:nvSpPr>
          <p:cNvPr id="4" name="Slide Number Placeholder 3"/>
          <p:cNvSpPr>
            <a:spLocks noGrp="1"/>
          </p:cNvSpPr>
          <p:nvPr>
            <p:ph type="sldNum" idx="5" sz="quarter"/>
          </p:nvPr>
        </p:nvSpPr>
        <p:spPr/>
      </p:sp>
    </p:spTree>
  </p:cSld>
  <p:clrMapOvr>
    <a:masterClrMapping/>
  </p:clrMapOvr>
</p:notes>
</file>

<file path=ppt/notesSlides/notesSlide2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Secure AI tushunchasi butun hayot sikli bo'yicha xavfsizlik amaliyotlarini birlashtiradi va ko'pincha MLSecOps deb ham ataladi. Uning tarkibiy qismlari: ta'minot zanjiri xavfsizligi — model fayllarini pickle o'rniga safetensors kabi kod bajarmaydigan formatda saqlash, og'irliklarni kriptografik imzolash (Sigstore), ma'lumotlar va modellar uchun «materiallar ro'yxati» (AI Bill of Materials, AIBOM); maxfiy ma'lumotlar va API kalitlarini kod va promptlardan ajratish; model va ma'lumotlarga kirishni rolga asoslangan boshqarish; barcha inferens so'rovlarini auditlash; qizil jamoa (red teaming) sinovlari; voqeaga javob rejasi. Xalqaro standartlar — ISO/IEC 42001 (AI boshqaruv tizimi), ISO/IEC 23894 (AI xavflarini boshqarish), NIST AI RMF — bu amaliyotlarni tashkiliy doiraga soladi. Muhim tamoyil: «himoya chuqurligi» (defense in depth) — birorta usul yagona emas, model darajasidagi mustahkamlik, ma'lumot maxfiyligi, platforma ishonchi va tashkiliy jarayonlar bir-birini qoplashi kerak.</a:t>
            </a:r>
          </a:p>
        </p:txBody>
      </p:sp>
      <p:sp>
        <p:nvSpPr>
          <p:cNvPr id="4" name="Slide Number Placeholder 3"/>
          <p:cNvSpPr>
            <a:spLocks noGrp="1"/>
          </p:cNvSpPr>
          <p:nvPr>
            <p:ph type="sldNum" idx="5" sz="quarter"/>
          </p:nvPr>
        </p:nvSpPr>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jpg"/></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jpg"/><Relationship Id="rId3" Type="http://schemas.openxmlformats.org/officeDocument/2006/relationships/notesSlide" Target="../notesSlides/notesSlide1.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jpg"/><Relationship Id="rId3" Type="http://schemas.openxmlformats.org/officeDocument/2006/relationships/notesSlide" Target="../notesSlides/notesSlide2.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4.jpg"/><Relationship Id="rId3" Type="http://schemas.openxmlformats.org/officeDocument/2006/relationships/notesSlide" Target="../notesSlides/notesSlide3.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5.jpg"/><Relationship Id="rId3" Type="http://schemas.openxmlformats.org/officeDocument/2006/relationships/notesSlide" Target="../notesSlides/notesSlide5.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6.jpg"/><Relationship Id="rId3" Type="http://schemas.openxmlformats.org/officeDocument/2006/relationships/notesSlide" Target="../notesSlides/notesSlide6.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7.jpg"/><Relationship Id="rId3" Type="http://schemas.openxmlformats.org/officeDocument/2006/relationships/notesSlide" Target="../notesSlides/notesSlide7.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8.jpg"/><Relationship Id="rId3" Type="http://schemas.openxmlformats.org/officeDocument/2006/relationships/notesSlide" Target="../notesSlides/notesSlide8.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9.jpg"/><Relationship Id="rId3" Type="http://schemas.openxmlformats.org/officeDocument/2006/relationships/notesSlide" Target="../notesSlides/notesSlide9.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jpg"/><Relationship Id="rId3" Type="http://schemas.openxmlformats.org/officeDocument/2006/relationships/notesSlide" Target="../notesSlides/notesSlide10.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4.jpg"/><Relationship Id="rId3" Type="http://schemas.openxmlformats.org/officeDocument/2006/relationships/notesSlide" Target="../notesSlides/notesSlide11.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0.jpg"/><Relationship Id="rId3" Type="http://schemas.openxmlformats.org/officeDocument/2006/relationships/notesSlide" Target="../notesSlides/notesSlide12.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6.jpg"/><Relationship Id="rId3" Type="http://schemas.openxmlformats.org/officeDocument/2006/relationships/notesSlide" Target="../notesSlides/notesSlide13.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7.jpg"/><Relationship Id="rId3" Type="http://schemas.openxmlformats.org/officeDocument/2006/relationships/notesSlide" Target="../notesSlides/notesSlide14.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8.jpg"/><Relationship Id="rId3" Type="http://schemas.openxmlformats.org/officeDocument/2006/relationships/notesSlide" Target="../notesSlides/notesSlide15.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9.jpg"/><Relationship Id="rId3" Type="http://schemas.openxmlformats.org/officeDocument/2006/relationships/notesSlide" Target="../notesSlides/notesSlide16.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7.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1.jpg"/><Relationship Id="rId3" Type="http://schemas.openxmlformats.org/officeDocument/2006/relationships/notesSlide" Target="../notesSlides/notesSlide18.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jpg"/><Relationship Id="rId3" Type="http://schemas.openxmlformats.org/officeDocument/2006/relationships/notesSlide" Target="../notesSlides/notesSlide19.xm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4.jpg"/><Relationship Id="rId3" Type="http://schemas.openxmlformats.org/officeDocument/2006/relationships/notesSlide" Target="../notesSlides/notesSlide20.xml"/></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6.jpg"/><Relationship Id="rId3" Type="http://schemas.openxmlformats.org/officeDocument/2006/relationships/notesSlide" Target="../notesSlides/notesSlide21.xml"/></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7.jpg"/><Relationship Id="rId3" Type="http://schemas.openxmlformats.org/officeDocument/2006/relationships/notesSlide" Target="../notesSlides/notesSlide22.xml"/></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8.jpg"/><Relationship Id="rId3" Type="http://schemas.openxmlformats.org/officeDocument/2006/relationships/notesSlide" Target="../notesSlides/notesSlide23.xml"/></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9.jpg"/><Relationship Id="rId3" Type="http://schemas.openxmlformats.org/officeDocument/2006/relationships/notesSlide" Target="../notesSlides/notesSlide24.xml"/></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2.jpg"/><Relationship Id="rId3" Type="http://schemas.openxmlformats.org/officeDocument/2006/relationships/notesSlide" Target="../notesSlides/notesSlide25.xml"/></Relationships>
</file>

<file path=ppt/slides/_rels/slide2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jpg"/><Relationship Id="rId3" Type="http://schemas.openxmlformats.org/officeDocument/2006/relationships/notesSlide" Target="../notesSlides/notesSlide26.xml"/></Relationships>
</file>

<file path=ppt/slides/_rels/slide2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4.jpg"/><Relationship Id="rId3" Type="http://schemas.openxmlformats.org/officeDocument/2006/relationships/notesSlide" Target="../notesSlides/notesSlide27.xml"/></Relationships>
</file>

<file path=ppt/slides/_rels/slide3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6.jpg"/><Relationship Id="rId3" Type="http://schemas.openxmlformats.org/officeDocument/2006/relationships/notesSlide" Target="../notesSlides/notesSlide28.xml"/></Relationships>
</file>

<file path=ppt/slides/_rels/slide3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7.jpg"/><Relationship Id="rId3" Type="http://schemas.openxmlformats.org/officeDocument/2006/relationships/notesSlide" Target="../notesSlides/notesSlide29.xml"/></Relationships>
</file>

<file path=ppt/slides/_rels/slide3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slide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2000" cy="6858000"/>
          </a:xfrm>
          <a:prstGeom prst="rect">
            <a:avLst/>
          </a:prstGeom>
          <a:gradFill rotWithShape="1">
            <a:gsLst>
              <a:gs pos="0">
                <a:srgbClr val="070B1A"/>
              </a:gs>
              <a:gs pos="100000">
                <a:srgbClr val="141C44"/>
              </a:gs>
            </a:gsLst>
            <a:lin scaled="0" ang="14400000"/>
          </a:gra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cxnSp>
        <p:nvCxnSpPr>
          <p:cNvPr id="3" name="Connector 2"/>
          <p:cNvCxnSpPr/>
          <p:nvPr/>
        </p:nvCxnSpPr>
        <p:spPr>
          <a:xfrm flipV="1">
            <a:off x="6900000" y="1466666"/>
            <a:ext cx="1633333" cy="483334"/>
          </a:xfrm>
          <a:prstGeom prst="line">
            <a:avLst/>
          </a:prstGeom>
          <a:ln w="9525">
            <a:solidFill>
              <a:srgbClr val="2E4A8A"/>
            </a:solidFill>
          </a:ln>
        </p:spPr>
        <p:style>
          <a:lnRef idx="2">
            <a:schemeClr val="accent1"/>
          </a:lnRef>
          <a:fillRef idx="0">
            <a:schemeClr val="accent1"/>
          </a:fillRef>
          <a:effectRef idx="1">
            <a:schemeClr val="accent1"/>
          </a:effectRef>
          <a:fontRef idx="minor">
            <a:schemeClr val="tx1"/>
          </a:fontRef>
        </p:style>
      </p:cxnSp>
      <p:cxnSp>
        <p:nvCxnSpPr>
          <p:cNvPr id="4" name="Connector 3"/>
          <p:cNvCxnSpPr/>
          <p:nvPr/>
        </p:nvCxnSpPr>
        <p:spPr>
          <a:xfrm>
            <a:off x="6900000" y="1950000"/>
            <a:ext cx="1633333" cy="483333"/>
          </a:xfrm>
          <a:prstGeom prst="line">
            <a:avLst/>
          </a:prstGeom>
          <a:ln w="9525">
            <a:solidFill>
              <a:srgbClr val="2E4A8A"/>
            </a:solidFill>
          </a:ln>
        </p:spPr>
        <p:style>
          <a:lnRef idx="2">
            <a:schemeClr val="accent1"/>
          </a:lnRef>
          <a:fillRef idx="0">
            <a:schemeClr val="accent1"/>
          </a:fillRef>
          <a:effectRef idx="1">
            <a:schemeClr val="accent1"/>
          </a:effectRef>
          <a:fontRef idx="minor">
            <a:schemeClr val="tx1"/>
          </a:fontRef>
        </p:style>
      </p:cxnSp>
      <p:cxnSp>
        <p:nvCxnSpPr>
          <p:cNvPr id="5" name="Connector 4"/>
          <p:cNvCxnSpPr/>
          <p:nvPr/>
        </p:nvCxnSpPr>
        <p:spPr>
          <a:xfrm>
            <a:off x="6900000" y="1950000"/>
            <a:ext cx="1633333" cy="3383333"/>
          </a:xfrm>
          <a:prstGeom prst="line">
            <a:avLst/>
          </a:prstGeom>
          <a:ln w="9525">
            <a:solidFill>
              <a:srgbClr val="2E4A8A"/>
            </a:solidFill>
          </a:ln>
        </p:spPr>
        <p:style>
          <a:lnRef idx="2">
            <a:schemeClr val="accent1"/>
          </a:lnRef>
          <a:fillRef idx="0">
            <a:schemeClr val="accent1"/>
          </a:fillRef>
          <a:effectRef idx="1">
            <a:schemeClr val="accent1"/>
          </a:effectRef>
          <a:fontRef idx="minor">
            <a:schemeClr val="tx1"/>
          </a:fontRef>
        </p:style>
      </p:cxnSp>
      <p:cxnSp>
        <p:nvCxnSpPr>
          <p:cNvPr id="6" name="Connector 5"/>
          <p:cNvCxnSpPr/>
          <p:nvPr/>
        </p:nvCxnSpPr>
        <p:spPr>
          <a:xfrm flipV="1">
            <a:off x="6900000" y="2433333"/>
            <a:ext cx="1633333" cy="966667"/>
          </a:xfrm>
          <a:prstGeom prst="line">
            <a:avLst/>
          </a:prstGeom>
          <a:ln w="9525">
            <a:solidFill>
              <a:srgbClr val="2E4A8A"/>
            </a:solidFill>
          </a:ln>
        </p:spPr>
        <p:style>
          <a:lnRef idx="2">
            <a:schemeClr val="accent1"/>
          </a:lnRef>
          <a:fillRef idx="0">
            <a:schemeClr val="accent1"/>
          </a:fillRef>
          <a:effectRef idx="1">
            <a:schemeClr val="accent1"/>
          </a:effectRef>
          <a:fontRef idx="minor">
            <a:schemeClr val="tx1"/>
          </a:fontRef>
        </p:style>
      </p:cxnSp>
      <p:cxnSp>
        <p:nvCxnSpPr>
          <p:cNvPr id="7" name="Connector 6"/>
          <p:cNvCxnSpPr/>
          <p:nvPr/>
        </p:nvCxnSpPr>
        <p:spPr>
          <a:xfrm>
            <a:off x="6900000" y="3400000"/>
            <a:ext cx="1633333" cy="966666"/>
          </a:xfrm>
          <a:prstGeom prst="line">
            <a:avLst/>
          </a:prstGeom>
          <a:ln w="9525">
            <a:solidFill>
              <a:srgbClr val="2E4A8A"/>
            </a:solidFill>
          </a:ln>
        </p:spPr>
        <p:style>
          <a:lnRef idx="2">
            <a:schemeClr val="accent1"/>
          </a:lnRef>
          <a:fillRef idx="0">
            <a:schemeClr val="accent1"/>
          </a:fillRef>
          <a:effectRef idx="1">
            <a:schemeClr val="accent1"/>
          </a:effectRef>
          <a:fontRef idx="minor">
            <a:schemeClr val="tx1"/>
          </a:fontRef>
        </p:style>
      </p:cxnSp>
      <p:cxnSp>
        <p:nvCxnSpPr>
          <p:cNvPr id="8" name="Connector 7"/>
          <p:cNvCxnSpPr/>
          <p:nvPr/>
        </p:nvCxnSpPr>
        <p:spPr>
          <a:xfrm>
            <a:off x="6900000" y="3400000"/>
            <a:ext cx="1633333" cy="1933333"/>
          </a:xfrm>
          <a:prstGeom prst="line">
            <a:avLst/>
          </a:prstGeom>
          <a:ln w="9525">
            <a:solidFill>
              <a:srgbClr val="2E4A8A"/>
            </a:solidFill>
          </a:ln>
        </p:spPr>
        <p:style>
          <a:lnRef idx="2">
            <a:schemeClr val="accent1"/>
          </a:lnRef>
          <a:fillRef idx="0">
            <a:schemeClr val="accent1"/>
          </a:fillRef>
          <a:effectRef idx="1">
            <a:schemeClr val="accent1"/>
          </a:effectRef>
          <a:fontRef idx="minor">
            <a:schemeClr val="tx1"/>
          </a:fontRef>
        </p:style>
      </p:cxnSp>
      <p:cxnSp>
        <p:nvCxnSpPr>
          <p:cNvPr id="9" name="Connector 8"/>
          <p:cNvCxnSpPr/>
          <p:nvPr/>
        </p:nvCxnSpPr>
        <p:spPr>
          <a:xfrm flipV="1">
            <a:off x="6900000" y="1466666"/>
            <a:ext cx="1633333" cy="3383334"/>
          </a:xfrm>
          <a:prstGeom prst="line">
            <a:avLst/>
          </a:prstGeom>
          <a:ln w="9525">
            <a:solidFill>
              <a:srgbClr val="2E4A8A"/>
            </a:solidFill>
          </a:ln>
        </p:spPr>
        <p:style>
          <a:lnRef idx="2">
            <a:schemeClr val="accent1"/>
          </a:lnRef>
          <a:fillRef idx="0">
            <a:schemeClr val="accent1"/>
          </a:fillRef>
          <a:effectRef idx="1">
            <a:schemeClr val="accent1"/>
          </a:effectRef>
          <a:fontRef idx="minor">
            <a:schemeClr val="tx1"/>
          </a:fontRef>
        </p:style>
      </p:cxnSp>
      <p:cxnSp>
        <p:nvCxnSpPr>
          <p:cNvPr id="10" name="Connector 9"/>
          <p:cNvCxnSpPr/>
          <p:nvPr/>
        </p:nvCxnSpPr>
        <p:spPr>
          <a:xfrm flipV="1">
            <a:off x="6900000" y="2433333"/>
            <a:ext cx="1633333" cy="2416667"/>
          </a:xfrm>
          <a:prstGeom prst="line">
            <a:avLst/>
          </a:prstGeom>
          <a:ln w="9525">
            <a:solidFill>
              <a:srgbClr val="2E4A8A"/>
            </a:solidFill>
          </a:ln>
        </p:spPr>
        <p:style>
          <a:lnRef idx="2">
            <a:schemeClr val="accent1"/>
          </a:lnRef>
          <a:fillRef idx="0">
            <a:schemeClr val="accent1"/>
          </a:fillRef>
          <a:effectRef idx="1">
            <a:schemeClr val="accent1"/>
          </a:effectRef>
          <a:fontRef idx="minor">
            <a:schemeClr val="tx1"/>
          </a:fontRef>
        </p:style>
      </p:cxnSp>
      <p:cxnSp>
        <p:nvCxnSpPr>
          <p:cNvPr id="11" name="Connector 10"/>
          <p:cNvCxnSpPr/>
          <p:nvPr/>
        </p:nvCxnSpPr>
        <p:spPr>
          <a:xfrm flipV="1">
            <a:off x="6900000" y="3400000"/>
            <a:ext cx="1633333" cy="1450000"/>
          </a:xfrm>
          <a:prstGeom prst="line">
            <a:avLst/>
          </a:prstGeom>
          <a:ln w="9525">
            <a:solidFill>
              <a:srgbClr val="2E4A8A"/>
            </a:solidFill>
          </a:ln>
        </p:spPr>
        <p:style>
          <a:lnRef idx="2">
            <a:schemeClr val="accent1"/>
          </a:lnRef>
          <a:fillRef idx="0">
            <a:schemeClr val="accent1"/>
          </a:fillRef>
          <a:effectRef idx="1">
            <a:schemeClr val="accent1"/>
          </a:effectRef>
          <a:fontRef idx="minor">
            <a:schemeClr val="tx1"/>
          </a:fontRef>
        </p:style>
      </p:cxnSp>
      <p:cxnSp>
        <p:nvCxnSpPr>
          <p:cNvPr id="12" name="Connector 11"/>
          <p:cNvCxnSpPr/>
          <p:nvPr/>
        </p:nvCxnSpPr>
        <p:spPr>
          <a:xfrm flipV="1">
            <a:off x="6900000" y="4366666"/>
            <a:ext cx="1633333" cy="483334"/>
          </a:xfrm>
          <a:prstGeom prst="line">
            <a:avLst/>
          </a:prstGeom>
          <a:ln w="9525">
            <a:solidFill>
              <a:srgbClr val="2E4A8A"/>
            </a:solidFill>
          </a:ln>
        </p:spPr>
        <p:style>
          <a:lnRef idx="2">
            <a:schemeClr val="accent1"/>
          </a:lnRef>
          <a:fillRef idx="0">
            <a:schemeClr val="accent1"/>
          </a:fillRef>
          <a:effectRef idx="1">
            <a:schemeClr val="accent1"/>
          </a:effectRef>
          <a:fontRef idx="minor">
            <a:schemeClr val="tx1"/>
          </a:fontRef>
        </p:style>
      </p:cxnSp>
      <p:cxnSp>
        <p:nvCxnSpPr>
          <p:cNvPr id="13" name="Connector 12"/>
          <p:cNvCxnSpPr/>
          <p:nvPr/>
        </p:nvCxnSpPr>
        <p:spPr>
          <a:xfrm>
            <a:off x="6900000" y="4850000"/>
            <a:ext cx="1633333" cy="483333"/>
          </a:xfrm>
          <a:prstGeom prst="line">
            <a:avLst/>
          </a:prstGeom>
          <a:ln w="9525">
            <a:solidFill>
              <a:srgbClr val="2E4A8A"/>
            </a:solidFill>
          </a:ln>
        </p:spPr>
        <p:style>
          <a:lnRef idx="2">
            <a:schemeClr val="accent1"/>
          </a:lnRef>
          <a:fillRef idx="0">
            <a:schemeClr val="accent1"/>
          </a:fillRef>
          <a:effectRef idx="1">
            <a:schemeClr val="accent1"/>
          </a:effectRef>
          <a:fontRef idx="minor">
            <a:schemeClr val="tx1"/>
          </a:fontRef>
        </p:style>
      </p:cxnSp>
      <p:cxnSp>
        <p:nvCxnSpPr>
          <p:cNvPr id="14" name="Connector 13"/>
          <p:cNvCxnSpPr/>
          <p:nvPr/>
        </p:nvCxnSpPr>
        <p:spPr>
          <a:xfrm>
            <a:off x="8533333" y="1466666"/>
            <a:ext cx="1633333" cy="0"/>
          </a:xfrm>
          <a:prstGeom prst="line">
            <a:avLst/>
          </a:prstGeom>
          <a:ln w="9525">
            <a:solidFill>
              <a:srgbClr val="2E4A8A"/>
            </a:solidFill>
          </a:ln>
        </p:spPr>
        <p:style>
          <a:lnRef idx="2">
            <a:schemeClr val="accent1"/>
          </a:lnRef>
          <a:fillRef idx="0">
            <a:schemeClr val="accent1"/>
          </a:fillRef>
          <a:effectRef idx="1">
            <a:schemeClr val="accent1"/>
          </a:effectRef>
          <a:fontRef idx="minor">
            <a:schemeClr val="tx1"/>
          </a:fontRef>
        </p:style>
      </p:cxnSp>
      <p:cxnSp>
        <p:nvCxnSpPr>
          <p:cNvPr id="15" name="Connector 14"/>
          <p:cNvCxnSpPr/>
          <p:nvPr/>
        </p:nvCxnSpPr>
        <p:spPr>
          <a:xfrm>
            <a:off x="8533333" y="1466666"/>
            <a:ext cx="1633333" cy="966667"/>
          </a:xfrm>
          <a:prstGeom prst="line">
            <a:avLst/>
          </a:prstGeom>
          <a:ln w="9525">
            <a:solidFill>
              <a:srgbClr val="2E4A8A"/>
            </a:solidFill>
          </a:ln>
        </p:spPr>
        <p:style>
          <a:lnRef idx="2">
            <a:schemeClr val="accent1"/>
          </a:lnRef>
          <a:fillRef idx="0">
            <a:schemeClr val="accent1"/>
          </a:fillRef>
          <a:effectRef idx="1">
            <a:schemeClr val="accent1"/>
          </a:effectRef>
          <a:fontRef idx="minor">
            <a:schemeClr val="tx1"/>
          </a:fontRef>
        </p:style>
      </p:cxnSp>
      <p:cxnSp>
        <p:nvCxnSpPr>
          <p:cNvPr id="16" name="Connector 15"/>
          <p:cNvCxnSpPr/>
          <p:nvPr/>
        </p:nvCxnSpPr>
        <p:spPr>
          <a:xfrm>
            <a:off x="8533333" y="1466666"/>
            <a:ext cx="1633333" cy="2900000"/>
          </a:xfrm>
          <a:prstGeom prst="line">
            <a:avLst/>
          </a:prstGeom>
          <a:ln w="9525">
            <a:solidFill>
              <a:srgbClr val="2E4A8A"/>
            </a:solidFill>
          </a:ln>
        </p:spPr>
        <p:style>
          <a:lnRef idx="2">
            <a:schemeClr val="accent1"/>
          </a:lnRef>
          <a:fillRef idx="0">
            <a:schemeClr val="accent1"/>
          </a:fillRef>
          <a:effectRef idx="1">
            <a:schemeClr val="accent1"/>
          </a:effectRef>
          <a:fontRef idx="minor">
            <a:schemeClr val="tx1"/>
          </a:fontRef>
        </p:style>
      </p:cxnSp>
      <p:cxnSp>
        <p:nvCxnSpPr>
          <p:cNvPr id="17" name="Connector 16"/>
          <p:cNvCxnSpPr/>
          <p:nvPr/>
        </p:nvCxnSpPr>
        <p:spPr>
          <a:xfrm>
            <a:off x="8533333" y="1466666"/>
            <a:ext cx="1633333" cy="3866667"/>
          </a:xfrm>
          <a:prstGeom prst="line">
            <a:avLst/>
          </a:prstGeom>
          <a:ln w="9525">
            <a:solidFill>
              <a:srgbClr val="2E4A8A"/>
            </a:solidFill>
          </a:ln>
        </p:spPr>
        <p:style>
          <a:lnRef idx="2">
            <a:schemeClr val="accent1"/>
          </a:lnRef>
          <a:fillRef idx="0">
            <a:schemeClr val="accent1"/>
          </a:fillRef>
          <a:effectRef idx="1">
            <a:schemeClr val="accent1"/>
          </a:effectRef>
          <a:fontRef idx="minor">
            <a:schemeClr val="tx1"/>
          </a:fontRef>
        </p:style>
      </p:cxnSp>
      <p:cxnSp>
        <p:nvCxnSpPr>
          <p:cNvPr id="18" name="Connector 17"/>
          <p:cNvCxnSpPr/>
          <p:nvPr/>
        </p:nvCxnSpPr>
        <p:spPr>
          <a:xfrm>
            <a:off x="8533333" y="2433333"/>
            <a:ext cx="1633333" cy="0"/>
          </a:xfrm>
          <a:prstGeom prst="line">
            <a:avLst/>
          </a:prstGeom>
          <a:ln w="9525">
            <a:solidFill>
              <a:srgbClr val="2E4A8A"/>
            </a:solidFill>
          </a:ln>
        </p:spPr>
        <p:style>
          <a:lnRef idx="2">
            <a:schemeClr val="accent1"/>
          </a:lnRef>
          <a:fillRef idx="0">
            <a:schemeClr val="accent1"/>
          </a:fillRef>
          <a:effectRef idx="1">
            <a:schemeClr val="accent1"/>
          </a:effectRef>
          <a:fontRef idx="minor">
            <a:schemeClr val="tx1"/>
          </a:fontRef>
        </p:style>
      </p:cxnSp>
      <p:cxnSp>
        <p:nvCxnSpPr>
          <p:cNvPr id="19" name="Connector 18"/>
          <p:cNvCxnSpPr/>
          <p:nvPr/>
        </p:nvCxnSpPr>
        <p:spPr>
          <a:xfrm>
            <a:off x="8533333" y="2433333"/>
            <a:ext cx="1633333" cy="966667"/>
          </a:xfrm>
          <a:prstGeom prst="line">
            <a:avLst/>
          </a:prstGeom>
          <a:ln w="9525">
            <a:solidFill>
              <a:srgbClr val="2E4A8A"/>
            </a:solidFill>
          </a:ln>
        </p:spPr>
        <p:style>
          <a:lnRef idx="2">
            <a:schemeClr val="accent1"/>
          </a:lnRef>
          <a:fillRef idx="0">
            <a:schemeClr val="accent1"/>
          </a:fillRef>
          <a:effectRef idx="1">
            <a:schemeClr val="accent1"/>
          </a:effectRef>
          <a:fontRef idx="minor">
            <a:schemeClr val="tx1"/>
          </a:fontRef>
        </p:style>
      </p:cxnSp>
      <p:cxnSp>
        <p:nvCxnSpPr>
          <p:cNvPr id="20" name="Connector 19"/>
          <p:cNvCxnSpPr/>
          <p:nvPr/>
        </p:nvCxnSpPr>
        <p:spPr>
          <a:xfrm>
            <a:off x="8533333" y="2433333"/>
            <a:ext cx="1633333" cy="1933333"/>
          </a:xfrm>
          <a:prstGeom prst="line">
            <a:avLst/>
          </a:prstGeom>
          <a:ln w="9525">
            <a:solidFill>
              <a:srgbClr val="2E4A8A"/>
            </a:solidFill>
          </a:ln>
        </p:spPr>
        <p:style>
          <a:lnRef idx="2">
            <a:schemeClr val="accent1"/>
          </a:lnRef>
          <a:fillRef idx="0">
            <a:schemeClr val="accent1"/>
          </a:fillRef>
          <a:effectRef idx="1">
            <a:schemeClr val="accent1"/>
          </a:effectRef>
          <a:fontRef idx="minor">
            <a:schemeClr val="tx1"/>
          </a:fontRef>
        </p:style>
      </p:cxnSp>
      <p:cxnSp>
        <p:nvCxnSpPr>
          <p:cNvPr id="21" name="Connector 20"/>
          <p:cNvCxnSpPr/>
          <p:nvPr/>
        </p:nvCxnSpPr>
        <p:spPr>
          <a:xfrm flipV="1">
            <a:off x="8533333" y="2433333"/>
            <a:ext cx="1633333" cy="966667"/>
          </a:xfrm>
          <a:prstGeom prst="line">
            <a:avLst/>
          </a:prstGeom>
          <a:ln w="9525">
            <a:solidFill>
              <a:srgbClr val="2E4A8A"/>
            </a:solidFill>
          </a:ln>
        </p:spPr>
        <p:style>
          <a:lnRef idx="2">
            <a:schemeClr val="accent1"/>
          </a:lnRef>
          <a:fillRef idx="0">
            <a:schemeClr val="accent1"/>
          </a:fillRef>
          <a:effectRef idx="1">
            <a:schemeClr val="accent1"/>
          </a:effectRef>
          <a:fontRef idx="minor">
            <a:schemeClr val="tx1"/>
          </a:fontRef>
        </p:style>
      </p:cxnSp>
      <p:cxnSp>
        <p:nvCxnSpPr>
          <p:cNvPr id="22" name="Connector 21"/>
          <p:cNvCxnSpPr/>
          <p:nvPr/>
        </p:nvCxnSpPr>
        <p:spPr>
          <a:xfrm>
            <a:off x="8533333" y="3400000"/>
            <a:ext cx="1633333" cy="0"/>
          </a:xfrm>
          <a:prstGeom prst="line">
            <a:avLst/>
          </a:prstGeom>
          <a:ln w="9525">
            <a:solidFill>
              <a:srgbClr val="2E4A8A"/>
            </a:solidFill>
          </a:ln>
        </p:spPr>
        <p:style>
          <a:lnRef idx="2">
            <a:schemeClr val="accent1"/>
          </a:lnRef>
          <a:fillRef idx="0">
            <a:schemeClr val="accent1"/>
          </a:fillRef>
          <a:effectRef idx="1">
            <a:schemeClr val="accent1"/>
          </a:effectRef>
          <a:fontRef idx="minor">
            <a:schemeClr val="tx1"/>
          </a:fontRef>
        </p:style>
      </p:cxnSp>
      <p:cxnSp>
        <p:nvCxnSpPr>
          <p:cNvPr id="23" name="Connector 22"/>
          <p:cNvCxnSpPr/>
          <p:nvPr/>
        </p:nvCxnSpPr>
        <p:spPr>
          <a:xfrm flipV="1">
            <a:off x="8533333" y="1466666"/>
            <a:ext cx="1633333" cy="2900000"/>
          </a:xfrm>
          <a:prstGeom prst="line">
            <a:avLst/>
          </a:prstGeom>
          <a:ln w="9525">
            <a:solidFill>
              <a:srgbClr val="2E4A8A"/>
            </a:solidFill>
          </a:ln>
        </p:spPr>
        <p:style>
          <a:lnRef idx="2">
            <a:schemeClr val="accent1"/>
          </a:lnRef>
          <a:fillRef idx="0">
            <a:schemeClr val="accent1"/>
          </a:fillRef>
          <a:effectRef idx="1">
            <a:schemeClr val="accent1"/>
          </a:effectRef>
          <a:fontRef idx="minor">
            <a:schemeClr val="tx1"/>
          </a:fontRef>
        </p:style>
      </p:cxnSp>
      <p:cxnSp>
        <p:nvCxnSpPr>
          <p:cNvPr id="24" name="Connector 23"/>
          <p:cNvCxnSpPr/>
          <p:nvPr/>
        </p:nvCxnSpPr>
        <p:spPr>
          <a:xfrm flipV="1">
            <a:off x="8533333" y="2433333"/>
            <a:ext cx="1633333" cy="1933333"/>
          </a:xfrm>
          <a:prstGeom prst="line">
            <a:avLst/>
          </a:prstGeom>
          <a:ln w="9525">
            <a:solidFill>
              <a:srgbClr val="2E4A8A"/>
            </a:solidFill>
          </a:ln>
        </p:spPr>
        <p:style>
          <a:lnRef idx="2">
            <a:schemeClr val="accent1"/>
          </a:lnRef>
          <a:fillRef idx="0">
            <a:schemeClr val="accent1"/>
          </a:fillRef>
          <a:effectRef idx="1">
            <a:schemeClr val="accent1"/>
          </a:effectRef>
          <a:fontRef idx="minor">
            <a:schemeClr val="tx1"/>
          </a:fontRef>
        </p:style>
      </p:cxnSp>
      <p:cxnSp>
        <p:nvCxnSpPr>
          <p:cNvPr id="25" name="Connector 24"/>
          <p:cNvCxnSpPr/>
          <p:nvPr/>
        </p:nvCxnSpPr>
        <p:spPr>
          <a:xfrm flipV="1">
            <a:off x="8533333" y="3400000"/>
            <a:ext cx="1633333" cy="966666"/>
          </a:xfrm>
          <a:prstGeom prst="line">
            <a:avLst/>
          </a:prstGeom>
          <a:ln w="9525">
            <a:solidFill>
              <a:srgbClr val="2E4A8A"/>
            </a:solidFill>
          </a:ln>
        </p:spPr>
        <p:style>
          <a:lnRef idx="2">
            <a:schemeClr val="accent1"/>
          </a:lnRef>
          <a:fillRef idx="0">
            <a:schemeClr val="accent1"/>
          </a:fillRef>
          <a:effectRef idx="1">
            <a:schemeClr val="accent1"/>
          </a:effectRef>
          <a:fontRef idx="minor">
            <a:schemeClr val="tx1"/>
          </a:fontRef>
        </p:style>
      </p:cxnSp>
      <p:cxnSp>
        <p:nvCxnSpPr>
          <p:cNvPr id="26" name="Connector 25"/>
          <p:cNvCxnSpPr/>
          <p:nvPr/>
        </p:nvCxnSpPr>
        <p:spPr>
          <a:xfrm>
            <a:off x="8533333" y="4366666"/>
            <a:ext cx="1633333" cy="966667"/>
          </a:xfrm>
          <a:prstGeom prst="line">
            <a:avLst/>
          </a:prstGeom>
          <a:ln w="9525">
            <a:solidFill>
              <a:srgbClr val="2E4A8A"/>
            </a:solidFill>
          </a:ln>
        </p:spPr>
        <p:style>
          <a:lnRef idx="2">
            <a:schemeClr val="accent1"/>
          </a:lnRef>
          <a:fillRef idx="0">
            <a:schemeClr val="accent1"/>
          </a:fillRef>
          <a:effectRef idx="1">
            <a:schemeClr val="accent1"/>
          </a:effectRef>
          <a:fontRef idx="minor">
            <a:schemeClr val="tx1"/>
          </a:fontRef>
        </p:style>
      </p:cxnSp>
      <p:cxnSp>
        <p:nvCxnSpPr>
          <p:cNvPr id="27" name="Connector 26"/>
          <p:cNvCxnSpPr/>
          <p:nvPr/>
        </p:nvCxnSpPr>
        <p:spPr>
          <a:xfrm flipV="1">
            <a:off x="8533333" y="1466666"/>
            <a:ext cx="1633333" cy="3866667"/>
          </a:xfrm>
          <a:prstGeom prst="line">
            <a:avLst/>
          </a:prstGeom>
          <a:ln w="9525">
            <a:solidFill>
              <a:srgbClr val="2E4A8A"/>
            </a:solidFill>
          </a:ln>
        </p:spPr>
        <p:style>
          <a:lnRef idx="2">
            <a:schemeClr val="accent1"/>
          </a:lnRef>
          <a:fillRef idx="0">
            <a:schemeClr val="accent1"/>
          </a:fillRef>
          <a:effectRef idx="1">
            <a:schemeClr val="accent1"/>
          </a:effectRef>
          <a:fontRef idx="minor">
            <a:schemeClr val="tx1"/>
          </a:fontRef>
        </p:style>
      </p:cxnSp>
      <p:cxnSp>
        <p:nvCxnSpPr>
          <p:cNvPr id="28" name="Connector 27"/>
          <p:cNvCxnSpPr/>
          <p:nvPr/>
        </p:nvCxnSpPr>
        <p:spPr>
          <a:xfrm>
            <a:off x="8533333" y="5333333"/>
            <a:ext cx="1633333" cy="0"/>
          </a:xfrm>
          <a:prstGeom prst="line">
            <a:avLst/>
          </a:prstGeom>
          <a:ln w="9525">
            <a:solidFill>
              <a:srgbClr val="2E4A8A"/>
            </a:solidFill>
          </a:ln>
        </p:spPr>
        <p:style>
          <a:lnRef idx="2">
            <a:schemeClr val="accent1"/>
          </a:lnRef>
          <a:fillRef idx="0">
            <a:schemeClr val="accent1"/>
          </a:fillRef>
          <a:effectRef idx="1">
            <a:schemeClr val="accent1"/>
          </a:effectRef>
          <a:fontRef idx="minor">
            <a:schemeClr val="tx1"/>
          </a:fontRef>
        </p:style>
      </p:cxnSp>
      <p:cxnSp>
        <p:nvCxnSpPr>
          <p:cNvPr id="29" name="Connector 28"/>
          <p:cNvCxnSpPr/>
          <p:nvPr/>
        </p:nvCxnSpPr>
        <p:spPr>
          <a:xfrm>
            <a:off x="10166666" y="1466666"/>
            <a:ext cx="1633334" cy="483334"/>
          </a:xfrm>
          <a:prstGeom prst="line">
            <a:avLst/>
          </a:prstGeom>
          <a:ln w="9525">
            <a:solidFill>
              <a:srgbClr val="2E4A8A"/>
            </a:solidFill>
          </a:ln>
        </p:spPr>
        <p:style>
          <a:lnRef idx="2">
            <a:schemeClr val="accent1"/>
          </a:lnRef>
          <a:fillRef idx="0">
            <a:schemeClr val="accent1"/>
          </a:fillRef>
          <a:effectRef idx="1">
            <a:schemeClr val="accent1"/>
          </a:effectRef>
          <a:fontRef idx="minor">
            <a:schemeClr val="tx1"/>
          </a:fontRef>
        </p:style>
      </p:cxnSp>
      <p:cxnSp>
        <p:nvCxnSpPr>
          <p:cNvPr id="30" name="Connector 29"/>
          <p:cNvCxnSpPr/>
          <p:nvPr/>
        </p:nvCxnSpPr>
        <p:spPr>
          <a:xfrm>
            <a:off x="10166666" y="1466666"/>
            <a:ext cx="1633334" cy="1933334"/>
          </a:xfrm>
          <a:prstGeom prst="line">
            <a:avLst/>
          </a:prstGeom>
          <a:ln w="9525">
            <a:solidFill>
              <a:srgbClr val="2E4A8A"/>
            </a:solidFill>
          </a:ln>
        </p:spPr>
        <p:style>
          <a:lnRef idx="2">
            <a:schemeClr val="accent1"/>
          </a:lnRef>
          <a:fillRef idx="0">
            <a:schemeClr val="accent1"/>
          </a:fillRef>
          <a:effectRef idx="1">
            <a:schemeClr val="accent1"/>
          </a:effectRef>
          <a:fontRef idx="minor">
            <a:schemeClr val="tx1"/>
          </a:fontRef>
        </p:style>
      </p:cxnSp>
      <p:cxnSp>
        <p:nvCxnSpPr>
          <p:cNvPr id="31" name="Connector 30"/>
          <p:cNvCxnSpPr/>
          <p:nvPr/>
        </p:nvCxnSpPr>
        <p:spPr>
          <a:xfrm>
            <a:off x="10166666" y="1466666"/>
            <a:ext cx="1633334" cy="3383334"/>
          </a:xfrm>
          <a:prstGeom prst="line">
            <a:avLst/>
          </a:prstGeom>
          <a:ln w="9525">
            <a:solidFill>
              <a:srgbClr val="2E4A8A"/>
            </a:solidFill>
          </a:ln>
        </p:spPr>
        <p:style>
          <a:lnRef idx="2">
            <a:schemeClr val="accent1"/>
          </a:lnRef>
          <a:fillRef idx="0">
            <a:schemeClr val="accent1"/>
          </a:fillRef>
          <a:effectRef idx="1">
            <a:schemeClr val="accent1"/>
          </a:effectRef>
          <a:fontRef idx="minor">
            <a:schemeClr val="tx1"/>
          </a:fontRef>
        </p:style>
      </p:cxnSp>
      <p:cxnSp>
        <p:nvCxnSpPr>
          <p:cNvPr id="32" name="Connector 31"/>
          <p:cNvCxnSpPr/>
          <p:nvPr/>
        </p:nvCxnSpPr>
        <p:spPr>
          <a:xfrm flipV="1">
            <a:off x="10166666" y="1950000"/>
            <a:ext cx="1633334" cy="483333"/>
          </a:xfrm>
          <a:prstGeom prst="line">
            <a:avLst/>
          </a:prstGeom>
          <a:ln w="9525">
            <a:solidFill>
              <a:srgbClr val="2E4A8A"/>
            </a:solidFill>
          </a:ln>
        </p:spPr>
        <p:style>
          <a:lnRef idx="2">
            <a:schemeClr val="accent1"/>
          </a:lnRef>
          <a:fillRef idx="0">
            <a:schemeClr val="accent1"/>
          </a:fillRef>
          <a:effectRef idx="1">
            <a:schemeClr val="accent1"/>
          </a:effectRef>
          <a:fontRef idx="minor">
            <a:schemeClr val="tx1"/>
          </a:fontRef>
        </p:style>
      </p:cxnSp>
      <p:cxnSp>
        <p:nvCxnSpPr>
          <p:cNvPr id="33" name="Connector 32"/>
          <p:cNvCxnSpPr/>
          <p:nvPr/>
        </p:nvCxnSpPr>
        <p:spPr>
          <a:xfrm>
            <a:off x="10166666" y="2433333"/>
            <a:ext cx="1633334" cy="966667"/>
          </a:xfrm>
          <a:prstGeom prst="line">
            <a:avLst/>
          </a:prstGeom>
          <a:ln w="9525">
            <a:solidFill>
              <a:srgbClr val="2E4A8A"/>
            </a:solidFill>
          </a:ln>
        </p:spPr>
        <p:style>
          <a:lnRef idx="2">
            <a:schemeClr val="accent1"/>
          </a:lnRef>
          <a:fillRef idx="0">
            <a:schemeClr val="accent1"/>
          </a:fillRef>
          <a:effectRef idx="1">
            <a:schemeClr val="accent1"/>
          </a:effectRef>
          <a:fontRef idx="minor">
            <a:schemeClr val="tx1"/>
          </a:fontRef>
        </p:style>
      </p:cxnSp>
      <p:cxnSp>
        <p:nvCxnSpPr>
          <p:cNvPr id="34" name="Connector 33"/>
          <p:cNvCxnSpPr/>
          <p:nvPr/>
        </p:nvCxnSpPr>
        <p:spPr>
          <a:xfrm>
            <a:off x="10166666" y="2433333"/>
            <a:ext cx="1633334" cy="2416667"/>
          </a:xfrm>
          <a:prstGeom prst="line">
            <a:avLst/>
          </a:prstGeom>
          <a:ln w="9525">
            <a:solidFill>
              <a:srgbClr val="2E4A8A"/>
            </a:solidFill>
          </a:ln>
        </p:spPr>
        <p:style>
          <a:lnRef idx="2">
            <a:schemeClr val="accent1"/>
          </a:lnRef>
          <a:fillRef idx="0">
            <a:schemeClr val="accent1"/>
          </a:fillRef>
          <a:effectRef idx="1">
            <a:schemeClr val="accent1"/>
          </a:effectRef>
          <a:fontRef idx="minor">
            <a:schemeClr val="tx1"/>
          </a:fontRef>
        </p:style>
      </p:cxnSp>
      <p:cxnSp>
        <p:nvCxnSpPr>
          <p:cNvPr id="35" name="Connector 34"/>
          <p:cNvCxnSpPr/>
          <p:nvPr/>
        </p:nvCxnSpPr>
        <p:spPr>
          <a:xfrm flipV="1">
            <a:off x="10166666" y="1950000"/>
            <a:ext cx="1633334" cy="1450000"/>
          </a:xfrm>
          <a:prstGeom prst="line">
            <a:avLst/>
          </a:prstGeom>
          <a:ln w="9525">
            <a:solidFill>
              <a:srgbClr val="2E4A8A"/>
            </a:solidFill>
          </a:ln>
        </p:spPr>
        <p:style>
          <a:lnRef idx="2">
            <a:schemeClr val="accent1"/>
          </a:lnRef>
          <a:fillRef idx="0">
            <a:schemeClr val="accent1"/>
          </a:fillRef>
          <a:effectRef idx="1">
            <a:schemeClr val="accent1"/>
          </a:effectRef>
          <a:fontRef idx="minor">
            <a:schemeClr val="tx1"/>
          </a:fontRef>
        </p:style>
      </p:cxnSp>
      <p:cxnSp>
        <p:nvCxnSpPr>
          <p:cNvPr id="36" name="Connector 35"/>
          <p:cNvCxnSpPr/>
          <p:nvPr/>
        </p:nvCxnSpPr>
        <p:spPr>
          <a:xfrm>
            <a:off x="10166666" y="3400000"/>
            <a:ext cx="1633334" cy="1450000"/>
          </a:xfrm>
          <a:prstGeom prst="line">
            <a:avLst/>
          </a:prstGeom>
          <a:ln w="9525">
            <a:solidFill>
              <a:srgbClr val="2E4A8A"/>
            </a:solidFill>
          </a:ln>
        </p:spPr>
        <p:style>
          <a:lnRef idx="2">
            <a:schemeClr val="accent1"/>
          </a:lnRef>
          <a:fillRef idx="0">
            <a:schemeClr val="accent1"/>
          </a:fillRef>
          <a:effectRef idx="1">
            <a:schemeClr val="accent1"/>
          </a:effectRef>
          <a:fontRef idx="minor">
            <a:schemeClr val="tx1"/>
          </a:fontRef>
        </p:style>
      </p:cxnSp>
      <p:cxnSp>
        <p:nvCxnSpPr>
          <p:cNvPr id="37" name="Connector 36"/>
          <p:cNvCxnSpPr/>
          <p:nvPr/>
        </p:nvCxnSpPr>
        <p:spPr>
          <a:xfrm flipV="1">
            <a:off x="10166666" y="1950000"/>
            <a:ext cx="1633334" cy="2416666"/>
          </a:xfrm>
          <a:prstGeom prst="line">
            <a:avLst/>
          </a:prstGeom>
          <a:ln w="9525">
            <a:solidFill>
              <a:srgbClr val="2E4A8A"/>
            </a:solidFill>
          </a:ln>
        </p:spPr>
        <p:style>
          <a:lnRef idx="2">
            <a:schemeClr val="accent1"/>
          </a:lnRef>
          <a:fillRef idx="0">
            <a:schemeClr val="accent1"/>
          </a:fillRef>
          <a:effectRef idx="1">
            <a:schemeClr val="accent1"/>
          </a:effectRef>
          <a:fontRef idx="minor">
            <a:schemeClr val="tx1"/>
          </a:fontRef>
        </p:style>
      </p:cxnSp>
      <p:cxnSp>
        <p:nvCxnSpPr>
          <p:cNvPr id="38" name="Connector 37"/>
          <p:cNvCxnSpPr/>
          <p:nvPr/>
        </p:nvCxnSpPr>
        <p:spPr>
          <a:xfrm flipV="1">
            <a:off x="10166666" y="3400000"/>
            <a:ext cx="1633334" cy="966666"/>
          </a:xfrm>
          <a:prstGeom prst="line">
            <a:avLst/>
          </a:prstGeom>
          <a:ln w="9525">
            <a:solidFill>
              <a:srgbClr val="2E4A8A"/>
            </a:solidFill>
          </a:ln>
        </p:spPr>
        <p:style>
          <a:lnRef idx="2">
            <a:schemeClr val="accent1"/>
          </a:lnRef>
          <a:fillRef idx="0">
            <a:schemeClr val="accent1"/>
          </a:fillRef>
          <a:effectRef idx="1">
            <a:schemeClr val="accent1"/>
          </a:effectRef>
          <a:fontRef idx="minor">
            <a:schemeClr val="tx1"/>
          </a:fontRef>
        </p:style>
      </p:cxnSp>
      <p:cxnSp>
        <p:nvCxnSpPr>
          <p:cNvPr id="39" name="Connector 38"/>
          <p:cNvCxnSpPr/>
          <p:nvPr/>
        </p:nvCxnSpPr>
        <p:spPr>
          <a:xfrm>
            <a:off x="10166666" y="4366666"/>
            <a:ext cx="1633334" cy="483334"/>
          </a:xfrm>
          <a:prstGeom prst="line">
            <a:avLst/>
          </a:prstGeom>
          <a:ln w="9525">
            <a:solidFill>
              <a:srgbClr val="2E4A8A"/>
            </a:solidFill>
          </a:ln>
        </p:spPr>
        <p:style>
          <a:lnRef idx="2">
            <a:schemeClr val="accent1"/>
          </a:lnRef>
          <a:fillRef idx="0">
            <a:schemeClr val="accent1"/>
          </a:fillRef>
          <a:effectRef idx="1">
            <a:schemeClr val="accent1"/>
          </a:effectRef>
          <a:fontRef idx="minor">
            <a:schemeClr val="tx1"/>
          </a:fontRef>
        </p:style>
      </p:cxnSp>
      <p:cxnSp>
        <p:nvCxnSpPr>
          <p:cNvPr id="40" name="Connector 39"/>
          <p:cNvCxnSpPr/>
          <p:nvPr/>
        </p:nvCxnSpPr>
        <p:spPr>
          <a:xfrm flipV="1">
            <a:off x="10166666" y="1950000"/>
            <a:ext cx="1633334" cy="3383333"/>
          </a:xfrm>
          <a:prstGeom prst="line">
            <a:avLst/>
          </a:prstGeom>
          <a:ln w="9525">
            <a:solidFill>
              <a:srgbClr val="2E4A8A"/>
            </a:solidFill>
          </a:ln>
        </p:spPr>
        <p:style>
          <a:lnRef idx="2">
            <a:schemeClr val="accent1"/>
          </a:lnRef>
          <a:fillRef idx="0">
            <a:schemeClr val="accent1"/>
          </a:fillRef>
          <a:effectRef idx="1">
            <a:schemeClr val="accent1"/>
          </a:effectRef>
          <a:fontRef idx="minor">
            <a:schemeClr val="tx1"/>
          </a:fontRef>
        </p:style>
      </p:cxnSp>
      <p:cxnSp>
        <p:nvCxnSpPr>
          <p:cNvPr id="41" name="Connector 40"/>
          <p:cNvCxnSpPr/>
          <p:nvPr/>
        </p:nvCxnSpPr>
        <p:spPr>
          <a:xfrm flipV="1">
            <a:off x="10166666" y="3400000"/>
            <a:ext cx="1633334" cy="1933333"/>
          </a:xfrm>
          <a:prstGeom prst="line">
            <a:avLst/>
          </a:prstGeom>
          <a:ln w="9525">
            <a:solidFill>
              <a:srgbClr val="2E4A8A"/>
            </a:solidFill>
          </a:ln>
        </p:spPr>
        <p:style>
          <a:lnRef idx="2">
            <a:schemeClr val="accent1"/>
          </a:lnRef>
          <a:fillRef idx="0">
            <a:schemeClr val="accent1"/>
          </a:fillRef>
          <a:effectRef idx="1">
            <a:schemeClr val="accent1"/>
          </a:effectRef>
          <a:fontRef idx="minor">
            <a:schemeClr val="tx1"/>
          </a:fontRef>
        </p:style>
      </p:cxnSp>
      <p:cxnSp>
        <p:nvCxnSpPr>
          <p:cNvPr id="42" name="Connector 41"/>
          <p:cNvCxnSpPr/>
          <p:nvPr/>
        </p:nvCxnSpPr>
        <p:spPr>
          <a:xfrm flipV="1">
            <a:off x="10166666" y="4850000"/>
            <a:ext cx="1633334" cy="483333"/>
          </a:xfrm>
          <a:prstGeom prst="line">
            <a:avLst/>
          </a:prstGeom>
          <a:ln w="9525">
            <a:solidFill>
              <a:srgbClr val="2E4A8A"/>
            </a:solidFill>
          </a:ln>
        </p:spPr>
        <p:style>
          <a:lnRef idx="2">
            <a:schemeClr val="accent1"/>
          </a:lnRef>
          <a:fillRef idx="0">
            <a:schemeClr val="accent1"/>
          </a:fillRef>
          <a:effectRef idx="1">
            <a:schemeClr val="accent1"/>
          </a:effectRef>
          <a:fontRef idx="minor">
            <a:schemeClr val="tx1"/>
          </a:fontRef>
        </p:style>
      </p:cxnSp>
      <p:sp>
        <p:nvSpPr>
          <p:cNvPr id="43" name="Oval 42"/>
          <p:cNvSpPr/>
          <p:nvPr/>
        </p:nvSpPr>
        <p:spPr>
          <a:xfrm>
            <a:off x="6805000" y="1855000"/>
            <a:ext cx="190000" cy="190000"/>
          </a:xfrm>
          <a:prstGeom prst="ellipse">
            <a:avLst/>
          </a:prstGeom>
          <a:solidFill>
            <a:srgbClr val="8B5CF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4" name="Oval 43"/>
          <p:cNvSpPr/>
          <p:nvPr/>
        </p:nvSpPr>
        <p:spPr>
          <a:xfrm>
            <a:off x="6805000" y="3305000"/>
            <a:ext cx="190000" cy="190000"/>
          </a:xfrm>
          <a:prstGeom prst="ellipse">
            <a:avLst/>
          </a:prstGeom>
          <a:solidFill>
            <a:srgbClr val="8B5CF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5" name="Oval 44"/>
          <p:cNvSpPr/>
          <p:nvPr/>
        </p:nvSpPr>
        <p:spPr>
          <a:xfrm>
            <a:off x="6805000" y="4755000"/>
            <a:ext cx="190000" cy="190000"/>
          </a:xfrm>
          <a:prstGeom prst="ellipse">
            <a:avLst/>
          </a:prstGeom>
          <a:solidFill>
            <a:srgbClr val="22D3E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6" name="Oval 45"/>
          <p:cNvSpPr/>
          <p:nvPr/>
        </p:nvSpPr>
        <p:spPr>
          <a:xfrm>
            <a:off x="8438333" y="1371666"/>
            <a:ext cx="190000" cy="190000"/>
          </a:xfrm>
          <a:prstGeom prst="ellipse">
            <a:avLst/>
          </a:prstGeom>
          <a:solidFill>
            <a:srgbClr val="22D3E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7" name="Oval 46"/>
          <p:cNvSpPr/>
          <p:nvPr/>
        </p:nvSpPr>
        <p:spPr>
          <a:xfrm>
            <a:off x="8438333" y="2338333"/>
            <a:ext cx="190000" cy="190000"/>
          </a:xfrm>
          <a:prstGeom prst="ellipse">
            <a:avLst/>
          </a:prstGeom>
          <a:solidFill>
            <a:srgbClr val="8B5CF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8" name="Oval 47"/>
          <p:cNvSpPr/>
          <p:nvPr/>
        </p:nvSpPr>
        <p:spPr>
          <a:xfrm>
            <a:off x="8438333" y="3305000"/>
            <a:ext cx="190000" cy="190000"/>
          </a:xfrm>
          <a:prstGeom prst="ellipse">
            <a:avLst/>
          </a:prstGeom>
          <a:solidFill>
            <a:srgbClr val="EC489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9" name="Oval 48"/>
          <p:cNvSpPr/>
          <p:nvPr/>
        </p:nvSpPr>
        <p:spPr>
          <a:xfrm>
            <a:off x="8438333" y="4271666"/>
            <a:ext cx="190000" cy="190000"/>
          </a:xfrm>
          <a:prstGeom prst="ellipse">
            <a:avLst/>
          </a:prstGeom>
          <a:solidFill>
            <a:srgbClr val="EC489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0" name="Oval 49"/>
          <p:cNvSpPr/>
          <p:nvPr/>
        </p:nvSpPr>
        <p:spPr>
          <a:xfrm>
            <a:off x="8438333" y="5238333"/>
            <a:ext cx="190000" cy="190000"/>
          </a:xfrm>
          <a:prstGeom prst="ellipse">
            <a:avLst/>
          </a:prstGeom>
          <a:solidFill>
            <a:srgbClr val="22D3E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1" name="Oval 50"/>
          <p:cNvSpPr/>
          <p:nvPr/>
        </p:nvSpPr>
        <p:spPr>
          <a:xfrm>
            <a:off x="10071666" y="1371666"/>
            <a:ext cx="190000" cy="190000"/>
          </a:xfrm>
          <a:prstGeom prst="ellipse">
            <a:avLst/>
          </a:prstGeom>
          <a:solidFill>
            <a:srgbClr val="8B5CF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2" name="Oval 51"/>
          <p:cNvSpPr/>
          <p:nvPr/>
        </p:nvSpPr>
        <p:spPr>
          <a:xfrm>
            <a:off x="10071666" y="2338333"/>
            <a:ext cx="190000" cy="190000"/>
          </a:xfrm>
          <a:prstGeom prst="ellipse">
            <a:avLst/>
          </a:prstGeom>
          <a:solidFill>
            <a:srgbClr val="EC489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3" name="Oval 52"/>
          <p:cNvSpPr/>
          <p:nvPr/>
        </p:nvSpPr>
        <p:spPr>
          <a:xfrm>
            <a:off x="10071666" y="3305000"/>
            <a:ext cx="190000" cy="190000"/>
          </a:xfrm>
          <a:prstGeom prst="ellipse">
            <a:avLst/>
          </a:prstGeom>
          <a:solidFill>
            <a:srgbClr val="22D3E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4" name="Oval 53"/>
          <p:cNvSpPr/>
          <p:nvPr/>
        </p:nvSpPr>
        <p:spPr>
          <a:xfrm>
            <a:off x="10071666" y="4271666"/>
            <a:ext cx="190000" cy="190000"/>
          </a:xfrm>
          <a:prstGeom prst="ellipse">
            <a:avLst/>
          </a:prstGeom>
          <a:solidFill>
            <a:srgbClr val="22D3E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5" name="Oval 54"/>
          <p:cNvSpPr/>
          <p:nvPr/>
        </p:nvSpPr>
        <p:spPr>
          <a:xfrm>
            <a:off x="10071666" y="5238333"/>
            <a:ext cx="190000" cy="190000"/>
          </a:xfrm>
          <a:prstGeom prst="ellipse">
            <a:avLst/>
          </a:prstGeom>
          <a:solidFill>
            <a:srgbClr val="8B5CF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6" name="Oval 55"/>
          <p:cNvSpPr/>
          <p:nvPr/>
        </p:nvSpPr>
        <p:spPr>
          <a:xfrm>
            <a:off x="11705000" y="1855000"/>
            <a:ext cx="190000" cy="190000"/>
          </a:xfrm>
          <a:prstGeom prst="ellipse">
            <a:avLst/>
          </a:prstGeom>
          <a:solidFill>
            <a:srgbClr val="8B5CF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7" name="Oval 56"/>
          <p:cNvSpPr/>
          <p:nvPr/>
        </p:nvSpPr>
        <p:spPr>
          <a:xfrm>
            <a:off x="11705000" y="3305000"/>
            <a:ext cx="190000" cy="190000"/>
          </a:xfrm>
          <a:prstGeom prst="ellipse">
            <a:avLst/>
          </a:prstGeom>
          <a:solidFill>
            <a:srgbClr val="8B5CF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8" name="Oval 57"/>
          <p:cNvSpPr/>
          <p:nvPr/>
        </p:nvSpPr>
        <p:spPr>
          <a:xfrm>
            <a:off x="11705000" y="4755000"/>
            <a:ext cx="190000" cy="190000"/>
          </a:xfrm>
          <a:prstGeom prst="ellipse">
            <a:avLst/>
          </a:prstGeom>
          <a:solidFill>
            <a:srgbClr val="22D3E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9" name="Oval 58"/>
          <p:cNvSpPr/>
          <p:nvPr/>
        </p:nvSpPr>
        <p:spPr>
          <a:xfrm>
            <a:off x="7700000" y="1350000"/>
            <a:ext cx="3600000" cy="3600000"/>
          </a:xfrm>
          <a:prstGeom prst="ellipse">
            <a:avLst/>
          </a:prstGeom>
          <a:noFill/>
          <a:ln w="38100">
            <a:solidFill>
              <a:srgbClr val="22D3EE"/>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0" name="Oval 59"/>
          <p:cNvSpPr/>
          <p:nvPr/>
        </p:nvSpPr>
        <p:spPr>
          <a:xfrm>
            <a:off x="7550000" y="1200000"/>
            <a:ext cx="3900000" cy="3900000"/>
          </a:xfrm>
          <a:prstGeom prst="ellipse">
            <a:avLst/>
          </a:prstGeom>
          <a:noFill/>
          <a:ln w="19050">
            <a:solidFill>
              <a:srgbClr val="8B5CF6"/>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61" name="Picture 60" descr="081bb28d4ee6233d.jpg"/>
          <p:cNvPicPr>
            <a:picLocks noChangeAspect="1"/>
          </p:cNvPicPr>
          <p:nvPr/>
        </p:nvPicPr>
        <p:blipFill>
          <a:blip r:embed="rId2"/>
          <a:srcRect/>
          <a:stretch>
            <a:fillRect/>
          </a:stretch>
        </p:blipFill>
        <p:spPr>
          <a:xfrm>
            <a:off x="7850000" y="1500000"/>
            <a:ext cx="3300000" cy="3300000"/>
          </a:xfrm>
          <a:prstGeom prst="ellipse">
            <a:avLst/>
          </a:prstGeom>
          <a:ln w="19050">
            <a:solidFill>
              <a:srgbClr val="22D3EE"/>
            </a:solidFill>
          </a:ln>
        </p:spPr>
      </p:pic>
      <p:sp>
        <p:nvSpPr>
          <p:cNvPr id="62" name="TextBox 61"/>
          <p:cNvSpPr txBox="1"/>
          <p:nvPr/>
        </p:nvSpPr>
        <p:spPr>
          <a:xfrm>
            <a:off x="6900000" y="6350000"/>
            <a:ext cx="5000000" cy="260000"/>
          </a:xfrm>
          <a:prstGeom prst="rect">
            <a:avLst/>
          </a:prstGeom>
          <a:noFill/>
        </p:spPr>
        <p:txBody>
          <a:bodyPr wrap="square" anchor="t" lIns="50800" rIns="50800">
            <a:spAutoFit/>
          </a:bodyPr>
          <a:lstStyle/>
          <a:p>
            <a:pPr algn="r"/>
            <a:r>
              <a:rPr sz="800" b="0">
                <a:solidFill>
                  <a:srgbClr val="707EAA"/>
                </a:solidFill>
                <a:latin typeface="Segoe UI"/>
              </a:rPr>
              <a:t>Rasm: U.S. Army USAG-RP by Mary Davis · Wikimedia Commons · Public domain</a:t>
            </a:r>
          </a:p>
        </p:txBody>
      </p:sp>
      <p:sp>
        <p:nvSpPr>
          <p:cNvPr id="63" name="Rounded Rectangle 62"/>
          <p:cNvSpPr/>
          <p:nvPr/>
        </p:nvSpPr>
        <p:spPr>
          <a:xfrm>
            <a:off x="700000" y="1250000"/>
            <a:ext cx="3400000" cy="400000"/>
          </a:xfrm>
          <a:prstGeom prst="roundRect">
            <a:avLst/>
          </a:prstGeom>
          <a:noFill/>
          <a:ln w="15875">
            <a:solidFill>
              <a:srgbClr val="22D3EE"/>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r>
              <a:rPr sz="1300" b="1">
                <a:solidFill>
                  <a:srgbClr val="22D3EE"/>
                </a:solidFill>
                <a:latin typeface="Segoe UI"/>
              </a:rPr>
              <a:t>MA'RUZA · M9 · 2 soat</a:t>
            </a:r>
          </a:p>
        </p:txBody>
      </p:sp>
      <p:sp>
        <p:nvSpPr>
          <p:cNvPr id="64" name="TextBox 63"/>
          <p:cNvSpPr txBox="1"/>
          <p:nvPr/>
        </p:nvSpPr>
        <p:spPr>
          <a:xfrm>
            <a:off x="700000" y="650000"/>
            <a:ext cx="6400000" cy="500000"/>
          </a:xfrm>
          <a:prstGeom prst="rect">
            <a:avLst/>
          </a:prstGeom>
          <a:noFill/>
        </p:spPr>
        <p:txBody>
          <a:bodyPr wrap="square" anchor="t" lIns="50800" rIns="50800">
            <a:spAutoFit/>
          </a:bodyPr>
          <a:lstStyle/>
          <a:p>
            <a:pPr algn="l"/>
            <a:r>
              <a:rPr sz="1400" b="0">
                <a:solidFill>
                  <a:srgbClr val="AEBBD9"/>
                </a:solidFill>
                <a:latin typeface="Segoe UI"/>
              </a:rPr>
              <a:t>Sun'iy intellektga asoslangan kompyuter tizimlari muhandisligi</a:t>
            </a:r>
          </a:p>
        </p:txBody>
      </p:sp>
      <p:sp>
        <p:nvSpPr>
          <p:cNvPr id="65" name="TextBox 64"/>
          <p:cNvSpPr txBox="1"/>
          <p:nvPr/>
        </p:nvSpPr>
        <p:spPr>
          <a:xfrm>
            <a:off x="700000" y="1850000"/>
            <a:ext cx="6400000" cy="2700000"/>
          </a:xfrm>
          <a:prstGeom prst="rect">
            <a:avLst/>
          </a:prstGeom>
          <a:noFill/>
        </p:spPr>
        <p:txBody>
          <a:bodyPr wrap="square" anchor="t" lIns="50800" rIns="50800">
            <a:spAutoFit/>
          </a:bodyPr>
          <a:lstStyle/>
          <a:p>
            <a:pPr algn="l"/>
            <a:r>
              <a:rPr sz="3600" b="1">
                <a:solidFill>
                  <a:srgbClr val="E8EEFA"/>
                </a:solidFill>
                <a:latin typeface="Segoe UI"/>
              </a:rPr>
              <a:t>Tizimlarining ishonchliligi va axborot xavfsizligi</a:t>
            </a:r>
          </a:p>
        </p:txBody>
      </p:sp>
      <p:sp>
        <p:nvSpPr>
          <p:cNvPr id="66" name="Rectangle 65"/>
          <p:cNvSpPr/>
          <p:nvPr/>
        </p:nvSpPr>
        <p:spPr>
          <a:xfrm>
            <a:off x="760000" y="4650000"/>
            <a:ext cx="2600000" cy="60000"/>
          </a:xfrm>
          <a:prstGeom prst="rect">
            <a:avLst/>
          </a:prstGeom>
          <a:gradFill rotWithShape="1">
            <a:gsLst>
              <a:gs pos="0">
                <a:srgbClr val="22D3EE"/>
              </a:gs>
              <a:gs pos="100000">
                <a:srgbClr val="8B5CF6"/>
              </a:gs>
            </a:gsLst>
            <a:lin scaled="0" ang="0"/>
          </a:gra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7" name="TextBox 66"/>
          <p:cNvSpPr txBox="1"/>
          <p:nvPr/>
        </p:nvSpPr>
        <p:spPr>
          <a:xfrm>
            <a:off x="700000" y="4850000"/>
            <a:ext cx="6400000" cy="1200000"/>
          </a:xfrm>
          <a:prstGeom prst="rect">
            <a:avLst/>
          </a:prstGeom>
          <a:noFill/>
        </p:spPr>
        <p:txBody>
          <a:bodyPr wrap="square" anchor="t" lIns="50800" rIns="50800">
            <a:spAutoFit/>
          </a:bodyPr>
          <a:lstStyle/>
          <a:p>
            <a:pPr algn="l"/>
            <a:r>
              <a:rPr sz="1400" b="0">
                <a:solidFill>
                  <a:srgbClr val="AEBBD9"/>
                </a:solidFill>
                <a:latin typeface="Segoe UI"/>
              </a:rPr>
              <a:t>O‘qituvchi: S.Iskandarova, t.f.f.d. (PhD), dotsent</a:t>
            </a:r>
          </a:p>
          <a:p>
            <a:pPr algn="l"/>
            <a:r>
              <a:rPr sz="1400" b="0">
                <a:solidFill>
                  <a:srgbClr val="AEBBD9"/>
                </a:solidFill>
                <a:latin typeface="Segoe UI"/>
              </a:rPr>
              <a:t>2026-2027 o‘quv yili</a:t>
            </a:r>
          </a:p>
          <a:p>
            <a:pPr algn="l"/>
            <a:r>
              <a:rPr sz="1400" b="0">
                <a:solidFill>
                  <a:srgbClr val="AEBBD9"/>
                </a:solidFill>
                <a:latin typeface="Segoe UI"/>
              </a:rPr>
              <a:t>https://aiscan.airi.uz/ktm/</a:t>
            </a:r>
          </a:p>
        </p:txBody>
      </p:sp>
    </p:spTree>
  </p:cSld>
  <p:clrMapOvr>
    <a:masterClrMapping/>
  </p:clrMapOvr>
  <p:transition spd="med">
    <p:fade/>
  </p:transition>
  <p:timing>
    <p:tnLst>
      <p:par>
        <p:cTn id="1" dur="indefinite" restart="never" nodeType="tmRoot">
          <p:childTnLst>
            <p:seq concurrent="1" nextAc="seek">
              <p:cTn id="2" dur="indefinite" nodeType="mainSeq">
                <p:childTnLst>
                  <p:par>
                    <p:cTn id="274" fill="hold">
                      <p:stCondLst>
                        <p:cond delay="indefinite"/>
                        <p:cond evt="onBegin" delay="0">
                          <p:tn val="2"/>
                        </p:cond>
                      </p:stCondLst>
                      <p:childTnLst>
                        <p:par>
                          <p:cTn id="3" fill="hold">
                            <p:stCondLst>
                              <p:cond delay="0"/>
                            </p:stCondLst>
                            <p:childTnLst>
                              <p:par>
                                <p:cTn id="4" presetID="10" presetClass="entr" presetSubtype="0" fill="hold" grpId="0" nodeType="withEffect">
                                  <p:stCondLst>
                                    <p:cond delay="0"/>
                                  </p:stCondLst>
                                  <p:childTnLst>
                                    <p:set>
                                      <p:cBhvr>
                                        <p:cTn id="5" dur="1" fill="hold">
                                          <p:stCondLst>
                                            <p:cond delay="0"/>
                                          </p:stCondLst>
                                        </p:cTn>
                                        <p:tgtEl>
                                          <p:spTgt spid="3"/>
                                        </p:tgtEl>
                                        <p:attrNameLst>
                                          <p:attrName>style.visibility</p:attrName>
                                        </p:attrNameLst>
                                      </p:cBhvr>
                                      <p:to>
                                        <p:strVal val="visible"/>
                                      </p:to>
                                    </p:set>
                                    <p:animEffect transition="in" filter="fade">
                                      <p:cBhvr>
                                        <p:cTn id="6" dur="550"/>
                                        <p:tgtEl>
                                          <p:spTgt spid="3"/>
                                        </p:tgtEl>
                                      </p:cBhvr>
                                    </p:animEffect>
                                  </p:childTnLst>
                                </p:cTn>
                              </p:par>
                            </p:childTnLst>
                          </p:cTn>
                        </p:par>
                        <p:par>
                          <p:cTn id="7" fill="hold">
                            <p:stCondLst>
                              <p:cond delay="0"/>
                            </p:stCondLst>
                            <p:childTnLst>
                              <p:par>
                                <p:cTn id="8" presetID="10" presetClass="entr" presetSubtype="0" fill="hold" grpId="0" nodeType="afterEffect">
                                  <p:stCondLst>
                                    <p:cond delay="0"/>
                                  </p:stCondLst>
                                  <p:childTnLst>
                                    <p:set>
                                      <p:cBhvr>
                                        <p:cTn id="9" dur="1" fill="hold">
                                          <p:stCondLst>
                                            <p:cond delay="0"/>
                                          </p:stCondLst>
                                        </p:cTn>
                                        <p:tgtEl>
                                          <p:spTgt spid="4"/>
                                        </p:tgtEl>
                                        <p:attrNameLst>
                                          <p:attrName>style.visibility</p:attrName>
                                        </p:attrNameLst>
                                      </p:cBhvr>
                                      <p:to>
                                        <p:strVal val="visible"/>
                                      </p:to>
                                    </p:set>
                                    <p:animEffect transition="in" filter="fade">
                                      <p:cBhvr>
                                        <p:cTn id="10" dur="550"/>
                                        <p:tgtEl>
                                          <p:spTgt spid="4"/>
                                        </p:tgtEl>
                                      </p:cBhvr>
                                    </p:animEffect>
                                  </p:childTnLst>
                                </p:cTn>
                              </p:par>
                            </p:childTnLst>
                          </p:cTn>
                        </p:par>
                        <p:par>
                          <p:cTn id="11" fill="hold">
                            <p:stCondLst>
                              <p:cond delay="0"/>
                            </p:stCondLst>
                            <p:childTnLst>
                              <p:par>
                                <p:cTn id="12" presetID="10" presetClass="entr" presetSubtype="0" fill="hold" grpId="0" nodeType="afterEffect">
                                  <p:stCondLst>
                                    <p:cond delay="0"/>
                                  </p:stCondLst>
                                  <p:childTnLst>
                                    <p:set>
                                      <p:cBhvr>
                                        <p:cTn id="13" dur="1" fill="hold">
                                          <p:stCondLst>
                                            <p:cond delay="0"/>
                                          </p:stCondLst>
                                        </p:cTn>
                                        <p:tgtEl>
                                          <p:spTgt spid="5"/>
                                        </p:tgtEl>
                                        <p:attrNameLst>
                                          <p:attrName>style.visibility</p:attrName>
                                        </p:attrNameLst>
                                      </p:cBhvr>
                                      <p:to>
                                        <p:strVal val="visible"/>
                                      </p:to>
                                    </p:set>
                                    <p:animEffect transition="in" filter="fade">
                                      <p:cBhvr>
                                        <p:cTn id="14" dur="550"/>
                                        <p:tgtEl>
                                          <p:spTgt spid="5"/>
                                        </p:tgtEl>
                                      </p:cBhvr>
                                    </p:animEffect>
                                  </p:childTnLst>
                                </p:cTn>
                              </p:par>
                            </p:childTnLst>
                          </p:cTn>
                        </p:par>
                        <p:par>
                          <p:cTn id="15" fill="hold">
                            <p:stCondLst>
                              <p:cond delay="0"/>
                            </p:stCondLst>
                            <p:childTnLst>
                              <p:par>
                                <p:cTn id="16" presetID="10" presetClass="entr" presetSubtype="0" fill="hold" grpId="0" nodeType="afterEffect">
                                  <p:stCondLst>
                                    <p:cond delay="0"/>
                                  </p:stCondLst>
                                  <p:childTnLst>
                                    <p:set>
                                      <p:cBhvr>
                                        <p:cTn id="17" dur="1" fill="hold">
                                          <p:stCondLst>
                                            <p:cond delay="0"/>
                                          </p:stCondLst>
                                        </p:cTn>
                                        <p:tgtEl>
                                          <p:spTgt spid="6"/>
                                        </p:tgtEl>
                                        <p:attrNameLst>
                                          <p:attrName>style.visibility</p:attrName>
                                        </p:attrNameLst>
                                      </p:cBhvr>
                                      <p:to>
                                        <p:strVal val="visible"/>
                                      </p:to>
                                    </p:set>
                                    <p:animEffect transition="in" filter="fade">
                                      <p:cBhvr>
                                        <p:cTn id="18" dur="550"/>
                                        <p:tgtEl>
                                          <p:spTgt spid="6"/>
                                        </p:tgtEl>
                                      </p:cBhvr>
                                    </p:animEffect>
                                  </p:childTnLst>
                                </p:cTn>
                              </p:par>
                            </p:childTnLst>
                          </p:cTn>
                        </p:par>
                        <p:par>
                          <p:cTn id="19" fill="hold">
                            <p:stCondLst>
                              <p:cond delay="0"/>
                            </p:stCondLst>
                            <p:childTnLst>
                              <p:par>
                                <p:cTn id="20" presetID="10" presetClass="entr" presetSubtype="0" fill="hold" grpId="0" nodeType="afterEffect">
                                  <p:stCondLst>
                                    <p:cond delay="0"/>
                                  </p:stCondLst>
                                  <p:childTnLst>
                                    <p:set>
                                      <p:cBhvr>
                                        <p:cTn id="21" dur="1" fill="hold">
                                          <p:stCondLst>
                                            <p:cond delay="0"/>
                                          </p:stCondLst>
                                        </p:cTn>
                                        <p:tgtEl>
                                          <p:spTgt spid="7"/>
                                        </p:tgtEl>
                                        <p:attrNameLst>
                                          <p:attrName>style.visibility</p:attrName>
                                        </p:attrNameLst>
                                      </p:cBhvr>
                                      <p:to>
                                        <p:strVal val="visible"/>
                                      </p:to>
                                    </p:set>
                                    <p:animEffect transition="in" filter="fade">
                                      <p:cBhvr>
                                        <p:cTn id="22" dur="550"/>
                                        <p:tgtEl>
                                          <p:spTgt spid="7"/>
                                        </p:tgtEl>
                                      </p:cBhvr>
                                    </p:animEffect>
                                  </p:childTnLst>
                                </p:cTn>
                              </p:par>
                            </p:childTnLst>
                          </p:cTn>
                        </p:par>
                        <p:par>
                          <p:cTn id="23" fill="hold">
                            <p:stCondLst>
                              <p:cond delay="0"/>
                            </p:stCondLst>
                            <p:childTnLst>
                              <p:par>
                                <p:cTn id="24" presetID="10" presetClass="entr" presetSubtype="0" fill="hold" grpId="0" nodeType="afterEffect">
                                  <p:stCondLst>
                                    <p:cond delay="0"/>
                                  </p:stCondLst>
                                  <p:childTnLst>
                                    <p:set>
                                      <p:cBhvr>
                                        <p:cTn id="25" dur="1" fill="hold">
                                          <p:stCondLst>
                                            <p:cond delay="0"/>
                                          </p:stCondLst>
                                        </p:cTn>
                                        <p:tgtEl>
                                          <p:spTgt spid="8"/>
                                        </p:tgtEl>
                                        <p:attrNameLst>
                                          <p:attrName>style.visibility</p:attrName>
                                        </p:attrNameLst>
                                      </p:cBhvr>
                                      <p:to>
                                        <p:strVal val="visible"/>
                                      </p:to>
                                    </p:set>
                                    <p:animEffect transition="in" filter="fade">
                                      <p:cBhvr>
                                        <p:cTn id="26" dur="550"/>
                                        <p:tgtEl>
                                          <p:spTgt spid="8"/>
                                        </p:tgtEl>
                                      </p:cBhvr>
                                    </p:animEffect>
                                  </p:childTnLst>
                                </p:cTn>
                              </p:par>
                            </p:childTnLst>
                          </p:cTn>
                        </p:par>
                        <p:par>
                          <p:cTn id="27" fill="hold">
                            <p:stCondLst>
                              <p:cond delay="0"/>
                            </p:stCondLst>
                            <p:childTnLst>
                              <p:par>
                                <p:cTn id="28" presetID="10" presetClass="entr" presetSubtype="0" fill="hold" grpId="0" nodeType="afterEffect">
                                  <p:stCondLst>
                                    <p:cond delay="0"/>
                                  </p:stCondLst>
                                  <p:childTnLst>
                                    <p:set>
                                      <p:cBhvr>
                                        <p:cTn id="29" dur="1" fill="hold">
                                          <p:stCondLst>
                                            <p:cond delay="0"/>
                                          </p:stCondLst>
                                        </p:cTn>
                                        <p:tgtEl>
                                          <p:spTgt spid="9"/>
                                        </p:tgtEl>
                                        <p:attrNameLst>
                                          <p:attrName>style.visibility</p:attrName>
                                        </p:attrNameLst>
                                      </p:cBhvr>
                                      <p:to>
                                        <p:strVal val="visible"/>
                                      </p:to>
                                    </p:set>
                                    <p:animEffect transition="in" filter="fade">
                                      <p:cBhvr>
                                        <p:cTn id="30" dur="550"/>
                                        <p:tgtEl>
                                          <p:spTgt spid="9"/>
                                        </p:tgtEl>
                                      </p:cBhvr>
                                    </p:animEffect>
                                  </p:childTnLst>
                                </p:cTn>
                              </p:par>
                            </p:childTnLst>
                          </p:cTn>
                        </p:par>
                        <p:par>
                          <p:cTn id="31" fill="hold">
                            <p:stCondLst>
                              <p:cond delay="0"/>
                            </p:stCondLst>
                            <p:childTnLst>
                              <p:par>
                                <p:cTn id="32" presetID="10" presetClass="entr" presetSubtype="0" fill="hold" grpId="0" nodeType="afterEffect">
                                  <p:stCondLst>
                                    <p:cond delay="0"/>
                                  </p:stCondLst>
                                  <p:childTnLst>
                                    <p:set>
                                      <p:cBhvr>
                                        <p:cTn id="33" dur="1" fill="hold">
                                          <p:stCondLst>
                                            <p:cond delay="0"/>
                                          </p:stCondLst>
                                        </p:cTn>
                                        <p:tgtEl>
                                          <p:spTgt spid="10"/>
                                        </p:tgtEl>
                                        <p:attrNameLst>
                                          <p:attrName>style.visibility</p:attrName>
                                        </p:attrNameLst>
                                      </p:cBhvr>
                                      <p:to>
                                        <p:strVal val="visible"/>
                                      </p:to>
                                    </p:set>
                                    <p:animEffect transition="in" filter="fade">
                                      <p:cBhvr>
                                        <p:cTn id="34" dur="550"/>
                                        <p:tgtEl>
                                          <p:spTgt spid="10"/>
                                        </p:tgtEl>
                                      </p:cBhvr>
                                    </p:animEffect>
                                  </p:childTnLst>
                                </p:cTn>
                              </p:par>
                            </p:childTnLst>
                          </p:cTn>
                        </p:par>
                        <p:par>
                          <p:cTn id="35" fill="hold">
                            <p:stCondLst>
                              <p:cond delay="0"/>
                            </p:stCondLst>
                            <p:childTnLst>
                              <p:par>
                                <p:cTn id="36" presetID="10" presetClass="entr" presetSubtype="0" fill="hold" grpId="0" nodeType="afterEffect">
                                  <p:stCondLst>
                                    <p:cond delay="0"/>
                                  </p:stCondLst>
                                  <p:childTnLst>
                                    <p:set>
                                      <p:cBhvr>
                                        <p:cTn id="37" dur="1" fill="hold">
                                          <p:stCondLst>
                                            <p:cond delay="0"/>
                                          </p:stCondLst>
                                        </p:cTn>
                                        <p:tgtEl>
                                          <p:spTgt spid="11"/>
                                        </p:tgtEl>
                                        <p:attrNameLst>
                                          <p:attrName>style.visibility</p:attrName>
                                        </p:attrNameLst>
                                      </p:cBhvr>
                                      <p:to>
                                        <p:strVal val="visible"/>
                                      </p:to>
                                    </p:set>
                                    <p:animEffect transition="in" filter="fade">
                                      <p:cBhvr>
                                        <p:cTn id="38" dur="550"/>
                                        <p:tgtEl>
                                          <p:spTgt spid="11"/>
                                        </p:tgtEl>
                                      </p:cBhvr>
                                    </p:animEffect>
                                  </p:childTnLst>
                                </p:cTn>
                              </p:par>
                            </p:childTnLst>
                          </p:cTn>
                        </p:par>
                        <p:par>
                          <p:cTn id="39" fill="hold">
                            <p:stCondLst>
                              <p:cond delay="0"/>
                            </p:stCondLst>
                            <p:childTnLst>
                              <p:par>
                                <p:cTn id="40" presetID="10" presetClass="entr" presetSubtype="0" fill="hold" grpId="0" nodeType="afterEffect">
                                  <p:stCondLst>
                                    <p:cond delay="0"/>
                                  </p:stCondLst>
                                  <p:childTnLst>
                                    <p:set>
                                      <p:cBhvr>
                                        <p:cTn id="41" dur="1" fill="hold">
                                          <p:stCondLst>
                                            <p:cond delay="0"/>
                                          </p:stCondLst>
                                        </p:cTn>
                                        <p:tgtEl>
                                          <p:spTgt spid="12"/>
                                        </p:tgtEl>
                                        <p:attrNameLst>
                                          <p:attrName>style.visibility</p:attrName>
                                        </p:attrNameLst>
                                      </p:cBhvr>
                                      <p:to>
                                        <p:strVal val="visible"/>
                                      </p:to>
                                    </p:set>
                                    <p:animEffect transition="in" filter="fade">
                                      <p:cBhvr>
                                        <p:cTn id="42" dur="550"/>
                                        <p:tgtEl>
                                          <p:spTgt spid="12"/>
                                        </p:tgtEl>
                                      </p:cBhvr>
                                    </p:animEffect>
                                  </p:childTnLst>
                                </p:cTn>
                              </p:par>
                            </p:childTnLst>
                          </p:cTn>
                        </p:par>
                        <p:par>
                          <p:cTn id="43" fill="hold">
                            <p:stCondLst>
                              <p:cond delay="0"/>
                            </p:stCondLst>
                            <p:childTnLst>
                              <p:par>
                                <p:cTn id="44" presetID="10" presetClass="entr" presetSubtype="0" fill="hold" grpId="0" nodeType="afterEffect">
                                  <p:stCondLst>
                                    <p:cond delay="0"/>
                                  </p:stCondLst>
                                  <p:childTnLst>
                                    <p:set>
                                      <p:cBhvr>
                                        <p:cTn id="45" dur="1" fill="hold">
                                          <p:stCondLst>
                                            <p:cond delay="0"/>
                                          </p:stCondLst>
                                        </p:cTn>
                                        <p:tgtEl>
                                          <p:spTgt spid="13"/>
                                        </p:tgtEl>
                                        <p:attrNameLst>
                                          <p:attrName>style.visibility</p:attrName>
                                        </p:attrNameLst>
                                      </p:cBhvr>
                                      <p:to>
                                        <p:strVal val="visible"/>
                                      </p:to>
                                    </p:set>
                                    <p:animEffect transition="in" filter="fade">
                                      <p:cBhvr>
                                        <p:cTn id="46" dur="550"/>
                                        <p:tgtEl>
                                          <p:spTgt spid="13"/>
                                        </p:tgtEl>
                                      </p:cBhvr>
                                    </p:animEffect>
                                  </p:childTnLst>
                                </p:cTn>
                              </p:par>
                            </p:childTnLst>
                          </p:cTn>
                        </p:par>
                        <p:par>
                          <p:cTn id="47" fill="hold">
                            <p:stCondLst>
                              <p:cond delay="0"/>
                            </p:stCondLst>
                            <p:childTnLst>
                              <p:par>
                                <p:cTn id="48" presetID="10" presetClass="entr" presetSubtype="0" fill="hold" grpId="0" nodeType="afterEffect">
                                  <p:stCondLst>
                                    <p:cond delay="0"/>
                                  </p:stCondLst>
                                  <p:childTnLst>
                                    <p:set>
                                      <p:cBhvr>
                                        <p:cTn id="49" dur="1" fill="hold">
                                          <p:stCondLst>
                                            <p:cond delay="0"/>
                                          </p:stCondLst>
                                        </p:cTn>
                                        <p:tgtEl>
                                          <p:spTgt spid="14"/>
                                        </p:tgtEl>
                                        <p:attrNameLst>
                                          <p:attrName>style.visibility</p:attrName>
                                        </p:attrNameLst>
                                      </p:cBhvr>
                                      <p:to>
                                        <p:strVal val="visible"/>
                                      </p:to>
                                    </p:set>
                                    <p:animEffect transition="in" filter="fade">
                                      <p:cBhvr>
                                        <p:cTn id="50" dur="550"/>
                                        <p:tgtEl>
                                          <p:spTgt spid="14"/>
                                        </p:tgtEl>
                                      </p:cBhvr>
                                    </p:animEffect>
                                  </p:childTnLst>
                                </p:cTn>
                              </p:par>
                            </p:childTnLst>
                          </p:cTn>
                        </p:par>
                        <p:par>
                          <p:cTn id="51" fill="hold">
                            <p:stCondLst>
                              <p:cond delay="0"/>
                            </p:stCondLst>
                            <p:childTnLst>
                              <p:par>
                                <p:cTn id="52" presetID="10" presetClass="entr" presetSubtype="0" fill="hold" grpId="0" nodeType="afterEffect">
                                  <p:stCondLst>
                                    <p:cond delay="0"/>
                                  </p:stCondLst>
                                  <p:childTnLst>
                                    <p:set>
                                      <p:cBhvr>
                                        <p:cTn id="53" dur="1" fill="hold">
                                          <p:stCondLst>
                                            <p:cond delay="0"/>
                                          </p:stCondLst>
                                        </p:cTn>
                                        <p:tgtEl>
                                          <p:spTgt spid="15"/>
                                        </p:tgtEl>
                                        <p:attrNameLst>
                                          <p:attrName>style.visibility</p:attrName>
                                        </p:attrNameLst>
                                      </p:cBhvr>
                                      <p:to>
                                        <p:strVal val="visible"/>
                                      </p:to>
                                    </p:set>
                                    <p:animEffect transition="in" filter="fade">
                                      <p:cBhvr>
                                        <p:cTn id="54" dur="550"/>
                                        <p:tgtEl>
                                          <p:spTgt spid="15"/>
                                        </p:tgtEl>
                                      </p:cBhvr>
                                    </p:animEffect>
                                  </p:childTnLst>
                                </p:cTn>
                              </p:par>
                            </p:childTnLst>
                          </p:cTn>
                        </p:par>
                        <p:par>
                          <p:cTn id="55" fill="hold">
                            <p:stCondLst>
                              <p:cond delay="0"/>
                            </p:stCondLst>
                            <p:childTnLst>
                              <p:par>
                                <p:cTn id="56" presetID="10" presetClass="entr" presetSubtype="0" fill="hold" grpId="0" nodeType="afterEffect">
                                  <p:stCondLst>
                                    <p:cond delay="0"/>
                                  </p:stCondLst>
                                  <p:childTnLst>
                                    <p:set>
                                      <p:cBhvr>
                                        <p:cTn id="57" dur="1" fill="hold">
                                          <p:stCondLst>
                                            <p:cond delay="0"/>
                                          </p:stCondLst>
                                        </p:cTn>
                                        <p:tgtEl>
                                          <p:spTgt spid="16"/>
                                        </p:tgtEl>
                                        <p:attrNameLst>
                                          <p:attrName>style.visibility</p:attrName>
                                        </p:attrNameLst>
                                      </p:cBhvr>
                                      <p:to>
                                        <p:strVal val="visible"/>
                                      </p:to>
                                    </p:set>
                                    <p:animEffect transition="in" filter="fade">
                                      <p:cBhvr>
                                        <p:cTn id="58" dur="550"/>
                                        <p:tgtEl>
                                          <p:spTgt spid="16"/>
                                        </p:tgtEl>
                                      </p:cBhvr>
                                    </p:animEffect>
                                  </p:childTnLst>
                                </p:cTn>
                              </p:par>
                            </p:childTnLst>
                          </p:cTn>
                        </p:par>
                        <p:par>
                          <p:cTn id="59" fill="hold">
                            <p:stCondLst>
                              <p:cond delay="0"/>
                            </p:stCondLst>
                            <p:childTnLst>
                              <p:par>
                                <p:cTn id="60" presetID="10" presetClass="entr" presetSubtype="0" fill="hold" grpId="0" nodeType="afterEffect">
                                  <p:stCondLst>
                                    <p:cond delay="0"/>
                                  </p:stCondLst>
                                  <p:childTnLst>
                                    <p:set>
                                      <p:cBhvr>
                                        <p:cTn id="61" dur="1" fill="hold">
                                          <p:stCondLst>
                                            <p:cond delay="0"/>
                                          </p:stCondLst>
                                        </p:cTn>
                                        <p:tgtEl>
                                          <p:spTgt spid="17"/>
                                        </p:tgtEl>
                                        <p:attrNameLst>
                                          <p:attrName>style.visibility</p:attrName>
                                        </p:attrNameLst>
                                      </p:cBhvr>
                                      <p:to>
                                        <p:strVal val="visible"/>
                                      </p:to>
                                    </p:set>
                                    <p:animEffect transition="in" filter="fade">
                                      <p:cBhvr>
                                        <p:cTn id="62" dur="550"/>
                                        <p:tgtEl>
                                          <p:spTgt spid="17"/>
                                        </p:tgtEl>
                                      </p:cBhvr>
                                    </p:animEffect>
                                  </p:childTnLst>
                                </p:cTn>
                              </p:par>
                            </p:childTnLst>
                          </p:cTn>
                        </p:par>
                        <p:par>
                          <p:cTn id="63" fill="hold">
                            <p:stCondLst>
                              <p:cond delay="0"/>
                            </p:stCondLst>
                            <p:childTnLst>
                              <p:par>
                                <p:cTn id="64" presetID="10" presetClass="entr" presetSubtype="0" fill="hold" grpId="0" nodeType="afterEffect">
                                  <p:stCondLst>
                                    <p:cond delay="0"/>
                                  </p:stCondLst>
                                  <p:childTnLst>
                                    <p:set>
                                      <p:cBhvr>
                                        <p:cTn id="65" dur="1" fill="hold">
                                          <p:stCondLst>
                                            <p:cond delay="0"/>
                                          </p:stCondLst>
                                        </p:cTn>
                                        <p:tgtEl>
                                          <p:spTgt spid="18"/>
                                        </p:tgtEl>
                                        <p:attrNameLst>
                                          <p:attrName>style.visibility</p:attrName>
                                        </p:attrNameLst>
                                      </p:cBhvr>
                                      <p:to>
                                        <p:strVal val="visible"/>
                                      </p:to>
                                    </p:set>
                                    <p:animEffect transition="in" filter="fade">
                                      <p:cBhvr>
                                        <p:cTn id="66" dur="550"/>
                                        <p:tgtEl>
                                          <p:spTgt spid="18"/>
                                        </p:tgtEl>
                                      </p:cBhvr>
                                    </p:animEffect>
                                  </p:childTnLst>
                                </p:cTn>
                              </p:par>
                            </p:childTnLst>
                          </p:cTn>
                        </p:par>
                        <p:par>
                          <p:cTn id="67" fill="hold">
                            <p:stCondLst>
                              <p:cond delay="0"/>
                            </p:stCondLst>
                            <p:childTnLst>
                              <p:par>
                                <p:cTn id="68" presetID="10" presetClass="entr" presetSubtype="0" fill="hold" grpId="0" nodeType="afterEffect">
                                  <p:stCondLst>
                                    <p:cond delay="0"/>
                                  </p:stCondLst>
                                  <p:childTnLst>
                                    <p:set>
                                      <p:cBhvr>
                                        <p:cTn id="69" dur="1" fill="hold">
                                          <p:stCondLst>
                                            <p:cond delay="0"/>
                                          </p:stCondLst>
                                        </p:cTn>
                                        <p:tgtEl>
                                          <p:spTgt spid="19"/>
                                        </p:tgtEl>
                                        <p:attrNameLst>
                                          <p:attrName>style.visibility</p:attrName>
                                        </p:attrNameLst>
                                      </p:cBhvr>
                                      <p:to>
                                        <p:strVal val="visible"/>
                                      </p:to>
                                    </p:set>
                                    <p:animEffect transition="in" filter="fade">
                                      <p:cBhvr>
                                        <p:cTn id="70" dur="550"/>
                                        <p:tgtEl>
                                          <p:spTgt spid="19"/>
                                        </p:tgtEl>
                                      </p:cBhvr>
                                    </p:animEffect>
                                  </p:childTnLst>
                                </p:cTn>
                              </p:par>
                            </p:childTnLst>
                          </p:cTn>
                        </p:par>
                        <p:par>
                          <p:cTn id="71" fill="hold">
                            <p:stCondLst>
                              <p:cond delay="0"/>
                            </p:stCondLst>
                            <p:childTnLst>
                              <p:par>
                                <p:cTn id="72" presetID="10" presetClass="entr" presetSubtype="0" fill="hold" grpId="0" nodeType="afterEffect">
                                  <p:stCondLst>
                                    <p:cond delay="0"/>
                                  </p:stCondLst>
                                  <p:childTnLst>
                                    <p:set>
                                      <p:cBhvr>
                                        <p:cTn id="73" dur="1" fill="hold">
                                          <p:stCondLst>
                                            <p:cond delay="0"/>
                                          </p:stCondLst>
                                        </p:cTn>
                                        <p:tgtEl>
                                          <p:spTgt spid="20"/>
                                        </p:tgtEl>
                                        <p:attrNameLst>
                                          <p:attrName>style.visibility</p:attrName>
                                        </p:attrNameLst>
                                      </p:cBhvr>
                                      <p:to>
                                        <p:strVal val="visible"/>
                                      </p:to>
                                    </p:set>
                                    <p:animEffect transition="in" filter="fade">
                                      <p:cBhvr>
                                        <p:cTn id="74" dur="550"/>
                                        <p:tgtEl>
                                          <p:spTgt spid="20"/>
                                        </p:tgtEl>
                                      </p:cBhvr>
                                    </p:animEffect>
                                  </p:childTnLst>
                                </p:cTn>
                              </p:par>
                            </p:childTnLst>
                          </p:cTn>
                        </p:par>
                        <p:par>
                          <p:cTn id="75" fill="hold">
                            <p:stCondLst>
                              <p:cond delay="0"/>
                            </p:stCondLst>
                            <p:childTnLst>
                              <p:par>
                                <p:cTn id="76" presetID="10" presetClass="entr" presetSubtype="0" fill="hold" grpId="0" nodeType="afterEffect">
                                  <p:stCondLst>
                                    <p:cond delay="0"/>
                                  </p:stCondLst>
                                  <p:childTnLst>
                                    <p:set>
                                      <p:cBhvr>
                                        <p:cTn id="77" dur="1" fill="hold">
                                          <p:stCondLst>
                                            <p:cond delay="0"/>
                                          </p:stCondLst>
                                        </p:cTn>
                                        <p:tgtEl>
                                          <p:spTgt spid="21"/>
                                        </p:tgtEl>
                                        <p:attrNameLst>
                                          <p:attrName>style.visibility</p:attrName>
                                        </p:attrNameLst>
                                      </p:cBhvr>
                                      <p:to>
                                        <p:strVal val="visible"/>
                                      </p:to>
                                    </p:set>
                                    <p:animEffect transition="in" filter="fade">
                                      <p:cBhvr>
                                        <p:cTn id="78" dur="550"/>
                                        <p:tgtEl>
                                          <p:spTgt spid="21"/>
                                        </p:tgtEl>
                                      </p:cBhvr>
                                    </p:animEffect>
                                  </p:childTnLst>
                                </p:cTn>
                              </p:par>
                            </p:childTnLst>
                          </p:cTn>
                        </p:par>
                        <p:par>
                          <p:cTn id="79" fill="hold">
                            <p:stCondLst>
                              <p:cond delay="0"/>
                            </p:stCondLst>
                            <p:childTnLst>
                              <p:par>
                                <p:cTn id="80" presetID="10" presetClass="entr" presetSubtype="0" fill="hold" grpId="0" nodeType="afterEffect">
                                  <p:stCondLst>
                                    <p:cond delay="0"/>
                                  </p:stCondLst>
                                  <p:childTnLst>
                                    <p:set>
                                      <p:cBhvr>
                                        <p:cTn id="81" dur="1" fill="hold">
                                          <p:stCondLst>
                                            <p:cond delay="0"/>
                                          </p:stCondLst>
                                        </p:cTn>
                                        <p:tgtEl>
                                          <p:spTgt spid="22"/>
                                        </p:tgtEl>
                                        <p:attrNameLst>
                                          <p:attrName>style.visibility</p:attrName>
                                        </p:attrNameLst>
                                      </p:cBhvr>
                                      <p:to>
                                        <p:strVal val="visible"/>
                                      </p:to>
                                    </p:set>
                                    <p:animEffect transition="in" filter="fade">
                                      <p:cBhvr>
                                        <p:cTn id="82" dur="550"/>
                                        <p:tgtEl>
                                          <p:spTgt spid="22"/>
                                        </p:tgtEl>
                                      </p:cBhvr>
                                    </p:animEffect>
                                  </p:childTnLst>
                                </p:cTn>
                              </p:par>
                            </p:childTnLst>
                          </p:cTn>
                        </p:par>
                        <p:par>
                          <p:cTn id="83" fill="hold">
                            <p:stCondLst>
                              <p:cond delay="0"/>
                            </p:stCondLst>
                            <p:childTnLst>
                              <p:par>
                                <p:cTn id="84" presetID="10" presetClass="entr" presetSubtype="0" fill="hold" grpId="0" nodeType="afterEffect">
                                  <p:stCondLst>
                                    <p:cond delay="0"/>
                                  </p:stCondLst>
                                  <p:childTnLst>
                                    <p:set>
                                      <p:cBhvr>
                                        <p:cTn id="85" dur="1" fill="hold">
                                          <p:stCondLst>
                                            <p:cond delay="0"/>
                                          </p:stCondLst>
                                        </p:cTn>
                                        <p:tgtEl>
                                          <p:spTgt spid="23"/>
                                        </p:tgtEl>
                                        <p:attrNameLst>
                                          <p:attrName>style.visibility</p:attrName>
                                        </p:attrNameLst>
                                      </p:cBhvr>
                                      <p:to>
                                        <p:strVal val="visible"/>
                                      </p:to>
                                    </p:set>
                                    <p:animEffect transition="in" filter="fade">
                                      <p:cBhvr>
                                        <p:cTn id="86" dur="550"/>
                                        <p:tgtEl>
                                          <p:spTgt spid="23"/>
                                        </p:tgtEl>
                                      </p:cBhvr>
                                    </p:animEffect>
                                  </p:childTnLst>
                                </p:cTn>
                              </p:par>
                            </p:childTnLst>
                          </p:cTn>
                        </p:par>
                        <p:par>
                          <p:cTn id="87" fill="hold">
                            <p:stCondLst>
                              <p:cond delay="0"/>
                            </p:stCondLst>
                            <p:childTnLst>
                              <p:par>
                                <p:cTn id="88" presetID="10" presetClass="entr" presetSubtype="0" fill="hold" grpId="0" nodeType="afterEffect">
                                  <p:stCondLst>
                                    <p:cond delay="0"/>
                                  </p:stCondLst>
                                  <p:childTnLst>
                                    <p:set>
                                      <p:cBhvr>
                                        <p:cTn id="89" dur="1" fill="hold">
                                          <p:stCondLst>
                                            <p:cond delay="0"/>
                                          </p:stCondLst>
                                        </p:cTn>
                                        <p:tgtEl>
                                          <p:spTgt spid="24"/>
                                        </p:tgtEl>
                                        <p:attrNameLst>
                                          <p:attrName>style.visibility</p:attrName>
                                        </p:attrNameLst>
                                      </p:cBhvr>
                                      <p:to>
                                        <p:strVal val="visible"/>
                                      </p:to>
                                    </p:set>
                                    <p:animEffect transition="in" filter="fade">
                                      <p:cBhvr>
                                        <p:cTn id="90" dur="550"/>
                                        <p:tgtEl>
                                          <p:spTgt spid="24"/>
                                        </p:tgtEl>
                                      </p:cBhvr>
                                    </p:animEffect>
                                  </p:childTnLst>
                                </p:cTn>
                              </p:par>
                            </p:childTnLst>
                          </p:cTn>
                        </p:par>
                        <p:par>
                          <p:cTn id="91" fill="hold">
                            <p:stCondLst>
                              <p:cond delay="0"/>
                            </p:stCondLst>
                            <p:childTnLst>
                              <p:par>
                                <p:cTn id="92" presetID="10" presetClass="entr" presetSubtype="0" fill="hold" grpId="0" nodeType="afterEffect">
                                  <p:stCondLst>
                                    <p:cond delay="0"/>
                                  </p:stCondLst>
                                  <p:childTnLst>
                                    <p:set>
                                      <p:cBhvr>
                                        <p:cTn id="93" dur="1" fill="hold">
                                          <p:stCondLst>
                                            <p:cond delay="0"/>
                                          </p:stCondLst>
                                        </p:cTn>
                                        <p:tgtEl>
                                          <p:spTgt spid="25"/>
                                        </p:tgtEl>
                                        <p:attrNameLst>
                                          <p:attrName>style.visibility</p:attrName>
                                        </p:attrNameLst>
                                      </p:cBhvr>
                                      <p:to>
                                        <p:strVal val="visible"/>
                                      </p:to>
                                    </p:set>
                                    <p:animEffect transition="in" filter="fade">
                                      <p:cBhvr>
                                        <p:cTn id="94" dur="550"/>
                                        <p:tgtEl>
                                          <p:spTgt spid="25"/>
                                        </p:tgtEl>
                                      </p:cBhvr>
                                    </p:animEffect>
                                  </p:childTnLst>
                                </p:cTn>
                              </p:par>
                            </p:childTnLst>
                          </p:cTn>
                        </p:par>
                        <p:par>
                          <p:cTn id="95" fill="hold">
                            <p:stCondLst>
                              <p:cond delay="0"/>
                            </p:stCondLst>
                            <p:childTnLst>
                              <p:par>
                                <p:cTn id="96" presetID="10" presetClass="entr" presetSubtype="0" fill="hold" grpId="0" nodeType="afterEffect">
                                  <p:stCondLst>
                                    <p:cond delay="0"/>
                                  </p:stCondLst>
                                  <p:childTnLst>
                                    <p:set>
                                      <p:cBhvr>
                                        <p:cTn id="97" dur="1" fill="hold">
                                          <p:stCondLst>
                                            <p:cond delay="0"/>
                                          </p:stCondLst>
                                        </p:cTn>
                                        <p:tgtEl>
                                          <p:spTgt spid="26"/>
                                        </p:tgtEl>
                                        <p:attrNameLst>
                                          <p:attrName>style.visibility</p:attrName>
                                        </p:attrNameLst>
                                      </p:cBhvr>
                                      <p:to>
                                        <p:strVal val="visible"/>
                                      </p:to>
                                    </p:set>
                                    <p:animEffect transition="in" filter="fade">
                                      <p:cBhvr>
                                        <p:cTn id="98" dur="550"/>
                                        <p:tgtEl>
                                          <p:spTgt spid="26"/>
                                        </p:tgtEl>
                                      </p:cBhvr>
                                    </p:animEffect>
                                  </p:childTnLst>
                                </p:cTn>
                              </p:par>
                            </p:childTnLst>
                          </p:cTn>
                        </p:par>
                        <p:par>
                          <p:cTn id="99" fill="hold">
                            <p:stCondLst>
                              <p:cond delay="0"/>
                            </p:stCondLst>
                            <p:childTnLst>
                              <p:par>
                                <p:cTn id="100" presetID="10" presetClass="entr" presetSubtype="0" fill="hold" grpId="0" nodeType="afterEffect">
                                  <p:stCondLst>
                                    <p:cond delay="0"/>
                                  </p:stCondLst>
                                  <p:childTnLst>
                                    <p:set>
                                      <p:cBhvr>
                                        <p:cTn id="101" dur="1" fill="hold">
                                          <p:stCondLst>
                                            <p:cond delay="0"/>
                                          </p:stCondLst>
                                        </p:cTn>
                                        <p:tgtEl>
                                          <p:spTgt spid="27"/>
                                        </p:tgtEl>
                                        <p:attrNameLst>
                                          <p:attrName>style.visibility</p:attrName>
                                        </p:attrNameLst>
                                      </p:cBhvr>
                                      <p:to>
                                        <p:strVal val="visible"/>
                                      </p:to>
                                    </p:set>
                                    <p:animEffect transition="in" filter="fade">
                                      <p:cBhvr>
                                        <p:cTn id="102" dur="550"/>
                                        <p:tgtEl>
                                          <p:spTgt spid="27"/>
                                        </p:tgtEl>
                                      </p:cBhvr>
                                    </p:animEffect>
                                  </p:childTnLst>
                                </p:cTn>
                              </p:par>
                            </p:childTnLst>
                          </p:cTn>
                        </p:par>
                        <p:par>
                          <p:cTn id="103" fill="hold">
                            <p:stCondLst>
                              <p:cond delay="0"/>
                            </p:stCondLst>
                            <p:childTnLst>
                              <p:par>
                                <p:cTn id="104" presetID="10" presetClass="entr" presetSubtype="0" fill="hold" grpId="0" nodeType="afterEffect">
                                  <p:stCondLst>
                                    <p:cond delay="0"/>
                                  </p:stCondLst>
                                  <p:childTnLst>
                                    <p:set>
                                      <p:cBhvr>
                                        <p:cTn id="105" dur="1" fill="hold">
                                          <p:stCondLst>
                                            <p:cond delay="0"/>
                                          </p:stCondLst>
                                        </p:cTn>
                                        <p:tgtEl>
                                          <p:spTgt spid="28"/>
                                        </p:tgtEl>
                                        <p:attrNameLst>
                                          <p:attrName>style.visibility</p:attrName>
                                        </p:attrNameLst>
                                      </p:cBhvr>
                                      <p:to>
                                        <p:strVal val="visible"/>
                                      </p:to>
                                    </p:set>
                                    <p:animEffect transition="in" filter="fade">
                                      <p:cBhvr>
                                        <p:cTn id="106" dur="550"/>
                                        <p:tgtEl>
                                          <p:spTgt spid="28"/>
                                        </p:tgtEl>
                                      </p:cBhvr>
                                    </p:animEffect>
                                  </p:childTnLst>
                                </p:cTn>
                              </p:par>
                            </p:childTnLst>
                          </p:cTn>
                        </p:par>
                        <p:par>
                          <p:cTn id="107" fill="hold">
                            <p:stCondLst>
                              <p:cond delay="0"/>
                            </p:stCondLst>
                            <p:childTnLst>
                              <p:par>
                                <p:cTn id="108" presetID="10" presetClass="entr" presetSubtype="0" fill="hold" grpId="0" nodeType="afterEffect">
                                  <p:stCondLst>
                                    <p:cond delay="0"/>
                                  </p:stCondLst>
                                  <p:childTnLst>
                                    <p:set>
                                      <p:cBhvr>
                                        <p:cTn id="109" dur="1" fill="hold">
                                          <p:stCondLst>
                                            <p:cond delay="0"/>
                                          </p:stCondLst>
                                        </p:cTn>
                                        <p:tgtEl>
                                          <p:spTgt spid="29"/>
                                        </p:tgtEl>
                                        <p:attrNameLst>
                                          <p:attrName>style.visibility</p:attrName>
                                        </p:attrNameLst>
                                      </p:cBhvr>
                                      <p:to>
                                        <p:strVal val="visible"/>
                                      </p:to>
                                    </p:set>
                                    <p:animEffect transition="in" filter="fade">
                                      <p:cBhvr>
                                        <p:cTn id="110" dur="550"/>
                                        <p:tgtEl>
                                          <p:spTgt spid="29"/>
                                        </p:tgtEl>
                                      </p:cBhvr>
                                    </p:animEffect>
                                  </p:childTnLst>
                                </p:cTn>
                              </p:par>
                            </p:childTnLst>
                          </p:cTn>
                        </p:par>
                        <p:par>
                          <p:cTn id="111" fill="hold">
                            <p:stCondLst>
                              <p:cond delay="0"/>
                            </p:stCondLst>
                            <p:childTnLst>
                              <p:par>
                                <p:cTn id="112" presetID="10" presetClass="entr" presetSubtype="0" fill="hold" grpId="0" nodeType="afterEffect">
                                  <p:stCondLst>
                                    <p:cond delay="0"/>
                                  </p:stCondLst>
                                  <p:childTnLst>
                                    <p:set>
                                      <p:cBhvr>
                                        <p:cTn id="113" dur="1" fill="hold">
                                          <p:stCondLst>
                                            <p:cond delay="0"/>
                                          </p:stCondLst>
                                        </p:cTn>
                                        <p:tgtEl>
                                          <p:spTgt spid="30"/>
                                        </p:tgtEl>
                                        <p:attrNameLst>
                                          <p:attrName>style.visibility</p:attrName>
                                        </p:attrNameLst>
                                      </p:cBhvr>
                                      <p:to>
                                        <p:strVal val="visible"/>
                                      </p:to>
                                    </p:set>
                                    <p:animEffect transition="in" filter="fade">
                                      <p:cBhvr>
                                        <p:cTn id="114" dur="550"/>
                                        <p:tgtEl>
                                          <p:spTgt spid="30"/>
                                        </p:tgtEl>
                                      </p:cBhvr>
                                    </p:animEffect>
                                  </p:childTnLst>
                                </p:cTn>
                              </p:par>
                            </p:childTnLst>
                          </p:cTn>
                        </p:par>
                        <p:par>
                          <p:cTn id="115" fill="hold">
                            <p:stCondLst>
                              <p:cond delay="0"/>
                            </p:stCondLst>
                            <p:childTnLst>
                              <p:par>
                                <p:cTn id="116" presetID="10" presetClass="entr" presetSubtype="0" fill="hold" grpId="0" nodeType="afterEffect">
                                  <p:stCondLst>
                                    <p:cond delay="0"/>
                                  </p:stCondLst>
                                  <p:childTnLst>
                                    <p:set>
                                      <p:cBhvr>
                                        <p:cTn id="117" dur="1" fill="hold">
                                          <p:stCondLst>
                                            <p:cond delay="0"/>
                                          </p:stCondLst>
                                        </p:cTn>
                                        <p:tgtEl>
                                          <p:spTgt spid="31"/>
                                        </p:tgtEl>
                                        <p:attrNameLst>
                                          <p:attrName>style.visibility</p:attrName>
                                        </p:attrNameLst>
                                      </p:cBhvr>
                                      <p:to>
                                        <p:strVal val="visible"/>
                                      </p:to>
                                    </p:set>
                                    <p:animEffect transition="in" filter="fade">
                                      <p:cBhvr>
                                        <p:cTn id="118" dur="550"/>
                                        <p:tgtEl>
                                          <p:spTgt spid="31"/>
                                        </p:tgtEl>
                                      </p:cBhvr>
                                    </p:animEffect>
                                  </p:childTnLst>
                                </p:cTn>
                              </p:par>
                            </p:childTnLst>
                          </p:cTn>
                        </p:par>
                        <p:par>
                          <p:cTn id="119" fill="hold">
                            <p:stCondLst>
                              <p:cond delay="0"/>
                            </p:stCondLst>
                            <p:childTnLst>
                              <p:par>
                                <p:cTn id="120" presetID="10" presetClass="entr" presetSubtype="0" fill="hold" grpId="0" nodeType="afterEffect">
                                  <p:stCondLst>
                                    <p:cond delay="0"/>
                                  </p:stCondLst>
                                  <p:childTnLst>
                                    <p:set>
                                      <p:cBhvr>
                                        <p:cTn id="121" dur="1" fill="hold">
                                          <p:stCondLst>
                                            <p:cond delay="0"/>
                                          </p:stCondLst>
                                        </p:cTn>
                                        <p:tgtEl>
                                          <p:spTgt spid="32"/>
                                        </p:tgtEl>
                                        <p:attrNameLst>
                                          <p:attrName>style.visibility</p:attrName>
                                        </p:attrNameLst>
                                      </p:cBhvr>
                                      <p:to>
                                        <p:strVal val="visible"/>
                                      </p:to>
                                    </p:set>
                                    <p:animEffect transition="in" filter="fade">
                                      <p:cBhvr>
                                        <p:cTn id="122" dur="550"/>
                                        <p:tgtEl>
                                          <p:spTgt spid="32"/>
                                        </p:tgtEl>
                                      </p:cBhvr>
                                    </p:animEffect>
                                  </p:childTnLst>
                                </p:cTn>
                              </p:par>
                            </p:childTnLst>
                          </p:cTn>
                        </p:par>
                        <p:par>
                          <p:cTn id="123" fill="hold">
                            <p:stCondLst>
                              <p:cond delay="0"/>
                            </p:stCondLst>
                            <p:childTnLst>
                              <p:par>
                                <p:cTn id="124" presetID="10" presetClass="entr" presetSubtype="0" fill="hold" grpId="0" nodeType="afterEffect">
                                  <p:stCondLst>
                                    <p:cond delay="0"/>
                                  </p:stCondLst>
                                  <p:childTnLst>
                                    <p:set>
                                      <p:cBhvr>
                                        <p:cTn id="125" dur="1" fill="hold">
                                          <p:stCondLst>
                                            <p:cond delay="0"/>
                                          </p:stCondLst>
                                        </p:cTn>
                                        <p:tgtEl>
                                          <p:spTgt spid="33"/>
                                        </p:tgtEl>
                                        <p:attrNameLst>
                                          <p:attrName>style.visibility</p:attrName>
                                        </p:attrNameLst>
                                      </p:cBhvr>
                                      <p:to>
                                        <p:strVal val="visible"/>
                                      </p:to>
                                    </p:set>
                                    <p:animEffect transition="in" filter="fade">
                                      <p:cBhvr>
                                        <p:cTn id="126" dur="550"/>
                                        <p:tgtEl>
                                          <p:spTgt spid="33"/>
                                        </p:tgtEl>
                                      </p:cBhvr>
                                    </p:animEffect>
                                  </p:childTnLst>
                                </p:cTn>
                              </p:par>
                            </p:childTnLst>
                          </p:cTn>
                        </p:par>
                        <p:par>
                          <p:cTn id="127" fill="hold">
                            <p:stCondLst>
                              <p:cond delay="0"/>
                            </p:stCondLst>
                            <p:childTnLst>
                              <p:par>
                                <p:cTn id="128" presetID="10" presetClass="entr" presetSubtype="0" fill="hold" grpId="0" nodeType="afterEffect">
                                  <p:stCondLst>
                                    <p:cond delay="0"/>
                                  </p:stCondLst>
                                  <p:childTnLst>
                                    <p:set>
                                      <p:cBhvr>
                                        <p:cTn id="129" dur="1" fill="hold">
                                          <p:stCondLst>
                                            <p:cond delay="0"/>
                                          </p:stCondLst>
                                        </p:cTn>
                                        <p:tgtEl>
                                          <p:spTgt spid="34"/>
                                        </p:tgtEl>
                                        <p:attrNameLst>
                                          <p:attrName>style.visibility</p:attrName>
                                        </p:attrNameLst>
                                      </p:cBhvr>
                                      <p:to>
                                        <p:strVal val="visible"/>
                                      </p:to>
                                    </p:set>
                                    <p:animEffect transition="in" filter="fade">
                                      <p:cBhvr>
                                        <p:cTn id="130" dur="550"/>
                                        <p:tgtEl>
                                          <p:spTgt spid="34"/>
                                        </p:tgtEl>
                                      </p:cBhvr>
                                    </p:animEffect>
                                  </p:childTnLst>
                                </p:cTn>
                              </p:par>
                            </p:childTnLst>
                          </p:cTn>
                        </p:par>
                        <p:par>
                          <p:cTn id="131" fill="hold">
                            <p:stCondLst>
                              <p:cond delay="0"/>
                            </p:stCondLst>
                            <p:childTnLst>
                              <p:par>
                                <p:cTn id="132" presetID="10" presetClass="entr" presetSubtype="0" fill="hold" grpId="0" nodeType="afterEffect">
                                  <p:stCondLst>
                                    <p:cond delay="0"/>
                                  </p:stCondLst>
                                  <p:childTnLst>
                                    <p:set>
                                      <p:cBhvr>
                                        <p:cTn id="133" dur="1" fill="hold">
                                          <p:stCondLst>
                                            <p:cond delay="0"/>
                                          </p:stCondLst>
                                        </p:cTn>
                                        <p:tgtEl>
                                          <p:spTgt spid="35"/>
                                        </p:tgtEl>
                                        <p:attrNameLst>
                                          <p:attrName>style.visibility</p:attrName>
                                        </p:attrNameLst>
                                      </p:cBhvr>
                                      <p:to>
                                        <p:strVal val="visible"/>
                                      </p:to>
                                    </p:set>
                                    <p:animEffect transition="in" filter="fade">
                                      <p:cBhvr>
                                        <p:cTn id="134" dur="550"/>
                                        <p:tgtEl>
                                          <p:spTgt spid="35"/>
                                        </p:tgtEl>
                                      </p:cBhvr>
                                    </p:animEffect>
                                  </p:childTnLst>
                                </p:cTn>
                              </p:par>
                            </p:childTnLst>
                          </p:cTn>
                        </p:par>
                        <p:par>
                          <p:cTn id="135" fill="hold">
                            <p:stCondLst>
                              <p:cond delay="0"/>
                            </p:stCondLst>
                            <p:childTnLst>
                              <p:par>
                                <p:cTn id="136" presetID="10" presetClass="entr" presetSubtype="0" fill="hold" grpId="0" nodeType="afterEffect">
                                  <p:stCondLst>
                                    <p:cond delay="0"/>
                                  </p:stCondLst>
                                  <p:childTnLst>
                                    <p:set>
                                      <p:cBhvr>
                                        <p:cTn id="137" dur="1" fill="hold">
                                          <p:stCondLst>
                                            <p:cond delay="0"/>
                                          </p:stCondLst>
                                        </p:cTn>
                                        <p:tgtEl>
                                          <p:spTgt spid="36"/>
                                        </p:tgtEl>
                                        <p:attrNameLst>
                                          <p:attrName>style.visibility</p:attrName>
                                        </p:attrNameLst>
                                      </p:cBhvr>
                                      <p:to>
                                        <p:strVal val="visible"/>
                                      </p:to>
                                    </p:set>
                                    <p:animEffect transition="in" filter="fade">
                                      <p:cBhvr>
                                        <p:cTn id="138" dur="550"/>
                                        <p:tgtEl>
                                          <p:spTgt spid="36"/>
                                        </p:tgtEl>
                                      </p:cBhvr>
                                    </p:animEffect>
                                  </p:childTnLst>
                                </p:cTn>
                              </p:par>
                            </p:childTnLst>
                          </p:cTn>
                        </p:par>
                        <p:par>
                          <p:cTn id="139" fill="hold">
                            <p:stCondLst>
                              <p:cond delay="0"/>
                            </p:stCondLst>
                            <p:childTnLst>
                              <p:par>
                                <p:cTn id="140" presetID="10" presetClass="entr" presetSubtype="0" fill="hold" grpId="0" nodeType="afterEffect">
                                  <p:stCondLst>
                                    <p:cond delay="0"/>
                                  </p:stCondLst>
                                  <p:childTnLst>
                                    <p:set>
                                      <p:cBhvr>
                                        <p:cTn id="141" dur="1" fill="hold">
                                          <p:stCondLst>
                                            <p:cond delay="0"/>
                                          </p:stCondLst>
                                        </p:cTn>
                                        <p:tgtEl>
                                          <p:spTgt spid="37"/>
                                        </p:tgtEl>
                                        <p:attrNameLst>
                                          <p:attrName>style.visibility</p:attrName>
                                        </p:attrNameLst>
                                      </p:cBhvr>
                                      <p:to>
                                        <p:strVal val="visible"/>
                                      </p:to>
                                    </p:set>
                                    <p:animEffect transition="in" filter="fade">
                                      <p:cBhvr>
                                        <p:cTn id="142" dur="550"/>
                                        <p:tgtEl>
                                          <p:spTgt spid="37"/>
                                        </p:tgtEl>
                                      </p:cBhvr>
                                    </p:animEffect>
                                  </p:childTnLst>
                                </p:cTn>
                              </p:par>
                            </p:childTnLst>
                          </p:cTn>
                        </p:par>
                        <p:par>
                          <p:cTn id="143" fill="hold">
                            <p:stCondLst>
                              <p:cond delay="0"/>
                            </p:stCondLst>
                            <p:childTnLst>
                              <p:par>
                                <p:cTn id="144" presetID="10" presetClass="entr" presetSubtype="0" fill="hold" grpId="0" nodeType="afterEffect">
                                  <p:stCondLst>
                                    <p:cond delay="0"/>
                                  </p:stCondLst>
                                  <p:childTnLst>
                                    <p:set>
                                      <p:cBhvr>
                                        <p:cTn id="145" dur="1" fill="hold">
                                          <p:stCondLst>
                                            <p:cond delay="0"/>
                                          </p:stCondLst>
                                        </p:cTn>
                                        <p:tgtEl>
                                          <p:spTgt spid="38"/>
                                        </p:tgtEl>
                                        <p:attrNameLst>
                                          <p:attrName>style.visibility</p:attrName>
                                        </p:attrNameLst>
                                      </p:cBhvr>
                                      <p:to>
                                        <p:strVal val="visible"/>
                                      </p:to>
                                    </p:set>
                                    <p:animEffect transition="in" filter="fade">
                                      <p:cBhvr>
                                        <p:cTn id="146" dur="550"/>
                                        <p:tgtEl>
                                          <p:spTgt spid="38"/>
                                        </p:tgtEl>
                                      </p:cBhvr>
                                    </p:animEffect>
                                  </p:childTnLst>
                                </p:cTn>
                              </p:par>
                            </p:childTnLst>
                          </p:cTn>
                        </p:par>
                        <p:par>
                          <p:cTn id="147" fill="hold">
                            <p:stCondLst>
                              <p:cond delay="0"/>
                            </p:stCondLst>
                            <p:childTnLst>
                              <p:par>
                                <p:cTn id="148" presetID="10" presetClass="entr" presetSubtype="0" fill="hold" grpId="0" nodeType="afterEffect">
                                  <p:stCondLst>
                                    <p:cond delay="0"/>
                                  </p:stCondLst>
                                  <p:childTnLst>
                                    <p:set>
                                      <p:cBhvr>
                                        <p:cTn id="149" dur="1" fill="hold">
                                          <p:stCondLst>
                                            <p:cond delay="0"/>
                                          </p:stCondLst>
                                        </p:cTn>
                                        <p:tgtEl>
                                          <p:spTgt spid="39"/>
                                        </p:tgtEl>
                                        <p:attrNameLst>
                                          <p:attrName>style.visibility</p:attrName>
                                        </p:attrNameLst>
                                      </p:cBhvr>
                                      <p:to>
                                        <p:strVal val="visible"/>
                                      </p:to>
                                    </p:set>
                                    <p:animEffect transition="in" filter="fade">
                                      <p:cBhvr>
                                        <p:cTn id="150" dur="550"/>
                                        <p:tgtEl>
                                          <p:spTgt spid="39"/>
                                        </p:tgtEl>
                                      </p:cBhvr>
                                    </p:animEffect>
                                  </p:childTnLst>
                                </p:cTn>
                              </p:par>
                            </p:childTnLst>
                          </p:cTn>
                        </p:par>
                        <p:par>
                          <p:cTn id="151" fill="hold">
                            <p:stCondLst>
                              <p:cond delay="0"/>
                            </p:stCondLst>
                            <p:childTnLst>
                              <p:par>
                                <p:cTn id="152" presetID="10" presetClass="entr" presetSubtype="0" fill="hold" grpId="0" nodeType="afterEffect">
                                  <p:stCondLst>
                                    <p:cond delay="0"/>
                                  </p:stCondLst>
                                  <p:childTnLst>
                                    <p:set>
                                      <p:cBhvr>
                                        <p:cTn id="153" dur="1" fill="hold">
                                          <p:stCondLst>
                                            <p:cond delay="0"/>
                                          </p:stCondLst>
                                        </p:cTn>
                                        <p:tgtEl>
                                          <p:spTgt spid="40"/>
                                        </p:tgtEl>
                                        <p:attrNameLst>
                                          <p:attrName>style.visibility</p:attrName>
                                        </p:attrNameLst>
                                      </p:cBhvr>
                                      <p:to>
                                        <p:strVal val="visible"/>
                                      </p:to>
                                    </p:set>
                                    <p:animEffect transition="in" filter="fade">
                                      <p:cBhvr>
                                        <p:cTn id="154" dur="550"/>
                                        <p:tgtEl>
                                          <p:spTgt spid="40"/>
                                        </p:tgtEl>
                                      </p:cBhvr>
                                    </p:animEffect>
                                  </p:childTnLst>
                                </p:cTn>
                              </p:par>
                            </p:childTnLst>
                          </p:cTn>
                        </p:par>
                        <p:par>
                          <p:cTn id="155" fill="hold">
                            <p:stCondLst>
                              <p:cond delay="0"/>
                            </p:stCondLst>
                            <p:childTnLst>
                              <p:par>
                                <p:cTn id="156" presetID="10" presetClass="entr" presetSubtype="0" fill="hold" grpId="0" nodeType="afterEffect">
                                  <p:stCondLst>
                                    <p:cond delay="0"/>
                                  </p:stCondLst>
                                  <p:childTnLst>
                                    <p:set>
                                      <p:cBhvr>
                                        <p:cTn id="157" dur="1" fill="hold">
                                          <p:stCondLst>
                                            <p:cond delay="0"/>
                                          </p:stCondLst>
                                        </p:cTn>
                                        <p:tgtEl>
                                          <p:spTgt spid="41"/>
                                        </p:tgtEl>
                                        <p:attrNameLst>
                                          <p:attrName>style.visibility</p:attrName>
                                        </p:attrNameLst>
                                      </p:cBhvr>
                                      <p:to>
                                        <p:strVal val="visible"/>
                                      </p:to>
                                    </p:set>
                                    <p:animEffect transition="in" filter="fade">
                                      <p:cBhvr>
                                        <p:cTn id="158" dur="550"/>
                                        <p:tgtEl>
                                          <p:spTgt spid="41"/>
                                        </p:tgtEl>
                                      </p:cBhvr>
                                    </p:animEffect>
                                  </p:childTnLst>
                                </p:cTn>
                              </p:par>
                            </p:childTnLst>
                          </p:cTn>
                        </p:par>
                        <p:par>
                          <p:cTn id="159" fill="hold">
                            <p:stCondLst>
                              <p:cond delay="0"/>
                            </p:stCondLst>
                            <p:childTnLst>
                              <p:par>
                                <p:cTn id="160" presetID="10" presetClass="entr" presetSubtype="0" fill="hold" grpId="0" nodeType="afterEffect">
                                  <p:stCondLst>
                                    <p:cond delay="0"/>
                                  </p:stCondLst>
                                  <p:childTnLst>
                                    <p:set>
                                      <p:cBhvr>
                                        <p:cTn id="161" dur="1" fill="hold">
                                          <p:stCondLst>
                                            <p:cond delay="0"/>
                                          </p:stCondLst>
                                        </p:cTn>
                                        <p:tgtEl>
                                          <p:spTgt spid="42"/>
                                        </p:tgtEl>
                                        <p:attrNameLst>
                                          <p:attrName>style.visibility</p:attrName>
                                        </p:attrNameLst>
                                      </p:cBhvr>
                                      <p:to>
                                        <p:strVal val="visible"/>
                                      </p:to>
                                    </p:set>
                                    <p:animEffect transition="in" filter="fade">
                                      <p:cBhvr>
                                        <p:cTn id="162" dur="550"/>
                                        <p:tgtEl>
                                          <p:spTgt spid="42"/>
                                        </p:tgtEl>
                                      </p:cBhvr>
                                    </p:animEffect>
                                  </p:childTnLst>
                                </p:cTn>
                              </p:par>
                            </p:childTnLst>
                          </p:cTn>
                        </p:par>
                        <p:par>
                          <p:cTn id="163" fill="hold">
                            <p:stCondLst>
                              <p:cond delay="0"/>
                            </p:stCondLst>
                            <p:childTnLst>
                              <p:par>
                                <p:cTn id="164" presetID="10" presetClass="entr" presetSubtype="0" fill="hold" grpId="0" nodeType="afterEffect">
                                  <p:stCondLst>
                                    <p:cond delay="0"/>
                                  </p:stCondLst>
                                  <p:childTnLst>
                                    <p:set>
                                      <p:cBhvr>
                                        <p:cTn id="165" dur="1" fill="hold">
                                          <p:stCondLst>
                                            <p:cond delay="0"/>
                                          </p:stCondLst>
                                        </p:cTn>
                                        <p:tgtEl>
                                          <p:spTgt spid="43"/>
                                        </p:tgtEl>
                                        <p:attrNameLst>
                                          <p:attrName>style.visibility</p:attrName>
                                        </p:attrNameLst>
                                      </p:cBhvr>
                                      <p:to>
                                        <p:strVal val="visible"/>
                                      </p:to>
                                    </p:set>
                                    <p:animEffect transition="in" filter="fade">
                                      <p:cBhvr>
                                        <p:cTn id="166" dur="550"/>
                                        <p:tgtEl>
                                          <p:spTgt spid="43"/>
                                        </p:tgtEl>
                                      </p:cBhvr>
                                    </p:animEffect>
                                  </p:childTnLst>
                                </p:cTn>
                              </p:par>
                            </p:childTnLst>
                          </p:cTn>
                        </p:par>
                        <p:par>
                          <p:cTn id="167" fill="hold">
                            <p:stCondLst>
                              <p:cond delay="0"/>
                            </p:stCondLst>
                            <p:childTnLst>
                              <p:par>
                                <p:cTn id="168" presetID="10" presetClass="entr" presetSubtype="0" fill="hold" grpId="0" nodeType="afterEffect">
                                  <p:stCondLst>
                                    <p:cond delay="0"/>
                                  </p:stCondLst>
                                  <p:childTnLst>
                                    <p:set>
                                      <p:cBhvr>
                                        <p:cTn id="169" dur="1" fill="hold">
                                          <p:stCondLst>
                                            <p:cond delay="0"/>
                                          </p:stCondLst>
                                        </p:cTn>
                                        <p:tgtEl>
                                          <p:spTgt spid="44"/>
                                        </p:tgtEl>
                                        <p:attrNameLst>
                                          <p:attrName>style.visibility</p:attrName>
                                        </p:attrNameLst>
                                      </p:cBhvr>
                                      <p:to>
                                        <p:strVal val="visible"/>
                                      </p:to>
                                    </p:set>
                                    <p:animEffect transition="in" filter="fade">
                                      <p:cBhvr>
                                        <p:cTn id="170" dur="550"/>
                                        <p:tgtEl>
                                          <p:spTgt spid="44"/>
                                        </p:tgtEl>
                                      </p:cBhvr>
                                    </p:animEffect>
                                  </p:childTnLst>
                                </p:cTn>
                              </p:par>
                            </p:childTnLst>
                          </p:cTn>
                        </p:par>
                        <p:par>
                          <p:cTn id="171" fill="hold">
                            <p:stCondLst>
                              <p:cond delay="0"/>
                            </p:stCondLst>
                            <p:childTnLst>
                              <p:par>
                                <p:cTn id="172" presetID="10" presetClass="entr" presetSubtype="0" fill="hold" grpId="0" nodeType="afterEffect">
                                  <p:stCondLst>
                                    <p:cond delay="0"/>
                                  </p:stCondLst>
                                  <p:childTnLst>
                                    <p:set>
                                      <p:cBhvr>
                                        <p:cTn id="173" dur="1" fill="hold">
                                          <p:stCondLst>
                                            <p:cond delay="0"/>
                                          </p:stCondLst>
                                        </p:cTn>
                                        <p:tgtEl>
                                          <p:spTgt spid="45"/>
                                        </p:tgtEl>
                                        <p:attrNameLst>
                                          <p:attrName>style.visibility</p:attrName>
                                        </p:attrNameLst>
                                      </p:cBhvr>
                                      <p:to>
                                        <p:strVal val="visible"/>
                                      </p:to>
                                    </p:set>
                                    <p:animEffect transition="in" filter="fade">
                                      <p:cBhvr>
                                        <p:cTn id="174" dur="550"/>
                                        <p:tgtEl>
                                          <p:spTgt spid="45"/>
                                        </p:tgtEl>
                                      </p:cBhvr>
                                    </p:animEffect>
                                  </p:childTnLst>
                                </p:cTn>
                              </p:par>
                            </p:childTnLst>
                          </p:cTn>
                        </p:par>
                        <p:par>
                          <p:cTn id="175" fill="hold">
                            <p:stCondLst>
                              <p:cond delay="0"/>
                            </p:stCondLst>
                            <p:childTnLst>
                              <p:par>
                                <p:cTn id="176" presetID="10" presetClass="entr" presetSubtype="0" fill="hold" grpId="0" nodeType="afterEffect">
                                  <p:stCondLst>
                                    <p:cond delay="0"/>
                                  </p:stCondLst>
                                  <p:childTnLst>
                                    <p:set>
                                      <p:cBhvr>
                                        <p:cTn id="177" dur="1" fill="hold">
                                          <p:stCondLst>
                                            <p:cond delay="0"/>
                                          </p:stCondLst>
                                        </p:cTn>
                                        <p:tgtEl>
                                          <p:spTgt spid="46"/>
                                        </p:tgtEl>
                                        <p:attrNameLst>
                                          <p:attrName>style.visibility</p:attrName>
                                        </p:attrNameLst>
                                      </p:cBhvr>
                                      <p:to>
                                        <p:strVal val="visible"/>
                                      </p:to>
                                    </p:set>
                                    <p:animEffect transition="in" filter="fade">
                                      <p:cBhvr>
                                        <p:cTn id="178" dur="550"/>
                                        <p:tgtEl>
                                          <p:spTgt spid="46"/>
                                        </p:tgtEl>
                                      </p:cBhvr>
                                    </p:animEffect>
                                  </p:childTnLst>
                                </p:cTn>
                              </p:par>
                            </p:childTnLst>
                          </p:cTn>
                        </p:par>
                        <p:par>
                          <p:cTn id="179" fill="hold">
                            <p:stCondLst>
                              <p:cond delay="0"/>
                            </p:stCondLst>
                            <p:childTnLst>
                              <p:par>
                                <p:cTn id="180" presetID="10" presetClass="entr" presetSubtype="0" fill="hold" grpId="0" nodeType="afterEffect">
                                  <p:stCondLst>
                                    <p:cond delay="0"/>
                                  </p:stCondLst>
                                  <p:childTnLst>
                                    <p:set>
                                      <p:cBhvr>
                                        <p:cTn id="181" dur="1" fill="hold">
                                          <p:stCondLst>
                                            <p:cond delay="0"/>
                                          </p:stCondLst>
                                        </p:cTn>
                                        <p:tgtEl>
                                          <p:spTgt spid="47"/>
                                        </p:tgtEl>
                                        <p:attrNameLst>
                                          <p:attrName>style.visibility</p:attrName>
                                        </p:attrNameLst>
                                      </p:cBhvr>
                                      <p:to>
                                        <p:strVal val="visible"/>
                                      </p:to>
                                    </p:set>
                                    <p:animEffect transition="in" filter="fade">
                                      <p:cBhvr>
                                        <p:cTn id="182" dur="550"/>
                                        <p:tgtEl>
                                          <p:spTgt spid="47"/>
                                        </p:tgtEl>
                                      </p:cBhvr>
                                    </p:animEffect>
                                  </p:childTnLst>
                                </p:cTn>
                              </p:par>
                            </p:childTnLst>
                          </p:cTn>
                        </p:par>
                        <p:par>
                          <p:cTn id="183" fill="hold">
                            <p:stCondLst>
                              <p:cond delay="0"/>
                            </p:stCondLst>
                            <p:childTnLst>
                              <p:par>
                                <p:cTn id="184" presetID="10" presetClass="entr" presetSubtype="0" fill="hold" grpId="0" nodeType="afterEffect">
                                  <p:stCondLst>
                                    <p:cond delay="0"/>
                                  </p:stCondLst>
                                  <p:childTnLst>
                                    <p:set>
                                      <p:cBhvr>
                                        <p:cTn id="185" dur="1" fill="hold">
                                          <p:stCondLst>
                                            <p:cond delay="0"/>
                                          </p:stCondLst>
                                        </p:cTn>
                                        <p:tgtEl>
                                          <p:spTgt spid="48"/>
                                        </p:tgtEl>
                                        <p:attrNameLst>
                                          <p:attrName>style.visibility</p:attrName>
                                        </p:attrNameLst>
                                      </p:cBhvr>
                                      <p:to>
                                        <p:strVal val="visible"/>
                                      </p:to>
                                    </p:set>
                                    <p:animEffect transition="in" filter="fade">
                                      <p:cBhvr>
                                        <p:cTn id="186" dur="550"/>
                                        <p:tgtEl>
                                          <p:spTgt spid="48"/>
                                        </p:tgtEl>
                                      </p:cBhvr>
                                    </p:animEffect>
                                  </p:childTnLst>
                                </p:cTn>
                              </p:par>
                            </p:childTnLst>
                          </p:cTn>
                        </p:par>
                        <p:par>
                          <p:cTn id="187" fill="hold">
                            <p:stCondLst>
                              <p:cond delay="0"/>
                            </p:stCondLst>
                            <p:childTnLst>
                              <p:par>
                                <p:cTn id="188" presetID="10" presetClass="entr" presetSubtype="0" fill="hold" grpId="0" nodeType="afterEffect">
                                  <p:stCondLst>
                                    <p:cond delay="0"/>
                                  </p:stCondLst>
                                  <p:childTnLst>
                                    <p:set>
                                      <p:cBhvr>
                                        <p:cTn id="189" dur="1" fill="hold">
                                          <p:stCondLst>
                                            <p:cond delay="0"/>
                                          </p:stCondLst>
                                        </p:cTn>
                                        <p:tgtEl>
                                          <p:spTgt spid="49"/>
                                        </p:tgtEl>
                                        <p:attrNameLst>
                                          <p:attrName>style.visibility</p:attrName>
                                        </p:attrNameLst>
                                      </p:cBhvr>
                                      <p:to>
                                        <p:strVal val="visible"/>
                                      </p:to>
                                    </p:set>
                                    <p:animEffect transition="in" filter="fade">
                                      <p:cBhvr>
                                        <p:cTn id="190" dur="550"/>
                                        <p:tgtEl>
                                          <p:spTgt spid="49"/>
                                        </p:tgtEl>
                                      </p:cBhvr>
                                    </p:animEffect>
                                  </p:childTnLst>
                                </p:cTn>
                              </p:par>
                            </p:childTnLst>
                          </p:cTn>
                        </p:par>
                        <p:par>
                          <p:cTn id="191" fill="hold">
                            <p:stCondLst>
                              <p:cond delay="0"/>
                            </p:stCondLst>
                            <p:childTnLst>
                              <p:par>
                                <p:cTn id="192" presetID="10" presetClass="entr" presetSubtype="0" fill="hold" grpId="0" nodeType="afterEffect">
                                  <p:stCondLst>
                                    <p:cond delay="0"/>
                                  </p:stCondLst>
                                  <p:childTnLst>
                                    <p:set>
                                      <p:cBhvr>
                                        <p:cTn id="193" dur="1" fill="hold">
                                          <p:stCondLst>
                                            <p:cond delay="0"/>
                                          </p:stCondLst>
                                        </p:cTn>
                                        <p:tgtEl>
                                          <p:spTgt spid="50"/>
                                        </p:tgtEl>
                                        <p:attrNameLst>
                                          <p:attrName>style.visibility</p:attrName>
                                        </p:attrNameLst>
                                      </p:cBhvr>
                                      <p:to>
                                        <p:strVal val="visible"/>
                                      </p:to>
                                    </p:set>
                                    <p:animEffect transition="in" filter="fade">
                                      <p:cBhvr>
                                        <p:cTn id="194" dur="550"/>
                                        <p:tgtEl>
                                          <p:spTgt spid="50"/>
                                        </p:tgtEl>
                                      </p:cBhvr>
                                    </p:animEffect>
                                  </p:childTnLst>
                                </p:cTn>
                              </p:par>
                            </p:childTnLst>
                          </p:cTn>
                        </p:par>
                        <p:par>
                          <p:cTn id="195" fill="hold">
                            <p:stCondLst>
                              <p:cond delay="0"/>
                            </p:stCondLst>
                            <p:childTnLst>
                              <p:par>
                                <p:cTn id="196" presetID="10" presetClass="entr" presetSubtype="0" fill="hold" grpId="0" nodeType="afterEffect">
                                  <p:stCondLst>
                                    <p:cond delay="0"/>
                                  </p:stCondLst>
                                  <p:childTnLst>
                                    <p:set>
                                      <p:cBhvr>
                                        <p:cTn id="197" dur="1" fill="hold">
                                          <p:stCondLst>
                                            <p:cond delay="0"/>
                                          </p:stCondLst>
                                        </p:cTn>
                                        <p:tgtEl>
                                          <p:spTgt spid="51"/>
                                        </p:tgtEl>
                                        <p:attrNameLst>
                                          <p:attrName>style.visibility</p:attrName>
                                        </p:attrNameLst>
                                      </p:cBhvr>
                                      <p:to>
                                        <p:strVal val="visible"/>
                                      </p:to>
                                    </p:set>
                                    <p:animEffect transition="in" filter="fade">
                                      <p:cBhvr>
                                        <p:cTn id="198" dur="550"/>
                                        <p:tgtEl>
                                          <p:spTgt spid="51"/>
                                        </p:tgtEl>
                                      </p:cBhvr>
                                    </p:animEffect>
                                  </p:childTnLst>
                                </p:cTn>
                              </p:par>
                            </p:childTnLst>
                          </p:cTn>
                        </p:par>
                        <p:par>
                          <p:cTn id="199" fill="hold">
                            <p:stCondLst>
                              <p:cond delay="0"/>
                            </p:stCondLst>
                            <p:childTnLst>
                              <p:par>
                                <p:cTn id="200" presetID="10" presetClass="entr" presetSubtype="0" fill="hold" grpId="0" nodeType="afterEffect">
                                  <p:stCondLst>
                                    <p:cond delay="0"/>
                                  </p:stCondLst>
                                  <p:childTnLst>
                                    <p:set>
                                      <p:cBhvr>
                                        <p:cTn id="201" dur="1" fill="hold">
                                          <p:stCondLst>
                                            <p:cond delay="0"/>
                                          </p:stCondLst>
                                        </p:cTn>
                                        <p:tgtEl>
                                          <p:spTgt spid="52"/>
                                        </p:tgtEl>
                                        <p:attrNameLst>
                                          <p:attrName>style.visibility</p:attrName>
                                        </p:attrNameLst>
                                      </p:cBhvr>
                                      <p:to>
                                        <p:strVal val="visible"/>
                                      </p:to>
                                    </p:set>
                                    <p:animEffect transition="in" filter="fade">
                                      <p:cBhvr>
                                        <p:cTn id="202" dur="550"/>
                                        <p:tgtEl>
                                          <p:spTgt spid="52"/>
                                        </p:tgtEl>
                                      </p:cBhvr>
                                    </p:animEffect>
                                  </p:childTnLst>
                                </p:cTn>
                              </p:par>
                            </p:childTnLst>
                          </p:cTn>
                        </p:par>
                        <p:par>
                          <p:cTn id="203" fill="hold">
                            <p:stCondLst>
                              <p:cond delay="0"/>
                            </p:stCondLst>
                            <p:childTnLst>
                              <p:par>
                                <p:cTn id="204" presetID="10" presetClass="entr" presetSubtype="0" fill="hold" grpId="0" nodeType="afterEffect">
                                  <p:stCondLst>
                                    <p:cond delay="0"/>
                                  </p:stCondLst>
                                  <p:childTnLst>
                                    <p:set>
                                      <p:cBhvr>
                                        <p:cTn id="205" dur="1" fill="hold">
                                          <p:stCondLst>
                                            <p:cond delay="0"/>
                                          </p:stCondLst>
                                        </p:cTn>
                                        <p:tgtEl>
                                          <p:spTgt spid="53"/>
                                        </p:tgtEl>
                                        <p:attrNameLst>
                                          <p:attrName>style.visibility</p:attrName>
                                        </p:attrNameLst>
                                      </p:cBhvr>
                                      <p:to>
                                        <p:strVal val="visible"/>
                                      </p:to>
                                    </p:set>
                                    <p:animEffect transition="in" filter="fade">
                                      <p:cBhvr>
                                        <p:cTn id="206" dur="550"/>
                                        <p:tgtEl>
                                          <p:spTgt spid="53"/>
                                        </p:tgtEl>
                                      </p:cBhvr>
                                    </p:animEffect>
                                  </p:childTnLst>
                                </p:cTn>
                              </p:par>
                            </p:childTnLst>
                          </p:cTn>
                        </p:par>
                        <p:par>
                          <p:cTn id="207" fill="hold">
                            <p:stCondLst>
                              <p:cond delay="0"/>
                            </p:stCondLst>
                            <p:childTnLst>
                              <p:par>
                                <p:cTn id="208" presetID="10" presetClass="entr" presetSubtype="0" fill="hold" grpId="0" nodeType="afterEffect">
                                  <p:stCondLst>
                                    <p:cond delay="0"/>
                                  </p:stCondLst>
                                  <p:childTnLst>
                                    <p:set>
                                      <p:cBhvr>
                                        <p:cTn id="209" dur="1" fill="hold">
                                          <p:stCondLst>
                                            <p:cond delay="0"/>
                                          </p:stCondLst>
                                        </p:cTn>
                                        <p:tgtEl>
                                          <p:spTgt spid="54"/>
                                        </p:tgtEl>
                                        <p:attrNameLst>
                                          <p:attrName>style.visibility</p:attrName>
                                        </p:attrNameLst>
                                      </p:cBhvr>
                                      <p:to>
                                        <p:strVal val="visible"/>
                                      </p:to>
                                    </p:set>
                                    <p:animEffect transition="in" filter="fade">
                                      <p:cBhvr>
                                        <p:cTn id="210" dur="550"/>
                                        <p:tgtEl>
                                          <p:spTgt spid="54"/>
                                        </p:tgtEl>
                                      </p:cBhvr>
                                    </p:animEffect>
                                  </p:childTnLst>
                                </p:cTn>
                              </p:par>
                            </p:childTnLst>
                          </p:cTn>
                        </p:par>
                        <p:par>
                          <p:cTn id="211" fill="hold">
                            <p:stCondLst>
                              <p:cond delay="0"/>
                            </p:stCondLst>
                            <p:childTnLst>
                              <p:par>
                                <p:cTn id="212" presetID="10" presetClass="entr" presetSubtype="0" fill="hold" grpId="0" nodeType="afterEffect">
                                  <p:stCondLst>
                                    <p:cond delay="0"/>
                                  </p:stCondLst>
                                  <p:childTnLst>
                                    <p:set>
                                      <p:cBhvr>
                                        <p:cTn id="213" dur="1" fill="hold">
                                          <p:stCondLst>
                                            <p:cond delay="0"/>
                                          </p:stCondLst>
                                        </p:cTn>
                                        <p:tgtEl>
                                          <p:spTgt spid="55"/>
                                        </p:tgtEl>
                                        <p:attrNameLst>
                                          <p:attrName>style.visibility</p:attrName>
                                        </p:attrNameLst>
                                      </p:cBhvr>
                                      <p:to>
                                        <p:strVal val="visible"/>
                                      </p:to>
                                    </p:set>
                                    <p:animEffect transition="in" filter="fade">
                                      <p:cBhvr>
                                        <p:cTn id="214" dur="550"/>
                                        <p:tgtEl>
                                          <p:spTgt spid="55"/>
                                        </p:tgtEl>
                                      </p:cBhvr>
                                    </p:animEffect>
                                  </p:childTnLst>
                                </p:cTn>
                              </p:par>
                            </p:childTnLst>
                          </p:cTn>
                        </p:par>
                        <p:par>
                          <p:cTn id="215" fill="hold">
                            <p:stCondLst>
                              <p:cond delay="0"/>
                            </p:stCondLst>
                            <p:childTnLst>
                              <p:par>
                                <p:cTn id="216" presetID="10" presetClass="entr" presetSubtype="0" fill="hold" grpId="0" nodeType="afterEffect">
                                  <p:stCondLst>
                                    <p:cond delay="0"/>
                                  </p:stCondLst>
                                  <p:childTnLst>
                                    <p:set>
                                      <p:cBhvr>
                                        <p:cTn id="217" dur="1" fill="hold">
                                          <p:stCondLst>
                                            <p:cond delay="0"/>
                                          </p:stCondLst>
                                        </p:cTn>
                                        <p:tgtEl>
                                          <p:spTgt spid="56"/>
                                        </p:tgtEl>
                                        <p:attrNameLst>
                                          <p:attrName>style.visibility</p:attrName>
                                        </p:attrNameLst>
                                      </p:cBhvr>
                                      <p:to>
                                        <p:strVal val="visible"/>
                                      </p:to>
                                    </p:set>
                                    <p:animEffect transition="in" filter="fade">
                                      <p:cBhvr>
                                        <p:cTn id="218" dur="550"/>
                                        <p:tgtEl>
                                          <p:spTgt spid="56"/>
                                        </p:tgtEl>
                                      </p:cBhvr>
                                    </p:animEffect>
                                  </p:childTnLst>
                                </p:cTn>
                              </p:par>
                            </p:childTnLst>
                          </p:cTn>
                        </p:par>
                        <p:par>
                          <p:cTn id="219" fill="hold">
                            <p:stCondLst>
                              <p:cond delay="0"/>
                            </p:stCondLst>
                            <p:childTnLst>
                              <p:par>
                                <p:cTn id="220" presetID="10" presetClass="entr" presetSubtype="0" fill="hold" grpId="0" nodeType="afterEffect">
                                  <p:stCondLst>
                                    <p:cond delay="0"/>
                                  </p:stCondLst>
                                  <p:childTnLst>
                                    <p:set>
                                      <p:cBhvr>
                                        <p:cTn id="221" dur="1" fill="hold">
                                          <p:stCondLst>
                                            <p:cond delay="0"/>
                                          </p:stCondLst>
                                        </p:cTn>
                                        <p:tgtEl>
                                          <p:spTgt spid="57"/>
                                        </p:tgtEl>
                                        <p:attrNameLst>
                                          <p:attrName>style.visibility</p:attrName>
                                        </p:attrNameLst>
                                      </p:cBhvr>
                                      <p:to>
                                        <p:strVal val="visible"/>
                                      </p:to>
                                    </p:set>
                                    <p:animEffect transition="in" filter="fade">
                                      <p:cBhvr>
                                        <p:cTn id="222" dur="550"/>
                                        <p:tgtEl>
                                          <p:spTgt spid="57"/>
                                        </p:tgtEl>
                                      </p:cBhvr>
                                    </p:animEffect>
                                  </p:childTnLst>
                                </p:cTn>
                              </p:par>
                            </p:childTnLst>
                          </p:cTn>
                        </p:par>
                        <p:par>
                          <p:cTn id="223" fill="hold">
                            <p:stCondLst>
                              <p:cond delay="0"/>
                            </p:stCondLst>
                            <p:childTnLst>
                              <p:par>
                                <p:cTn id="224" presetID="10" presetClass="entr" presetSubtype="0" fill="hold" grpId="0" nodeType="afterEffect">
                                  <p:stCondLst>
                                    <p:cond delay="0"/>
                                  </p:stCondLst>
                                  <p:childTnLst>
                                    <p:set>
                                      <p:cBhvr>
                                        <p:cTn id="225" dur="1" fill="hold">
                                          <p:stCondLst>
                                            <p:cond delay="0"/>
                                          </p:stCondLst>
                                        </p:cTn>
                                        <p:tgtEl>
                                          <p:spTgt spid="58"/>
                                        </p:tgtEl>
                                        <p:attrNameLst>
                                          <p:attrName>style.visibility</p:attrName>
                                        </p:attrNameLst>
                                      </p:cBhvr>
                                      <p:to>
                                        <p:strVal val="visible"/>
                                      </p:to>
                                    </p:set>
                                    <p:animEffect transition="in" filter="fade">
                                      <p:cBhvr>
                                        <p:cTn id="226" dur="550"/>
                                        <p:tgtEl>
                                          <p:spTgt spid="58"/>
                                        </p:tgtEl>
                                      </p:cBhvr>
                                    </p:animEffect>
                                  </p:childTnLst>
                                </p:cTn>
                              </p:par>
                            </p:childTnLst>
                          </p:cTn>
                        </p:par>
                        <p:par>
                          <p:cTn id="227" fill="hold">
                            <p:stCondLst>
                              <p:cond delay="200"/>
                            </p:stCondLst>
                            <p:childTnLst>
                              <p:par>
                                <p:cTn id="228" presetID="53" presetClass="entr" presetSubtype="16" fill="hold" grpId="0" nodeType="afterEffect">
                                  <p:stCondLst>
                                    <p:cond delay="0"/>
                                  </p:stCondLst>
                                  <p:childTnLst>
                                    <p:set>
                                      <p:cBhvr>
                                        <p:cTn id="229" dur="1" fill="hold">
                                          <p:stCondLst>
                                            <p:cond delay="0"/>
                                          </p:stCondLst>
                                        </p:cTn>
                                        <p:tgtEl>
                                          <p:spTgt spid="60"/>
                                        </p:tgtEl>
                                        <p:attrNameLst>
                                          <p:attrName>style.visibility</p:attrName>
                                        </p:attrNameLst>
                                      </p:cBhvr>
                                      <p:to>
                                        <p:strVal val="visible"/>
                                      </p:to>
                                    </p:set>
                                    <p:animEffect transition="in" filter="fade">
                                      <p:cBhvr>
                                        <p:cTn id="230" dur="550"/>
                                        <p:tgtEl>
                                          <p:spTgt spid="60"/>
                                        </p:tgtEl>
                                      </p:cBhvr>
                                    </p:animEffect>
                                    <p:anim calcmode="lin" valueType="num">
                                      <p:cBhvr additive="base">
                                        <p:cTn id="231" dur="550" fill="hold"/>
                                        <p:tgtEl>
                                          <p:spTgt spid="60"/>
                                        </p:tgtEl>
                                        <p:attrNameLst>
                                          <p:attrName>ppt_w</p:attrName>
                                        </p:attrNameLst>
                                      </p:cBhvr>
                                      <p:tavLst>
                                        <p:tav tm="0">
                                          <p:val>
                                            <p:strVal val="0"/>
                                          </p:val>
                                        </p:tav>
                                        <p:tav tm="100000">
                                          <p:val>
                                            <p:strVal val="#ppt_w"/>
                                          </p:val>
                                        </p:tav>
                                      </p:tavLst>
                                    </p:anim>
                                    <p:anim calcmode="lin" valueType="num">
                                      <p:cBhvr additive="base">
                                        <p:cTn id="232" dur="550" fill="hold"/>
                                        <p:tgtEl>
                                          <p:spTgt spid="60"/>
                                        </p:tgtEl>
                                        <p:attrNameLst>
                                          <p:attrName>ppt_h</p:attrName>
                                        </p:attrNameLst>
                                      </p:cBhvr>
                                      <p:tavLst>
                                        <p:tav tm="0">
                                          <p:val>
                                            <p:strVal val="0"/>
                                          </p:val>
                                        </p:tav>
                                        <p:tav tm="100000">
                                          <p:val>
                                            <p:strVal val="#ppt_h"/>
                                          </p:val>
                                        </p:tav>
                                      </p:tavLst>
                                    </p:anim>
                                  </p:childTnLst>
                                </p:cTn>
                              </p:par>
                            </p:childTnLst>
                          </p:cTn>
                        </p:par>
                        <p:par>
                          <p:cTn id="233" fill="hold">
                            <p:stCondLst>
                              <p:cond delay="200"/>
                            </p:stCondLst>
                            <p:childTnLst>
                              <p:par>
                                <p:cTn id="234" presetID="53" presetClass="entr" presetSubtype="16" fill="hold" grpId="0" nodeType="afterEffect">
                                  <p:stCondLst>
                                    <p:cond delay="0"/>
                                  </p:stCondLst>
                                  <p:childTnLst>
                                    <p:set>
                                      <p:cBhvr>
                                        <p:cTn id="235" dur="1" fill="hold">
                                          <p:stCondLst>
                                            <p:cond delay="0"/>
                                          </p:stCondLst>
                                        </p:cTn>
                                        <p:tgtEl>
                                          <p:spTgt spid="59"/>
                                        </p:tgtEl>
                                        <p:attrNameLst>
                                          <p:attrName>style.visibility</p:attrName>
                                        </p:attrNameLst>
                                      </p:cBhvr>
                                      <p:to>
                                        <p:strVal val="visible"/>
                                      </p:to>
                                    </p:set>
                                    <p:animEffect transition="in" filter="fade">
                                      <p:cBhvr>
                                        <p:cTn id="236" dur="550"/>
                                        <p:tgtEl>
                                          <p:spTgt spid="59"/>
                                        </p:tgtEl>
                                      </p:cBhvr>
                                    </p:animEffect>
                                    <p:anim calcmode="lin" valueType="num">
                                      <p:cBhvr additive="base">
                                        <p:cTn id="237" dur="550" fill="hold"/>
                                        <p:tgtEl>
                                          <p:spTgt spid="59"/>
                                        </p:tgtEl>
                                        <p:attrNameLst>
                                          <p:attrName>ppt_w</p:attrName>
                                        </p:attrNameLst>
                                      </p:cBhvr>
                                      <p:tavLst>
                                        <p:tav tm="0">
                                          <p:val>
                                            <p:strVal val="0"/>
                                          </p:val>
                                        </p:tav>
                                        <p:tav tm="100000">
                                          <p:val>
                                            <p:strVal val="#ppt_w"/>
                                          </p:val>
                                        </p:tav>
                                      </p:tavLst>
                                    </p:anim>
                                    <p:anim calcmode="lin" valueType="num">
                                      <p:cBhvr additive="base">
                                        <p:cTn id="238" dur="550" fill="hold"/>
                                        <p:tgtEl>
                                          <p:spTgt spid="59"/>
                                        </p:tgtEl>
                                        <p:attrNameLst>
                                          <p:attrName>ppt_h</p:attrName>
                                        </p:attrNameLst>
                                      </p:cBhvr>
                                      <p:tavLst>
                                        <p:tav tm="0">
                                          <p:val>
                                            <p:strVal val="0"/>
                                          </p:val>
                                        </p:tav>
                                        <p:tav tm="100000">
                                          <p:val>
                                            <p:strVal val="#ppt_h"/>
                                          </p:val>
                                        </p:tav>
                                      </p:tavLst>
                                    </p:anim>
                                  </p:childTnLst>
                                </p:cTn>
                              </p:par>
                            </p:childTnLst>
                          </p:cTn>
                        </p:par>
                        <p:par>
                          <p:cTn id="239" fill="hold">
                            <p:stCondLst>
                              <p:cond delay="200"/>
                            </p:stCondLst>
                            <p:childTnLst>
                              <p:par>
                                <p:cTn id="240" presetID="53" presetClass="entr" presetSubtype="16" fill="hold" grpId="0" nodeType="afterEffect">
                                  <p:stCondLst>
                                    <p:cond delay="0"/>
                                  </p:stCondLst>
                                  <p:childTnLst>
                                    <p:set>
                                      <p:cBhvr>
                                        <p:cTn id="241" dur="1" fill="hold">
                                          <p:stCondLst>
                                            <p:cond delay="0"/>
                                          </p:stCondLst>
                                        </p:cTn>
                                        <p:tgtEl>
                                          <p:spTgt spid="61"/>
                                        </p:tgtEl>
                                        <p:attrNameLst>
                                          <p:attrName>style.visibility</p:attrName>
                                        </p:attrNameLst>
                                      </p:cBhvr>
                                      <p:to>
                                        <p:strVal val="visible"/>
                                      </p:to>
                                    </p:set>
                                    <p:animEffect transition="in" filter="fade">
                                      <p:cBhvr>
                                        <p:cTn id="242" dur="550"/>
                                        <p:tgtEl>
                                          <p:spTgt spid="61"/>
                                        </p:tgtEl>
                                      </p:cBhvr>
                                    </p:animEffect>
                                    <p:anim calcmode="lin" valueType="num">
                                      <p:cBhvr additive="base">
                                        <p:cTn id="243" dur="550" fill="hold"/>
                                        <p:tgtEl>
                                          <p:spTgt spid="61"/>
                                        </p:tgtEl>
                                        <p:attrNameLst>
                                          <p:attrName>ppt_w</p:attrName>
                                        </p:attrNameLst>
                                      </p:cBhvr>
                                      <p:tavLst>
                                        <p:tav tm="0">
                                          <p:val>
                                            <p:strVal val="0"/>
                                          </p:val>
                                        </p:tav>
                                        <p:tav tm="100000">
                                          <p:val>
                                            <p:strVal val="#ppt_w"/>
                                          </p:val>
                                        </p:tav>
                                      </p:tavLst>
                                    </p:anim>
                                    <p:anim calcmode="lin" valueType="num">
                                      <p:cBhvr additive="base">
                                        <p:cTn id="244" dur="550" fill="hold"/>
                                        <p:tgtEl>
                                          <p:spTgt spid="61"/>
                                        </p:tgtEl>
                                        <p:attrNameLst>
                                          <p:attrName>ppt_h</p:attrName>
                                        </p:attrNameLst>
                                      </p:cBhvr>
                                      <p:tavLst>
                                        <p:tav tm="0">
                                          <p:val>
                                            <p:strVal val="0"/>
                                          </p:val>
                                        </p:tav>
                                        <p:tav tm="100000">
                                          <p:val>
                                            <p:strVal val="#ppt_h"/>
                                          </p:val>
                                        </p:tav>
                                      </p:tavLst>
                                    </p:anim>
                                  </p:childTnLst>
                                </p:cTn>
                              </p:par>
                            </p:childTnLst>
                          </p:cTn>
                        </p:par>
                        <p:par>
                          <p:cTn id="245" fill="hold">
                            <p:stCondLst>
                              <p:cond delay="200"/>
                            </p:stCondLst>
                            <p:childTnLst>
                              <p:par>
                                <p:cTn id="246" presetID="10" presetClass="entr" presetSubtype="0" fill="hold" grpId="0" nodeType="afterEffect">
                                  <p:stCondLst>
                                    <p:cond delay="0"/>
                                  </p:stCondLst>
                                  <p:childTnLst>
                                    <p:set>
                                      <p:cBhvr>
                                        <p:cTn id="247" dur="1" fill="hold">
                                          <p:stCondLst>
                                            <p:cond delay="0"/>
                                          </p:stCondLst>
                                        </p:cTn>
                                        <p:tgtEl>
                                          <p:spTgt spid="62"/>
                                        </p:tgtEl>
                                        <p:attrNameLst>
                                          <p:attrName>style.visibility</p:attrName>
                                        </p:attrNameLst>
                                      </p:cBhvr>
                                      <p:to>
                                        <p:strVal val="visible"/>
                                      </p:to>
                                    </p:set>
                                    <p:animEffect transition="in" filter="fade">
                                      <p:cBhvr>
                                        <p:cTn id="248" dur="550"/>
                                        <p:tgtEl>
                                          <p:spTgt spid="62"/>
                                        </p:tgtEl>
                                      </p:cBhvr>
                                    </p:animEffect>
                                  </p:childTnLst>
                                </p:cTn>
                              </p:par>
                            </p:childTnLst>
                          </p:cTn>
                        </p:par>
                        <p:par>
                          <p:cTn id="249" fill="hold">
                            <p:stCondLst>
                              <p:cond delay="350"/>
                            </p:stCondLst>
                            <p:childTnLst>
                              <p:par>
                                <p:cTn id="250" presetID="10" presetClass="entr" presetSubtype="0" fill="hold" grpId="0" nodeType="afterEffect">
                                  <p:stCondLst>
                                    <p:cond delay="0"/>
                                  </p:stCondLst>
                                  <p:childTnLst>
                                    <p:set>
                                      <p:cBhvr>
                                        <p:cTn id="251" dur="1" fill="hold">
                                          <p:stCondLst>
                                            <p:cond delay="0"/>
                                          </p:stCondLst>
                                        </p:cTn>
                                        <p:tgtEl>
                                          <p:spTgt spid="64"/>
                                        </p:tgtEl>
                                        <p:attrNameLst>
                                          <p:attrName>style.visibility</p:attrName>
                                        </p:attrNameLst>
                                      </p:cBhvr>
                                      <p:to>
                                        <p:strVal val="visible"/>
                                      </p:to>
                                    </p:set>
                                    <p:animEffect transition="in" filter="fade">
                                      <p:cBhvr>
                                        <p:cTn id="252" dur="550"/>
                                        <p:tgtEl>
                                          <p:spTgt spid="64"/>
                                        </p:tgtEl>
                                      </p:cBhvr>
                                    </p:animEffect>
                                  </p:childTnLst>
                                </p:cTn>
                              </p:par>
                            </p:childTnLst>
                          </p:cTn>
                        </p:par>
                        <p:par>
                          <p:cTn id="253" fill="hold">
                            <p:stCondLst>
                              <p:cond delay="500"/>
                            </p:stCondLst>
                            <p:childTnLst>
                              <p:par>
                                <p:cTn id="254" presetID="2" presetClass="entr" presetSubtype="8" fill="hold" grpId="0" nodeType="afterEffect">
                                  <p:stCondLst>
                                    <p:cond delay="0"/>
                                  </p:stCondLst>
                                  <p:childTnLst>
                                    <p:set>
                                      <p:cBhvr>
                                        <p:cTn id="255" dur="1" fill="hold">
                                          <p:stCondLst>
                                            <p:cond delay="0"/>
                                          </p:stCondLst>
                                        </p:cTn>
                                        <p:tgtEl>
                                          <p:spTgt spid="63"/>
                                        </p:tgtEl>
                                        <p:attrNameLst>
                                          <p:attrName>style.visibility</p:attrName>
                                        </p:attrNameLst>
                                      </p:cBhvr>
                                      <p:to>
                                        <p:strVal val="visible"/>
                                      </p:to>
                                    </p:set>
                                    <p:anim calcmode="lin" valueType="num">
                                      <p:cBhvr additive="base">
                                        <p:cTn id="257" dur="550" fill="hold"/>
                                        <p:tgtEl>
                                          <p:spTgt spid="63"/>
                                        </p:tgtEl>
                                        <p:attrNameLst>
                                          <p:attrName>ppt_x</p:attrName>
                                        </p:attrNameLst>
                                      </p:cBhvr>
                                      <p:tavLst>
                                        <p:tav tm="0">
                                          <p:val>
                                            <p:strVal val="0-#ppt_w/2"/>
                                          </p:val>
                                        </p:tav>
                                        <p:tav tm="100000">
                                          <p:val>
                                            <p:strVal val="#ppt_x"/>
                                          </p:val>
                                        </p:tav>
                                      </p:tavLst>
                                    </p:anim>
                                    <p:anim calcmode="lin" valueType="num">
                                      <p:cBhvr additive="base">
                                        <p:cTn id="258" dur="550" fill="hold"/>
                                        <p:tgtEl>
                                          <p:spTgt spid="63"/>
                                        </p:tgtEl>
                                        <p:attrNameLst>
                                          <p:attrName>ppt_y</p:attrName>
                                        </p:attrNameLst>
                                      </p:cBhvr>
                                      <p:tavLst>
                                        <p:tav tm="0">
                                          <p:val>
                                            <p:strVal val="#ppt_y"/>
                                          </p:val>
                                        </p:tav>
                                        <p:tav tm="100000">
                                          <p:val>
                                            <p:strVal val="#ppt_y"/>
                                          </p:val>
                                        </p:tav>
                                      </p:tavLst>
                                    </p:anim>
                                  </p:childTnLst>
                                </p:cTn>
                              </p:par>
                            </p:childTnLst>
                          </p:cTn>
                        </p:par>
                        <p:par>
                          <p:cTn id="259" fill="hold">
                            <p:stCondLst>
                              <p:cond delay="650"/>
                            </p:stCondLst>
                            <p:childTnLst>
                              <p:par>
                                <p:cTn id="260" presetID="42" presetClass="entr" presetSubtype="0" fill="hold" grpId="0" nodeType="afterEffect">
                                  <p:stCondLst>
                                    <p:cond delay="0"/>
                                  </p:stCondLst>
                                  <p:childTnLst>
                                    <p:set>
                                      <p:cBhvr>
                                        <p:cTn id="261" dur="1" fill="hold">
                                          <p:stCondLst>
                                            <p:cond delay="0"/>
                                          </p:stCondLst>
                                        </p:cTn>
                                        <p:tgtEl>
                                          <p:spTgt spid="65"/>
                                        </p:tgtEl>
                                        <p:attrNameLst>
                                          <p:attrName>style.visibility</p:attrName>
                                        </p:attrNameLst>
                                      </p:cBhvr>
                                      <p:to>
                                        <p:strVal val="visible"/>
                                      </p:to>
                                    </p:set>
                                    <p:animEffect transition="in" filter="fade">
                                      <p:cBhvr>
                                        <p:cTn id="262" dur="550"/>
                                        <p:tgtEl>
                                          <p:spTgt spid="65"/>
                                        </p:tgtEl>
                                      </p:cBhvr>
                                    </p:animEffect>
                                    <p:anim calcmode="lin" valueType="num">
                                      <p:cBhvr additive="base">
                                        <p:cTn id="263" dur="550" fill="hold"/>
                                        <p:tgtEl>
                                          <p:spTgt spid="65"/>
                                        </p:tgtEl>
                                        <p:attrNameLst>
                                          <p:attrName>ppt_x</p:attrName>
                                        </p:attrNameLst>
                                      </p:cBhvr>
                                      <p:tavLst>
                                        <p:tav tm="0">
                                          <p:val>
                                            <p:strVal val="#ppt_x"/>
                                          </p:val>
                                        </p:tav>
                                        <p:tav tm="100000">
                                          <p:val>
                                            <p:strVal val="#ppt_x"/>
                                          </p:val>
                                        </p:tav>
                                      </p:tavLst>
                                    </p:anim>
                                    <p:anim calcmode="lin" valueType="num">
                                      <p:cBhvr additive="base">
                                        <p:cTn id="264" dur="550" fill="hold"/>
                                        <p:tgtEl>
                                          <p:spTgt spid="65"/>
                                        </p:tgtEl>
                                        <p:attrNameLst>
                                          <p:attrName>ppt_y</p:attrName>
                                        </p:attrNameLst>
                                      </p:cBhvr>
                                      <p:tavLst>
                                        <p:tav tm="0">
                                          <p:val>
                                            <p:strVal val="#ppt_y+.08"/>
                                          </p:val>
                                        </p:tav>
                                        <p:tav tm="100000">
                                          <p:val>
                                            <p:strVal val="#ppt_y"/>
                                          </p:val>
                                        </p:tav>
                                      </p:tavLst>
                                    </p:anim>
                                  </p:childTnLst>
                                </p:cTn>
                              </p:par>
                            </p:childTnLst>
                          </p:cTn>
                        </p:par>
                        <p:par>
                          <p:cTn id="265" fill="hold">
                            <p:stCondLst>
                              <p:cond delay="800"/>
                            </p:stCondLst>
                            <p:childTnLst>
                              <p:par>
                                <p:cTn id="266" presetID="22" presetClass="entr" presetSubtype="8" fill="hold" grpId="0" nodeType="afterEffect">
                                  <p:stCondLst>
                                    <p:cond delay="0"/>
                                  </p:stCondLst>
                                  <p:childTnLst>
                                    <p:set>
                                      <p:cBhvr>
                                        <p:cTn id="267" dur="1" fill="hold">
                                          <p:stCondLst>
                                            <p:cond delay="0"/>
                                          </p:stCondLst>
                                        </p:cTn>
                                        <p:tgtEl>
                                          <p:spTgt spid="66"/>
                                        </p:tgtEl>
                                        <p:attrNameLst>
                                          <p:attrName>style.visibility</p:attrName>
                                        </p:attrNameLst>
                                      </p:cBhvr>
                                      <p:to>
                                        <p:strVal val="visible"/>
                                      </p:to>
                                    </p:set>
                                    <p:animEffect transition="in" filter="wipe(left)">
                                      <p:cBhvr>
                                        <p:cTn id="269" dur="800"/>
                                        <p:tgtEl>
                                          <p:spTgt spid="66"/>
                                        </p:tgtEl>
                                      </p:cBhvr>
                                    </p:animEffect>
                                  </p:childTnLst>
                                </p:cTn>
                              </p:par>
                            </p:childTnLst>
                          </p:cTn>
                        </p:par>
                        <p:par>
                          <p:cTn id="270" fill="hold">
                            <p:stCondLst>
                              <p:cond delay="950"/>
                            </p:stCondLst>
                            <p:childTnLst>
                              <p:par>
                                <p:cTn id="271" presetID="10" presetClass="entr" presetSubtype="0" fill="hold" grpId="0" nodeType="afterEffect">
                                  <p:stCondLst>
                                    <p:cond delay="0"/>
                                  </p:stCondLst>
                                  <p:childTnLst>
                                    <p:set>
                                      <p:cBhvr>
                                        <p:cTn id="272" dur="1" fill="hold">
                                          <p:stCondLst>
                                            <p:cond delay="0"/>
                                          </p:stCondLst>
                                        </p:cTn>
                                        <p:tgtEl>
                                          <p:spTgt spid="67"/>
                                        </p:tgtEl>
                                        <p:attrNameLst>
                                          <p:attrName>style.visibility</p:attrName>
                                        </p:attrNameLst>
                                      </p:cBhvr>
                                      <p:to>
                                        <p:strVal val="visible"/>
                                      </p:to>
                                    </p:set>
                                    <p:animEffect transition="in" filter="fade">
                                      <p:cBhvr>
                                        <p:cTn id="273" dur="550"/>
                                        <p:tgtEl>
                                          <p:spTgt spid="67"/>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43" grpId="0" animBg="1"/>
      <p:bldP spid="44" grpId="0" animBg="1"/>
      <p:bldP spid="45" grpId="0" animBg="1"/>
      <p:bldP spid="46" grpId="0" animBg="1"/>
      <p:bldP spid="47" grpId="0" animBg="1"/>
      <p:bldP spid="48" grpId="0" animBg="1"/>
      <p:bldP spid="49" grpId="0" animBg="1"/>
      <p:bldP spid="50" grpId="0" animBg="1"/>
      <p:bldP spid="51" grpId="0" animBg="1"/>
      <p:bldP spid="52" grpId="0" animBg="1"/>
      <p:bldP spid="53" grpId="0" animBg="1"/>
      <p:bldP spid="54" grpId="0" animBg="1"/>
      <p:bldP spid="55" grpId="0" animBg="1"/>
      <p:bldP spid="56" grpId="0" animBg="1"/>
      <p:bldP spid="57" grpId="0" animBg="1"/>
      <p:bldP spid="58" grpId="0" animBg="1"/>
      <p:bldP spid="60" grpId="0" animBg="1"/>
      <p:bldP spid="59" grpId="0" animBg="1"/>
      <p:bldP spid="62" grpId="0" animBg="1"/>
      <p:bldP spid="64" grpId="0" animBg="1"/>
      <p:bldP spid="63" grpId="0" animBg="1"/>
      <p:bldP spid="65" grpId="0" animBg="1"/>
      <p:bldP spid="66" grpId="0" animBg="1"/>
      <p:bldP spid="67" grpId="0" animBg="1"/>
    </p:bldLst>
  </p:timing>
</p:sld>
</file>

<file path=ppt/slides/slide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2000" cy="6858000"/>
          </a:xfrm>
          <a:prstGeom prst="rect">
            <a:avLst/>
          </a:prstGeom>
          <a:gradFill rotWithShape="1">
            <a:gsLst>
              <a:gs pos="0">
                <a:srgbClr val="070B1A"/>
              </a:gs>
              <a:gs pos="100000">
                <a:srgbClr val="141C44"/>
              </a:gs>
            </a:gsLst>
            <a:lin scaled="0" ang="13500000"/>
          </a:gra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cxnSp>
        <p:nvCxnSpPr>
          <p:cNvPr id="3" name="Connector 2"/>
          <p:cNvCxnSpPr/>
          <p:nvPr/>
        </p:nvCxnSpPr>
        <p:spPr>
          <a:xfrm flipV="1">
            <a:off x="10350000" y="305000"/>
            <a:ext cx="750000" cy="75000"/>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cxnSp>
        <p:nvCxnSpPr>
          <p:cNvPr id="4" name="Connector 3"/>
          <p:cNvCxnSpPr/>
          <p:nvPr/>
        </p:nvCxnSpPr>
        <p:spPr>
          <a:xfrm>
            <a:off x="10350000" y="380000"/>
            <a:ext cx="750000" cy="375000"/>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cxnSp>
        <p:nvCxnSpPr>
          <p:cNvPr id="5" name="Connector 4"/>
          <p:cNvCxnSpPr/>
          <p:nvPr/>
        </p:nvCxnSpPr>
        <p:spPr>
          <a:xfrm flipV="1">
            <a:off x="10350000" y="305000"/>
            <a:ext cx="750000" cy="375000"/>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cxnSp>
        <p:nvCxnSpPr>
          <p:cNvPr id="6" name="Connector 5"/>
          <p:cNvCxnSpPr/>
          <p:nvPr/>
        </p:nvCxnSpPr>
        <p:spPr>
          <a:xfrm flipV="1">
            <a:off x="10350000" y="530000"/>
            <a:ext cx="750000" cy="150000"/>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cxnSp>
        <p:nvCxnSpPr>
          <p:cNvPr id="7" name="Connector 6"/>
          <p:cNvCxnSpPr/>
          <p:nvPr/>
        </p:nvCxnSpPr>
        <p:spPr>
          <a:xfrm>
            <a:off x="11100000" y="305000"/>
            <a:ext cx="750000" cy="75000"/>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cxnSp>
        <p:nvCxnSpPr>
          <p:cNvPr id="8" name="Connector 7"/>
          <p:cNvCxnSpPr/>
          <p:nvPr/>
        </p:nvCxnSpPr>
        <p:spPr>
          <a:xfrm flipV="1">
            <a:off x="11100000" y="380000"/>
            <a:ext cx="750000" cy="375000"/>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cxnSp>
        <p:nvCxnSpPr>
          <p:cNvPr id="9" name="Connector 8"/>
          <p:cNvCxnSpPr/>
          <p:nvPr/>
        </p:nvCxnSpPr>
        <p:spPr>
          <a:xfrm flipV="1">
            <a:off x="11100000" y="680000"/>
            <a:ext cx="750000" cy="75000"/>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sp>
        <p:nvSpPr>
          <p:cNvPr id="10" name="Oval 9"/>
          <p:cNvSpPr/>
          <p:nvPr/>
        </p:nvSpPr>
        <p:spPr>
          <a:xfrm>
            <a:off x="10280000" y="310000"/>
            <a:ext cx="140000" cy="140000"/>
          </a:xfrm>
          <a:prstGeom prst="ellipse">
            <a:avLst/>
          </a:prstGeom>
          <a:solidFill>
            <a:srgbClr val="3B4C8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Oval 10"/>
          <p:cNvSpPr/>
          <p:nvPr/>
        </p:nvSpPr>
        <p:spPr>
          <a:xfrm>
            <a:off x="10280000" y="610000"/>
            <a:ext cx="140000" cy="140000"/>
          </a:xfrm>
          <a:prstGeom prst="ellipse">
            <a:avLst/>
          </a:prstGeom>
          <a:solidFill>
            <a:srgbClr val="3B4C8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11030000" y="235000"/>
            <a:ext cx="140000" cy="140000"/>
          </a:xfrm>
          <a:prstGeom prst="ellipse">
            <a:avLst/>
          </a:prstGeom>
          <a:solidFill>
            <a:srgbClr val="3B4C8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Oval 12"/>
          <p:cNvSpPr/>
          <p:nvPr/>
        </p:nvSpPr>
        <p:spPr>
          <a:xfrm>
            <a:off x="11030000" y="460000"/>
            <a:ext cx="140000" cy="140000"/>
          </a:xfrm>
          <a:prstGeom prst="ellipse">
            <a:avLst/>
          </a:prstGeom>
          <a:solidFill>
            <a:srgbClr val="3B4C8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Oval 13"/>
          <p:cNvSpPr/>
          <p:nvPr/>
        </p:nvSpPr>
        <p:spPr>
          <a:xfrm>
            <a:off x="11030000" y="685000"/>
            <a:ext cx="140000" cy="140000"/>
          </a:xfrm>
          <a:prstGeom prst="ellipse">
            <a:avLst/>
          </a:prstGeom>
          <a:solidFill>
            <a:srgbClr val="3B4C8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Oval 14"/>
          <p:cNvSpPr/>
          <p:nvPr/>
        </p:nvSpPr>
        <p:spPr>
          <a:xfrm>
            <a:off x="11780000" y="310000"/>
            <a:ext cx="140000" cy="140000"/>
          </a:xfrm>
          <a:prstGeom prst="ellipse">
            <a:avLst/>
          </a:prstGeom>
          <a:solidFill>
            <a:srgbClr val="3B4C8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Oval 15"/>
          <p:cNvSpPr/>
          <p:nvPr/>
        </p:nvSpPr>
        <p:spPr>
          <a:xfrm>
            <a:off x="11780000" y="610000"/>
            <a:ext cx="140000" cy="140000"/>
          </a:xfrm>
          <a:prstGeom prst="ellipse">
            <a:avLst/>
          </a:prstGeom>
          <a:solidFill>
            <a:srgbClr val="3B4C8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500000" y="160000"/>
            <a:ext cx="9600000" cy="300000"/>
          </a:xfrm>
          <a:prstGeom prst="rect">
            <a:avLst/>
          </a:prstGeom>
          <a:noFill/>
        </p:spPr>
        <p:txBody>
          <a:bodyPr wrap="square" anchor="t" lIns="50800" rIns="50800">
            <a:spAutoFit/>
          </a:bodyPr>
          <a:lstStyle/>
          <a:p>
            <a:pPr algn="l"/>
            <a:r>
              <a:rPr sz="1100" b="1">
                <a:solidFill>
                  <a:srgbClr val="22D3EE"/>
                </a:solidFill>
                <a:latin typeface="Segoe UI"/>
              </a:rPr>
              <a:t>◆ MA’RUZA REJASI</a:t>
            </a:r>
          </a:p>
        </p:txBody>
      </p:sp>
      <p:sp>
        <p:nvSpPr>
          <p:cNvPr id="18" name="TextBox 17"/>
          <p:cNvSpPr txBox="1"/>
          <p:nvPr/>
        </p:nvSpPr>
        <p:spPr>
          <a:xfrm>
            <a:off x="500000" y="400000"/>
            <a:ext cx="9800000" cy="650000"/>
          </a:xfrm>
          <a:prstGeom prst="rect">
            <a:avLst/>
          </a:prstGeom>
          <a:noFill/>
        </p:spPr>
        <p:txBody>
          <a:bodyPr wrap="square" anchor="ctr" lIns="50800" rIns="50800">
            <a:spAutoFit/>
          </a:bodyPr>
          <a:lstStyle/>
          <a:p>
            <a:pPr algn="l"/>
            <a:r>
              <a:rPr sz="2600" b="1">
                <a:solidFill>
                  <a:srgbClr val="E8EEFA"/>
                </a:solidFill>
                <a:latin typeface="Segoe UI"/>
              </a:rPr>
              <a:t>Reja</a:t>
            </a:r>
          </a:p>
        </p:txBody>
      </p:sp>
      <p:sp>
        <p:nvSpPr>
          <p:cNvPr id="19" name="Rectangle 18"/>
          <p:cNvSpPr/>
          <p:nvPr/>
        </p:nvSpPr>
        <p:spPr>
          <a:xfrm>
            <a:off x="560000" y="1080000"/>
            <a:ext cx="1700000" cy="45000"/>
          </a:xfrm>
          <a:prstGeom prst="rect">
            <a:avLst/>
          </a:prstGeom>
          <a:gradFill rotWithShape="1">
            <a:gsLst>
              <a:gs pos="0">
                <a:srgbClr val="22D3EE"/>
              </a:gs>
              <a:gs pos="100000">
                <a:srgbClr val="8B5CF6"/>
              </a:gs>
            </a:gsLst>
            <a:lin scaled="0" ang="0"/>
          </a:gra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500000" y="6450000"/>
            <a:ext cx="9500000" cy="280000"/>
          </a:xfrm>
          <a:prstGeom prst="rect">
            <a:avLst/>
          </a:prstGeom>
          <a:noFill/>
        </p:spPr>
        <p:txBody>
          <a:bodyPr wrap="square" anchor="t" lIns="50800" rIns="50800">
            <a:spAutoFit/>
          </a:bodyPr>
          <a:lstStyle/>
          <a:p>
            <a:pPr algn="l"/>
            <a:r>
              <a:rPr sz="900" b="0">
                <a:solidFill>
                  <a:srgbClr val="707EAA"/>
                </a:solidFill>
                <a:latin typeface="Segoe UI"/>
              </a:rPr>
              <a:t>M9 · Tizimlarining ishonchliligi va axborot xavfsizligi</a:t>
            </a:r>
          </a:p>
        </p:txBody>
      </p:sp>
      <p:sp>
        <p:nvSpPr>
          <p:cNvPr id="21" name="Rounded Rectangle 20"/>
          <p:cNvSpPr/>
          <p:nvPr/>
        </p:nvSpPr>
        <p:spPr>
          <a:xfrm>
            <a:off x="11000000" y="6430000"/>
            <a:ext cx="700000" cy="270000"/>
          </a:xfrm>
          <a:prstGeom prst="roundRect">
            <a:avLst/>
          </a:prstGeom>
          <a:solidFill>
            <a:srgbClr val="121936"/>
          </a:solidFill>
          <a:ln w="12700">
            <a:solidFill>
              <a:srgbClr val="2A356E"/>
            </a:solidFill>
          </a:ln>
          <a:effectLst/>
        </p:spPr>
        <p:style>
          <a:lnRef idx="1">
            <a:schemeClr val="accent1"/>
          </a:lnRef>
          <a:fillRef idx="3">
            <a:schemeClr val="accent1"/>
          </a:fillRef>
          <a:effectRef idx="2">
            <a:schemeClr val="accent1"/>
          </a:effectRef>
          <a:fontRef idx="minor">
            <a:schemeClr val="lt1"/>
          </a:fontRef>
        </p:style>
        <p:txBody>
          <a:bodyPr rtlCol="0" anchor="ctr" tIns="0" bIns="0"/>
          <a:lstStyle/>
          <a:p>
            <a:pPr algn="ctr"/>
            <a:r>
              <a:rPr sz="1000" b="1">
                <a:solidFill>
                  <a:srgbClr val="22D3EE"/>
                </a:solidFill>
                <a:latin typeface="Segoe UI"/>
              </a:rPr>
              <a:t>2</a:t>
            </a:r>
          </a:p>
        </p:txBody>
      </p:sp>
      <p:sp>
        <p:nvSpPr>
          <p:cNvPr id="22" name="Rounded Rectangle 21"/>
          <p:cNvSpPr/>
          <p:nvPr/>
        </p:nvSpPr>
        <p:spPr>
          <a:xfrm>
            <a:off x="550000" y="2270000"/>
            <a:ext cx="11100000" cy="520000"/>
          </a:xfrm>
          <a:prstGeom prst="roundRect">
            <a:avLst>
              <a:gd name="adj" fmla="val 25000"/>
            </a:avLst>
          </a:prstGeom>
          <a:solidFill>
            <a:srgbClr val="121936"/>
          </a:solidFill>
          <a:ln w="12700">
            <a:solidFill>
              <a:srgbClr val="2A356E"/>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Rectangle 22"/>
          <p:cNvSpPr/>
          <p:nvPr/>
        </p:nvSpPr>
        <p:spPr>
          <a:xfrm>
            <a:off x="550000" y="2350000"/>
            <a:ext cx="50000" cy="360000"/>
          </a:xfrm>
          <a:prstGeom prst="rect">
            <a:avLst/>
          </a:prstGeom>
          <a:solidFill>
            <a:srgbClr val="22D3E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Oval 23"/>
          <p:cNvSpPr/>
          <p:nvPr/>
        </p:nvSpPr>
        <p:spPr>
          <a:xfrm>
            <a:off x="760000" y="2350000"/>
            <a:ext cx="360000" cy="360000"/>
          </a:xfrm>
          <a:prstGeom prst="ellipse">
            <a:avLst/>
          </a:prstGeom>
          <a:noFill/>
          <a:ln w="25400">
            <a:solidFill>
              <a:srgbClr val="22D3EE"/>
            </a:solidFill>
          </a:ln>
          <a:effectLst/>
        </p:spPr>
        <p:style>
          <a:lnRef idx="1">
            <a:schemeClr val="accent1"/>
          </a:lnRef>
          <a:fillRef idx="3">
            <a:schemeClr val="accent1"/>
          </a:fillRef>
          <a:effectRef idx="2">
            <a:schemeClr val="accent1"/>
          </a:effectRef>
          <a:fontRef idx="minor">
            <a:schemeClr val="lt1"/>
          </a:fontRef>
        </p:style>
        <p:txBody>
          <a:bodyPr rtlCol="0" anchor="ctr" lIns="0" rIns="0"/>
          <a:lstStyle/>
          <a:p>
            <a:pPr algn="ctr"/>
            <a:r>
              <a:rPr sz="1200" b="1">
                <a:solidFill>
                  <a:srgbClr val="22D3EE"/>
                </a:solidFill>
                <a:latin typeface="Segoe UI"/>
              </a:rPr>
              <a:t>01</a:t>
            </a:r>
          </a:p>
        </p:txBody>
      </p:sp>
      <p:sp>
        <p:nvSpPr>
          <p:cNvPr id="25" name="TextBox 24"/>
          <p:cNvSpPr txBox="1"/>
          <p:nvPr/>
        </p:nvSpPr>
        <p:spPr>
          <a:xfrm>
            <a:off x="1300000" y="2310000"/>
            <a:ext cx="10250000" cy="440000"/>
          </a:xfrm>
          <a:prstGeom prst="rect">
            <a:avLst/>
          </a:prstGeom>
          <a:noFill/>
        </p:spPr>
        <p:txBody>
          <a:bodyPr wrap="square" anchor="ctr">
            <a:spAutoFit/>
          </a:bodyPr>
          <a:lstStyle/>
          <a:p>
            <a:r>
              <a:rPr sz="1600" b="0">
                <a:solidFill>
                  <a:srgbClr val="E8EEFA"/>
                </a:solidFill>
                <a:latin typeface="Segoe UI"/>
              </a:rPr>
              <a:t>Ishonchlilik, xavfsizlik va tahdid modeli</a:t>
            </a:r>
          </a:p>
        </p:txBody>
      </p:sp>
      <p:sp>
        <p:nvSpPr>
          <p:cNvPr id="26" name="Rounded Rectangle 25"/>
          <p:cNvSpPr/>
          <p:nvPr/>
        </p:nvSpPr>
        <p:spPr>
          <a:xfrm>
            <a:off x="550000" y="2900000"/>
            <a:ext cx="11100000" cy="520000"/>
          </a:xfrm>
          <a:prstGeom prst="roundRect">
            <a:avLst>
              <a:gd name="adj" fmla="val 25000"/>
            </a:avLst>
          </a:prstGeom>
          <a:solidFill>
            <a:srgbClr val="121936"/>
          </a:solidFill>
          <a:ln w="12700">
            <a:solidFill>
              <a:srgbClr val="2A356E"/>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Rectangle 26"/>
          <p:cNvSpPr/>
          <p:nvPr/>
        </p:nvSpPr>
        <p:spPr>
          <a:xfrm>
            <a:off x="550000" y="2980000"/>
            <a:ext cx="50000" cy="360000"/>
          </a:xfrm>
          <a:prstGeom prst="rect">
            <a:avLst/>
          </a:prstGeom>
          <a:solidFill>
            <a:srgbClr val="8B5CF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Oval 27"/>
          <p:cNvSpPr/>
          <p:nvPr/>
        </p:nvSpPr>
        <p:spPr>
          <a:xfrm>
            <a:off x="760000" y="2980000"/>
            <a:ext cx="360000" cy="360000"/>
          </a:xfrm>
          <a:prstGeom prst="ellipse">
            <a:avLst/>
          </a:prstGeom>
          <a:noFill/>
          <a:ln w="25400">
            <a:solidFill>
              <a:srgbClr val="8B5CF6"/>
            </a:solidFill>
          </a:ln>
          <a:effectLst/>
        </p:spPr>
        <p:style>
          <a:lnRef idx="1">
            <a:schemeClr val="accent1"/>
          </a:lnRef>
          <a:fillRef idx="3">
            <a:schemeClr val="accent1"/>
          </a:fillRef>
          <a:effectRef idx="2">
            <a:schemeClr val="accent1"/>
          </a:effectRef>
          <a:fontRef idx="minor">
            <a:schemeClr val="lt1"/>
          </a:fontRef>
        </p:style>
        <p:txBody>
          <a:bodyPr rtlCol="0" anchor="ctr" lIns="0" rIns="0"/>
          <a:lstStyle/>
          <a:p>
            <a:pPr algn="ctr"/>
            <a:r>
              <a:rPr sz="1200" b="1">
                <a:solidFill>
                  <a:srgbClr val="8B5CF6"/>
                </a:solidFill>
                <a:latin typeface="Segoe UI"/>
              </a:rPr>
              <a:t>02</a:t>
            </a:r>
          </a:p>
        </p:txBody>
      </p:sp>
      <p:sp>
        <p:nvSpPr>
          <p:cNvPr id="29" name="TextBox 28"/>
          <p:cNvSpPr txBox="1"/>
          <p:nvPr/>
        </p:nvSpPr>
        <p:spPr>
          <a:xfrm>
            <a:off x="1300000" y="2940000"/>
            <a:ext cx="10250000" cy="440000"/>
          </a:xfrm>
          <a:prstGeom prst="rect">
            <a:avLst/>
          </a:prstGeom>
          <a:noFill/>
        </p:spPr>
        <p:txBody>
          <a:bodyPr wrap="square" anchor="ctr">
            <a:spAutoFit/>
          </a:bodyPr>
          <a:lstStyle/>
          <a:p>
            <a:r>
              <a:rPr sz="1600" b="0">
                <a:solidFill>
                  <a:srgbClr val="E8EEFA"/>
                </a:solidFill>
                <a:latin typeface="Segoe UI"/>
              </a:rPr>
              <a:t>Hujumlar taksonomiyasi</a:t>
            </a:r>
          </a:p>
        </p:txBody>
      </p:sp>
      <p:sp>
        <p:nvSpPr>
          <p:cNvPr id="30" name="Rounded Rectangle 29"/>
          <p:cNvSpPr/>
          <p:nvPr/>
        </p:nvSpPr>
        <p:spPr>
          <a:xfrm>
            <a:off x="550000" y="3530000"/>
            <a:ext cx="11100000" cy="520000"/>
          </a:xfrm>
          <a:prstGeom prst="roundRect">
            <a:avLst>
              <a:gd name="adj" fmla="val 25000"/>
            </a:avLst>
          </a:prstGeom>
          <a:solidFill>
            <a:srgbClr val="121936"/>
          </a:solidFill>
          <a:ln w="12700">
            <a:solidFill>
              <a:srgbClr val="2A356E"/>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1" name="Rectangle 30"/>
          <p:cNvSpPr/>
          <p:nvPr/>
        </p:nvSpPr>
        <p:spPr>
          <a:xfrm>
            <a:off x="550000" y="3610000"/>
            <a:ext cx="50000" cy="360000"/>
          </a:xfrm>
          <a:prstGeom prst="rect">
            <a:avLst/>
          </a:prstGeom>
          <a:solidFill>
            <a:srgbClr val="EC489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2" name="Oval 31"/>
          <p:cNvSpPr/>
          <p:nvPr/>
        </p:nvSpPr>
        <p:spPr>
          <a:xfrm>
            <a:off x="760000" y="3610000"/>
            <a:ext cx="360000" cy="360000"/>
          </a:xfrm>
          <a:prstGeom prst="ellipse">
            <a:avLst/>
          </a:prstGeom>
          <a:noFill/>
          <a:ln w="25400">
            <a:solidFill>
              <a:srgbClr val="EC4899"/>
            </a:solidFill>
          </a:ln>
          <a:effectLst/>
        </p:spPr>
        <p:style>
          <a:lnRef idx="1">
            <a:schemeClr val="accent1"/>
          </a:lnRef>
          <a:fillRef idx="3">
            <a:schemeClr val="accent1"/>
          </a:fillRef>
          <a:effectRef idx="2">
            <a:schemeClr val="accent1"/>
          </a:effectRef>
          <a:fontRef idx="minor">
            <a:schemeClr val="lt1"/>
          </a:fontRef>
        </p:style>
        <p:txBody>
          <a:bodyPr rtlCol="0" anchor="ctr" lIns="0" rIns="0"/>
          <a:lstStyle/>
          <a:p>
            <a:pPr algn="ctr"/>
            <a:r>
              <a:rPr sz="1200" b="1">
                <a:solidFill>
                  <a:srgbClr val="EC4899"/>
                </a:solidFill>
                <a:latin typeface="Segoe UI"/>
              </a:rPr>
              <a:t>03</a:t>
            </a:r>
          </a:p>
        </p:txBody>
      </p:sp>
      <p:sp>
        <p:nvSpPr>
          <p:cNvPr id="33" name="TextBox 32"/>
          <p:cNvSpPr txBox="1"/>
          <p:nvPr/>
        </p:nvSpPr>
        <p:spPr>
          <a:xfrm>
            <a:off x="1300000" y="3570000"/>
            <a:ext cx="10250000" cy="440000"/>
          </a:xfrm>
          <a:prstGeom prst="rect">
            <a:avLst/>
          </a:prstGeom>
          <a:noFill/>
        </p:spPr>
        <p:txBody>
          <a:bodyPr wrap="square" anchor="ctr">
            <a:spAutoFit/>
          </a:bodyPr>
          <a:lstStyle/>
          <a:p>
            <a:r>
              <a:rPr sz="1600" b="0">
                <a:solidFill>
                  <a:srgbClr val="E8EEFA"/>
                </a:solidFill>
                <a:latin typeface="Segoe UI"/>
              </a:rPr>
              <a:t>Himoya usullari va ularning chegaralari</a:t>
            </a:r>
          </a:p>
        </p:txBody>
      </p:sp>
      <p:sp>
        <p:nvSpPr>
          <p:cNvPr id="34" name="Rounded Rectangle 33"/>
          <p:cNvSpPr/>
          <p:nvPr/>
        </p:nvSpPr>
        <p:spPr>
          <a:xfrm>
            <a:off x="550000" y="4160000"/>
            <a:ext cx="11100000" cy="520000"/>
          </a:xfrm>
          <a:prstGeom prst="roundRect">
            <a:avLst>
              <a:gd name="adj" fmla="val 25000"/>
            </a:avLst>
          </a:prstGeom>
          <a:solidFill>
            <a:srgbClr val="121936"/>
          </a:solidFill>
          <a:ln w="12700">
            <a:solidFill>
              <a:srgbClr val="2A356E"/>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5" name="Rectangle 34"/>
          <p:cNvSpPr/>
          <p:nvPr/>
        </p:nvSpPr>
        <p:spPr>
          <a:xfrm>
            <a:off x="550000" y="4240000"/>
            <a:ext cx="50000" cy="360000"/>
          </a:xfrm>
          <a:prstGeom prst="rect">
            <a:avLst/>
          </a:prstGeom>
          <a:solidFill>
            <a:srgbClr val="34D39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6" name="Oval 35"/>
          <p:cNvSpPr/>
          <p:nvPr/>
        </p:nvSpPr>
        <p:spPr>
          <a:xfrm>
            <a:off x="760000" y="4240000"/>
            <a:ext cx="360000" cy="360000"/>
          </a:xfrm>
          <a:prstGeom prst="ellipse">
            <a:avLst/>
          </a:prstGeom>
          <a:noFill/>
          <a:ln w="25400">
            <a:solidFill>
              <a:srgbClr val="34D399"/>
            </a:solidFill>
          </a:ln>
          <a:effectLst/>
        </p:spPr>
        <p:style>
          <a:lnRef idx="1">
            <a:schemeClr val="accent1"/>
          </a:lnRef>
          <a:fillRef idx="3">
            <a:schemeClr val="accent1"/>
          </a:fillRef>
          <a:effectRef idx="2">
            <a:schemeClr val="accent1"/>
          </a:effectRef>
          <a:fontRef idx="minor">
            <a:schemeClr val="lt1"/>
          </a:fontRef>
        </p:style>
        <p:txBody>
          <a:bodyPr rtlCol="0" anchor="ctr" lIns="0" rIns="0"/>
          <a:lstStyle/>
          <a:p>
            <a:pPr algn="ctr"/>
            <a:r>
              <a:rPr sz="1200" b="1">
                <a:solidFill>
                  <a:srgbClr val="34D399"/>
                </a:solidFill>
                <a:latin typeface="Segoe UI"/>
              </a:rPr>
              <a:t>04</a:t>
            </a:r>
          </a:p>
        </p:txBody>
      </p:sp>
      <p:sp>
        <p:nvSpPr>
          <p:cNvPr id="37" name="TextBox 36"/>
          <p:cNvSpPr txBox="1"/>
          <p:nvPr/>
        </p:nvSpPr>
        <p:spPr>
          <a:xfrm>
            <a:off x="1300000" y="4200000"/>
            <a:ext cx="10250000" cy="440000"/>
          </a:xfrm>
          <a:prstGeom prst="rect">
            <a:avLst/>
          </a:prstGeom>
          <a:noFill/>
        </p:spPr>
        <p:txBody>
          <a:bodyPr wrap="square" anchor="ctr">
            <a:spAutoFit/>
          </a:bodyPr>
          <a:lstStyle/>
          <a:p>
            <a:r>
              <a:rPr sz="1600" b="0">
                <a:solidFill>
                  <a:srgbClr val="E8EEFA"/>
                </a:solidFill>
                <a:latin typeface="Segoe UI"/>
              </a:rPr>
              <a:t>Maxfiylikni saqlovchi sun'iy intellekt</a:t>
            </a:r>
          </a:p>
        </p:txBody>
      </p:sp>
      <p:sp>
        <p:nvSpPr>
          <p:cNvPr id="38" name="Rounded Rectangle 37"/>
          <p:cNvSpPr/>
          <p:nvPr/>
        </p:nvSpPr>
        <p:spPr>
          <a:xfrm>
            <a:off x="550000" y="4790000"/>
            <a:ext cx="11100000" cy="520000"/>
          </a:xfrm>
          <a:prstGeom prst="roundRect">
            <a:avLst>
              <a:gd name="adj" fmla="val 25000"/>
            </a:avLst>
          </a:prstGeom>
          <a:solidFill>
            <a:srgbClr val="121936"/>
          </a:solidFill>
          <a:ln w="12700">
            <a:solidFill>
              <a:srgbClr val="2A356E"/>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9" name="Rectangle 38"/>
          <p:cNvSpPr/>
          <p:nvPr/>
        </p:nvSpPr>
        <p:spPr>
          <a:xfrm>
            <a:off x="550000" y="4870000"/>
            <a:ext cx="50000" cy="360000"/>
          </a:xfrm>
          <a:prstGeom prst="rect">
            <a:avLst/>
          </a:prstGeom>
          <a:solidFill>
            <a:srgbClr val="F59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0" name="Oval 39"/>
          <p:cNvSpPr/>
          <p:nvPr/>
        </p:nvSpPr>
        <p:spPr>
          <a:xfrm>
            <a:off x="760000" y="4870000"/>
            <a:ext cx="360000" cy="360000"/>
          </a:xfrm>
          <a:prstGeom prst="ellipse">
            <a:avLst/>
          </a:prstGeom>
          <a:noFill/>
          <a:ln w="25400">
            <a:solidFill>
              <a:srgbClr val="F59E0B"/>
            </a:solidFill>
          </a:ln>
          <a:effectLst/>
        </p:spPr>
        <p:style>
          <a:lnRef idx="1">
            <a:schemeClr val="accent1"/>
          </a:lnRef>
          <a:fillRef idx="3">
            <a:schemeClr val="accent1"/>
          </a:fillRef>
          <a:effectRef idx="2">
            <a:schemeClr val="accent1"/>
          </a:effectRef>
          <a:fontRef idx="minor">
            <a:schemeClr val="lt1"/>
          </a:fontRef>
        </p:style>
        <p:txBody>
          <a:bodyPr rtlCol="0" anchor="ctr" lIns="0" rIns="0"/>
          <a:lstStyle/>
          <a:p>
            <a:pPr algn="ctr"/>
            <a:r>
              <a:rPr sz="1200" b="1">
                <a:solidFill>
                  <a:srgbClr val="F59E0B"/>
                </a:solidFill>
                <a:latin typeface="Segoe UI"/>
              </a:rPr>
              <a:t>05</a:t>
            </a:r>
          </a:p>
        </p:txBody>
      </p:sp>
      <p:sp>
        <p:nvSpPr>
          <p:cNvPr id="41" name="TextBox 40"/>
          <p:cNvSpPr txBox="1"/>
          <p:nvPr/>
        </p:nvSpPr>
        <p:spPr>
          <a:xfrm>
            <a:off x="1300000" y="4830000"/>
            <a:ext cx="10250000" cy="440000"/>
          </a:xfrm>
          <a:prstGeom prst="rect">
            <a:avLst/>
          </a:prstGeom>
          <a:noFill/>
        </p:spPr>
        <p:txBody>
          <a:bodyPr wrap="square" anchor="ctr">
            <a:spAutoFit/>
          </a:bodyPr>
          <a:lstStyle/>
          <a:p>
            <a:r>
              <a:rPr sz="1600" b="0">
                <a:solidFill>
                  <a:srgbClr val="E8EEFA"/>
                </a:solidFill>
                <a:latin typeface="Segoe UI"/>
              </a:rPr>
              <a:t>Trusted Computing va Secure AI</a:t>
            </a:r>
          </a:p>
        </p:txBody>
      </p:sp>
    </p:spTree>
  </p:cSld>
  <p:clrMapOvr>
    <a:masterClrMapping/>
  </p:clrMapOvr>
  <p:transition spd="med">
    <p:fade/>
  </p:transition>
  <p:timing>
    <p:tnLst>
      <p:par>
        <p:cTn id="1" dur="indefinite" restart="never" nodeType="tmRoot">
          <p:childTnLst>
            <p:seq concurrent="1" nextAc="seek">
              <p:cTn id="2" dur="indefinite" nodeType="mainSeq">
                <p:childTnLst>
                  <p:par>
                    <p:cTn id="132" fill="hold">
                      <p:stCondLst>
                        <p:cond delay="indefinite"/>
                        <p:cond evt="onBegin" delay="0">
                          <p:tn val="2"/>
                        </p:cond>
                      </p:stCondLst>
                      <p:childTnLst>
                        <p:par>
                          <p:cTn id="3" fill="hold">
                            <p:stCondLst>
                              <p:cond delay="0"/>
                            </p:stCondLst>
                            <p:childTnLst>
                              <p:par>
                                <p:cTn id="4" presetID="10" presetClass="entr" presetSubtype="0" fill="hold" grpId="0" nodeType="withEffect">
                                  <p:stCondLst>
                                    <p:cond delay="0"/>
                                  </p:stCondLst>
                                  <p:childTnLst>
                                    <p:set>
                                      <p:cBhvr>
                                        <p:cTn id="5" dur="1" fill="hold">
                                          <p:stCondLst>
                                            <p:cond delay="0"/>
                                          </p:stCondLst>
                                        </p:cTn>
                                        <p:tgtEl>
                                          <p:spTgt spid="18"/>
                                        </p:tgtEl>
                                        <p:attrNameLst>
                                          <p:attrName>style.visibility</p:attrName>
                                        </p:attrNameLst>
                                      </p:cBhvr>
                                      <p:to>
                                        <p:strVal val="visible"/>
                                      </p:to>
                                    </p:set>
                                    <p:animEffect transition="in" filter="fade">
                                      <p:cBhvr>
                                        <p:cTn id="6" dur="550"/>
                                        <p:tgtEl>
                                          <p:spTgt spid="18"/>
                                        </p:tgtEl>
                                      </p:cBhvr>
                                    </p:animEffect>
                                  </p:childTnLst>
                                </p:cTn>
                              </p:par>
                            </p:childTnLst>
                          </p:cTn>
                        </p:par>
                        <p:par>
                          <p:cTn id="7" fill="hold">
                            <p:stCondLst>
                              <p:cond delay="0"/>
                            </p:stCondLst>
                            <p:childTnLst>
                              <p:par>
                                <p:cTn id="8" presetID="22" presetClass="entr" presetSubtype="8" fill="hold" grpId="0" nodeType="afterEffect">
                                  <p:stCondLst>
                                    <p:cond delay="0"/>
                                  </p:stCondLst>
                                  <p:childTnLst>
                                    <p:set>
                                      <p:cBhvr>
                                        <p:cTn id="9" dur="1" fill="hold">
                                          <p:stCondLst>
                                            <p:cond delay="0"/>
                                          </p:stCondLst>
                                        </p:cTn>
                                        <p:tgtEl>
                                          <p:spTgt spid="19"/>
                                        </p:tgtEl>
                                        <p:attrNameLst>
                                          <p:attrName>style.visibility</p:attrName>
                                        </p:attrNameLst>
                                      </p:cBhvr>
                                      <p:to>
                                        <p:strVal val="visible"/>
                                      </p:to>
                                    </p:set>
                                    <p:animEffect transition="in" filter="wipe(left)">
                                      <p:cBhvr>
                                        <p:cTn id="11" dur="800"/>
                                        <p:tgtEl>
                                          <p:spTgt spid="19"/>
                                        </p:tgtEl>
                                      </p:cBhvr>
                                    </p:animEffect>
                                  </p:childTnLst>
                                </p:cTn>
                              </p:par>
                            </p:childTnLst>
                          </p:cTn>
                        </p:par>
                        <p:par>
                          <p:cTn id="12" fill="hold">
                            <p:stCondLst>
                              <p:cond delay="200"/>
                            </p:stCondLst>
                            <p:childTnLst>
                              <p:par>
                                <p:cTn id="13" presetID="42" presetClass="entr" presetSubtype="0" fill="hold" grpId="0" nodeType="afterEffect">
                                  <p:stCondLst>
                                    <p:cond delay="0"/>
                                  </p:stCondLst>
                                  <p:childTnLst>
                                    <p:set>
                                      <p:cBhvr>
                                        <p:cTn id="14" dur="1" fill="hold">
                                          <p:stCondLst>
                                            <p:cond delay="0"/>
                                          </p:stCondLst>
                                        </p:cTn>
                                        <p:tgtEl>
                                          <p:spTgt spid="22"/>
                                        </p:tgtEl>
                                        <p:attrNameLst>
                                          <p:attrName>style.visibility</p:attrName>
                                        </p:attrNameLst>
                                      </p:cBhvr>
                                      <p:to>
                                        <p:strVal val="visible"/>
                                      </p:to>
                                    </p:set>
                                    <p:animEffect transition="in" filter="fade">
                                      <p:cBhvr>
                                        <p:cTn id="15" dur="550"/>
                                        <p:tgtEl>
                                          <p:spTgt spid="22"/>
                                        </p:tgtEl>
                                      </p:cBhvr>
                                    </p:animEffect>
                                    <p:anim calcmode="lin" valueType="num">
                                      <p:cBhvr additive="base">
                                        <p:cTn id="16" dur="550" fill="hold"/>
                                        <p:tgtEl>
                                          <p:spTgt spid="22"/>
                                        </p:tgtEl>
                                        <p:attrNameLst>
                                          <p:attrName>ppt_x</p:attrName>
                                        </p:attrNameLst>
                                      </p:cBhvr>
                                      <p:tavLst>
                                        <p:tav tm="0">
                                          <p:val>
                                            <p:strVal val="#ppt_x"/>
                                          </p:val>
                                        </p:tav>
                                        <p:tav tm="100000">
                                          <p:val>
                                            <p:strVal val="#ppt_x"/>
                                          </p:val>
                                        </p:tav>
                                      </p:tavLst>
                                    </p:anim>
                                    <p:anim calcmode="lin" valueType="num">
                                      <p:cBhvr additive="base">
                                        <p:cTn id="17" dur="550" fill="hold"/>
                                        <p:tgtEl>
                                          <p:spTgt spid="22"/>
                                        </p:tgtEl>
                                        <p:attrNameLst>
                                          <p:attrName>ppt_y</p:attrName>
                                        </p:attrNameLst>
                                      </p:cBhvr>
                                      <p:tavLst>
                                        <p:tav tm="0">
                                          <p:val>
                                            <p:strVal val="#ppt_y+.08"/>
                                          </p:val>
                                        </p:tav>
                                        <p:tav tm="100000">
                                          <p:val>
                                            <p:strVal val="#ppt_y"/>
                                          </p:val>
                                        </p:tav>
                                      </p:tavLst>
                                    </p:anim>
                                  </p:childTnLst>
                                </p:cTn>
                              </p:par>
                            </p:childTnLst>
                          </p:cTn>
                        </p:par>
                        <p:par>
                          <p:cTn id="18" fill="hold">
                            <p:stCondLst>
                              <p:cond delay="200"/>
                            </p:stCondLst>
                            <p:childTnLst>
                              <p:par>
                                <p:cTn id="19" presetID="42" presetClass="entr" presetSubtype="0" fill="hold" grpId="0" nodeType="afterEffect">
                                  <p:stCondLst>
                                    <p:cond delay="0"/>
                                  </p:stCondLst>
                                  <p:childTnLst>
                                    <p:set>
                                      <p:cBhvr>
                                        <p:cTn id="20" dur="1" fill="hold">
                                          <p:stCondLst>
                                            <p:cond delay="0"/>
                                          </p:stCondLst>
                                        </p:cTn>
                                        <p:tgtEl>
                                          <p:spTgt spid="23"/>
                                        </p:tgtEl>
                                        <p:attrNameLst>
                                          <p:attrName>style.visibility</p:attrName>
                                        </p:attrNameLst>
                                      </p:cBhvr>
                                      <p:to>
                                        <p:strVal val="visible"/>
                                      </p:to>
                                    </p:set>
                                    <p:animEffect transition="in" filter="fade">
                                      <p:cBhvr>
                                        <p:cTn id="21" dur="550"/>
                                        <p:tgtEl>
                                          <p:spTgt spid="23"/>
                                        </p:tgtEl>
                                      </p:cBhvr>
                                    </p:animEffect>
                                    <p:anim calcmode="lin" valueType="num">
                                      <p:cBhvr additive="base">
                                        <p:cTn id="22" dur="550" fill="hold"/>
                                        <p:tgtEl>
                                          <p:spTgt spid="23"/>
                                        </p:tgtEl>
                                        <p:attrNameLst>
                                          <p:attrName>ppt_x</p:attrName>
                                        </p:attrNameLst>
                                      </p:cBhvr>
                                      <p:tavLst>
                                        <p:tav tm="0">
                                          <p:val>
                                            <p:strVal val="#ppt_x"/>
                                          </p:val>
                                        </p:tav>
                                        <p:tav tm="100000">
                                          <p:val>
                                            <p:strVal val="#ppt_x"/>
                                          </p:val>
                                        </p:tav>
                                      </p:tavLst>
                                    </p:anim>
                                    <p:anim calcmode="lin" valueType="num">
                                      <p:cBhvr additive="base">
                                        <p:cTn id="23" dur="550" fill="hold"/>
                                        <p:tgtEl>
                                          <p:spTgt spid="23"/>
                                        </p:tgtEl>
                                        <p:attrNameLst>
                                          <p:attrName>ppt_y</p:attrName>
                                        </p:attrNameLst>
                                      </p:cBhvr>
                                      <p:tavLst>
                                        <p:tav tm="0">
                                          <p:val>
                                            <p:strVal val="#ppt_y+.08"/>
                                          </p:val>
                                        </p:tav>
                                        <p:tav tm="100000">
                                          <p:val>
                                            <p:strVal val="#ppt_y"/>
                                          </p:val>
                                        </p:tav>
                                      </p:tavLst>
                                    </p:anim>
                                  </p:childTnLst>
                                </p:cTn>
                              </p:par>
                            </p:childTnLst>
                          </p:cTn>
                        </p:par>
                        <p:par>
                          <p:cTn id="24" fill="hold">
                            <p:stCondLst>
                              <p:cond delay="200"/>
                            </p:stCondLst>
                            <p:childTnLst>
                              <p:par>
                                <p:cTn id="25" presetID="53" presetClass="entr" presetSubtype="16" fill="hold" grpId="0" nodeType="afterEffect">
                                  <p:stCondLst>
                                    <p:cond delay="0"/>
                                  </p:stCondLst>
                                  <p:childTnLst>
                                    <p:set>
                                      <p:cBhvr>
                                        <p:cTn id="26" dur="1" fill="hold">
                                          <p:stCondLst>
                                            <p:cond delay="0"/>
                                          </p:stCondLst>
                                        </p:cTn>
                                        <p:tgtEl>
                                          <p:spTgt spid="24"/>
                                        </p:tgtEl>
                                        <p:attrNameLst>
                                          <p:attrName>style.visibility</p:attrName>
                                        </p:attrNameLst>
                                      </p:cBhvr>
                                      <p:to>
                                        <p:strVal val="visible"/>
                                      </p:to>
                                    </p:set>
                                    <p:animEffect transition="in" filter="fade">
                                      <p:cBhvr>
                                        <p:cTn id="27" dur="550"/>
                                        <p:tgtEl>
                                          <p:spTgt spid="24"/>
                                        </p:tgtEl>
                                      </p:cBhvr>
                                    </p:animEffect>
                                    <p:anim calcmode="lin" valueType="num">
                                      <p:cBhvr additive="base">
                                        <p:cTn id="28" dur="550" fill="hold"/>
                                        <p:tgtEl>
                                          <p:spTgt spid="24"/>
                                        </p:tgtEl>
                                        <p:attrNameLst>
                                          <p:attrName>ppt_w</p:attrName>
                                        </p:attrNameLst>
                                      </p:cBhvr>
                                      <p:tavLst>
                                        <p:tav tm="0">
                                          <p:val>
                                            <p:strVal val="0"/>
                                          </p:val>
                                        </p:tav>
                                        <p:tav tm="100000">
                                          <p:val>
                                            <p:strVal val="#ppt_w"/>
                                          </p:val>
                                        </p:tav>
                                      </p:tavLst>
                                    </p:anim>
                                    <p:anim calcmode="lin" valueType="num">
                                      <p:cBhvr additive="base">
                                        <p:cTn id="29" dur="550" fill="hold"/>
                                        <p:tgtEl>
                                          <p:spTgt spid="24"/>
                                        </p:tgtEl>
                                        <p:attrNameLst>
                                          <p:attrName>ppt_h</p:attrName>
                                        </p:attrNameLst>
                                      </p:cBhvr>
                                      <p:tavLst>
                                        <p:tav tm="0">
                                          <p:val>
                                            <p:strVal val="0"/>
                                          </p:val>
                                        </p:tav>
                                        <p:tav tm="100000">
                                          <p:val>
                                            <p:strVal val="#ppt_h"/>
                                          </p:val>
                                        </p:tav>
                                      </p:tavLst>
                                    </p:anim>
                                  </p:childTnLst>
                                </p:cTn>
                              </p:par>
                            </p:childTnLst>
                          </p:cTn>
                        </p:par>
                        <p:par>
                          <p:cTn id="30" fill="hold">
                            <p:stCondLst>
                              <p:cond delay="200"/>
                            </p:stCondLst>
                            <p:childTnLst>
                              <p:par>
                                <p:cTn id="31" presetID="42" presetClass="entr" presetSubtype="0" fill="hold" grpId="0" nodeType="afterEffect">
                                  <p:stCondLst>
                                    <p:cond delay="0"/>
                                  </p:stCondLst>
                                  <p:childTnLst>
                                    <p:set>
                                      <p:cBhvr>
                                        <p:cTn id="32" dur="1" fill="hold">
                                          <p:stCondLst>
                                            <p:cond delay="0"/>
                                          </p:stCondLst>
                                        </p:cTn>
                                        <p:tgtEl>
                                          <p:spTgt spid="25"/>
                                        </p:tgtEl>
                                        <p:attrNameLst>
                                          <p:attrName>style.visibility</p:attrName>
                                        </p:attrNameLst>
                                      </p:cBhvr>
                                      <p:to>
                                        <p:strVal val="visible"/>
                                      </p:to>
                                    </p:set>
                                    <p:animEffect transition="in" filter="fade">
                                      <p:cBhvr>
                                        <p:cTn id="33" dur="550"/>
                                        <p:tgtEl>
                                          <p:spTgt spid="25"/>
                                        </p:tgtEl>
                                      </p:cBhvr>
                                    </p:animEffect>
                                    <p:anim calcmode="lin" valueType="num">
                                      <p:cBhvr additive="base">
                                        <p:cTn id="34" dur="550" fill="hold"/>
                                        <p:tgtEl>
                                          <p:spTgt spid="25"/>
                                        </p:tgtEl>
                                        <p:attrNameLst>
                                          <p:attrName>ppt_x</p:attrName>
                                        </p:attrNameLst>
                                      </p:cBhvr>
                                      <p:tavLst>
                                        <p:tav tm="0">
                                          <p:val>
                                            <p:strVal val="#ppt_x"/>
                                          </p:val>
                                        </p:tav>
                                        <p:tav tm="100000">
                                          <p:val>
                                            <p:strVal val="#ppt_x"/>
                                          </p:val>
                                        </p:tav>
                                      </p:tavLst>
                                    </p:anim>
                                    <p:anim calcmode="lin" valueType="num">
                                      <p:cBhvr additive="base">
                                        <p:cTn id="35" dur="550" fill="hold"/>
                                        <p:tgtEl>
                                          <p:spTgt spid="25"/>
                                        </p:tgtEl>
                                        <p:attrNameLst>
                                          <p:attrName>ppt_y</p:attrName>
                                        </p:attrNameLst>
                                      </p:cBhvr>
                                      <p:tavLst>
                                        <p:tav tm="0">
                                          <p:val>
                                            <p:strVal val="#ppt_y+.08"/>
                                          </p:val>
                                        </p:tav>
                                        <p:tav tm="100000">
                                          <p:val>
                                            <p:strVal val="#ppt_y"/>
                                          </p:val>
                                        </p:tav>
                                      </p:tavLst>
                                    </p:anim>
                                  </p:childTnLst>
                                </p:cTn>
                              </p:par>
                            </p:childTnLst>
                          </p:cTn>
                        </p:par>
                        <p:par>
                          <p:cTn id="36" fill="hold">
                            <p:stCondLst>
                              <p:cond delay="400"/>
                            </p:stCondLst>
                            <p:childTnLst>
                              <p:par>
                                <p:cTn id="37" presetID="42" presetClass="entr" presetSubtype="0" fill="hold" grpId="0" nodeType="afterEffect">
                                  <p:stCondLst>
                                    <p:cond delay="0"/>
                                  </p:stCondLst>
                                  <p:childTnLst>
                                    <p:set>
                                      <p:cBhvr>
                                        <p:cTn id="38" dur="1" fill="hold">
                                          <p:stCondLst>
                                            <p:cond delay="0"/>
                                          </p:stCondLst>
                                        </p:cTn>
                                        <p:tgtEl>
                                          <p:spTgt spid="26"/>
                                        </p:tgtEl>
                                        <p:attrNameLst>
                                          <p:attrName>style.visibility</p:attrName>
                                        </p:attrNameLst>
                                      </p:cBhvr>
                                      <p:to>
                                        <p:strVal val="visible"/>
                                      </p:to>
                                    </p:set>
                                    <p:animEffect transition="in" filter="fade">
                                      <p:cBhvr>
                                        <p:cTn id="39" dur="550"/>
                                        <p:tgtEl>
                                          <p:spTgt spid="26"/>
                                        </p:tgtEl>
                                      </p:cBhvr>
                                    </p:animEffect>
                                    <p:anim calcmode="lin" valueType="num">
                                      <p:cBhvr additive="base">
                                        <p:cTn id="40" dur="550" fill="hold"/>
                                        <p:tgtEl>
                                          <p:spTgt spid="26"/>
                                        </p:tgtEl>
                                        <p:attrNameLst>
                                          <p:attrName>ppt_x</p:attrName>
                                        </p:attrNameLst>
                                      </p:cBhvr>
                                      <p:tavLst>
                                        <p:tav tm="0">
                                          <p:val>
                                            <p:strVal val="#ppt_x"/>
                                          </p:val>
                                        </p:tav>
                                        <p:tav tm="100000">
                                          <p:val>
                                            <p:strVal val="#ppt_x"/>
                                          </p:val>
                                        </p:tav>
                                      </p:tavLst>
                                    </p:anim>
                                    <p:anim calcmode="lin" valueType="num">
                                      <p:cBhvr additive="base">
                                        <p:cTn id="41" dur="550" fill="hold"/>
                                        <p:tgtEl>
                                          <p:spTgt spid="26"/>
                                        </p:tgtEl>
                                        <p:attrNameLst>
                                          <p:attrName>ppt_y</p:attrName>
                                        </p:attrNameLst>
                                      </p:cBhvr>
                                      <p:tavLst>
                                        <p:tav tm="0">
                                          <p:val>
                                            <p:strVal val="#ppt_y+.08"/>
                                          </p:val>
                                        </p:tav>
                                        <p:tav tm="100000">
                                          <p:val>
                                            <p:strVal val="#ppt_y"/>
                                          </p:val>
                                        </p:tav>
                                      </p:tavLst>
                                    </p:anim>
                                  </p:childTnLst>
                                </p:cTn>
                              </p:par>
                            </p:childTnLst>
                          </p:cTn>
                        </p:par>
                        <p:par>
                          <p:cTn id="42" fill="hold">
                            <p:stCondLst>
                              <p:cond delay="400"/>
                            </p:stCondLst>
                            <p:childTnLst>
                              <p:par>
                                <p:cTn id="43" presetID="42" presetClass="entr" presetSubtype="0" fill="hold" grpId="0" nodeType="afterEffect">
                                  <p:stCondLst>
                                    <p:cond delay="0"/>
                                  </p:stCondLst>
                                  <p:childTnLst>
                                    <p:set>
                                      <p:cBhvr>
                                        <p:cTn id="44" dur="1" fill="hold">
                                          <p:stCondLst>
                                            <p:cond delay="0"/>
                                          </p:stCondLst>
                                        </p:cTn>
                                        <p:tgtEl>
                                          <p:spTgt spid="27"/>
                                        </p:tgtEl>
                                        <p:attrNameLst>
                                          <p:attrName>style.visibility</p:attrName>
                                        </p:attrNameLst>
                                      </p:cBhvr>
                                      <p:to>
                                        <p:strVal val="visible"/>
                                      </p:to>
                                    </p:set>
                                    <p:animEffect transition="in" filter="fade">
                                      <p:cBhvr>
                                        <p:cTn id="45" dur="550"/>
                                        <p:tgtEl>
                                          <p:spTgt spid="27"/>
                                        </p:tgtEl>
                                      </p:cBhvr>
                                    </p:animEffect>
                                    <p:anim calcmode="lin" valueType="num">
                                      <p:cBhvr additive="base">
                                        <p:cTn id="46" dur="550" fill="hold"/>
                                        <p:tgtEl>
                                          <p:spTgt spid="27"/>
                                        </p:tgtEl>
                                        <p:attrNameLst>
                                          <p:attrName>ppt_x</p:attrName>
                                        </p:attrNameLst>
                                      </p:cBhvr>
                                      <p:tavLst>
                                        <p:tav tm="0">
                                          <p:val>
                                            <p:strVal val="#ppt_x"/>
                                          </p:val>
                                        </p:tav>
                                        <p:tav tm="100000">
                                          <p:val>
                                            <p:strVal val="#ppt_x"/>
                                          </p:val>
                                        </p:tav>
                                      </p:tavLst>
                                    </p:anim>
                                    <p:anim calcmode="lin" valueType="num">
                                      <p:cBhvr additive="base">
                                        <p:cTn id="47" dur="550" fill="hold"/>
                                        <p:tgtEl>
                                          <p:spTgt spid="27"/>
                                        </p:tgtEl>
                                        <p:attrNameLst>
                                          <p:attrName>ppt_y</p:attrName>
                                        </p:attrNameLst>
                                      </p:cBhvr>
                                      <p:tavLst>
                                        <p:tav tm="0">
                                          <p:val>
                                            <p:strVal val="#ppt_y+.08"/>
                                          </p:val>
                                        </p:tav>
                                        <p:tav tm="100000">
                                          <p:val>
                                            <p:strVal val="#ppt_y"/>
                                          </p:val>
                                        </p:tav>
                                      </p:tavLst>
                                    </p:anim>
                                  </p:childTnLst>
                                </p:cTn>
                              </p:par>
                            </p:childTnLst>
                          </p:cTn>
                        </p:par>
                        <p:par>
                          <p:cTn id="48" fill="hold">
                            <p:stCondLst>
                              <p:cond delay="400"/>
                            </p:stCondLst>
                            <p:childTnLst>
                              <p:par>
                                <p:cTn id="49" presetID="53" presetClass="entr" presetSubtype="16" fill="hold" grpId="0" nodeType="afterEffect">
                                  <p:stCondLst>
                                    <p:cond delay="0"/>
                                  </p:stCondLst>
                                  <p:childTnLst>
                                    <p:set>
                                      <p:cBhvr>
                                        <p:cTn id="50" dur="1" fill="hold">
                                          <p:stCondLst>
                                            <p:cond delay="0"/>
                                          </p:stCondLst>
                                        </p:cTn>
                                        <p:tgtEl>
                                          <p:spTgt spid="28"/>
                                        </p:tgtEl>
                                        <p:attrNameLst>
                                          <p:attrName>style.visibility</p:attrName>
                                        </p:attrNameLst>
                                      </p:cBhvr>
                                      <p:to>
                                        <p:strVal val="visible"/>
                                      </p:to>
                                    </p:set>
                                    <p:animEffect transition="in" filter="fade">
                                      <p:cBhvr>
                                        <p:cTn id="51" dur="550"/>
                                        <p:tgtEl>
                                          <p:spTgt spid="28"/>
                                        </p:tgtEl>
                                      </p:cBhvr>
                                    </p:animEffect>
                                    <p:anim calcmode="lin" valueType="num">
                                      <p:cBhvr additive="base">
                                        <p:cTn id="52" dur="550" fill="hold"/>
                                        <p:tgtEl>
                                          <p:spTgt spid="28"/>
                                        </p:tgtEl>
                                        <p:attrNameLst>
                                          <p:attrName>ppt_w</p:attrName>
                                        </p:attrNameLst>
                                      </p:cBhvr>
                                      <p:tavLst>
                                        <p:tav tm="0">
                                          <p:val>
                                            <p:strVal val="0"/>
                                          </p:val>
                                        </p:tav>
                                        <p:tav tm="100000">
                                          <p:val>
                                            <p:strVal val="#ppt_w"/>
                                          </p:val>
                                        </p:tav>
                                      </p:tavLst>
                                    </p:anim>
                                    <p:anim calcmode="lin" valueType="num">
                                      <p:cBhvr additive="base">
                                        <p:cTn id="53" dur="550" fill="hold"/>
                                        <p:tgtEl>
                                          <p:spTgt spid="28"/>
                                        </p:tgtEl>
                                        <p:attrNameLst>
                                          <p:attrName>ppt_h</p:attrName>
                                        </p:attrNameLst>
                                      </p:cBhvr>
                                      <p:tavLst>
                                        <p:tav tm="0">
                                          <p:val>
                                            <p:strVal val="0"/>
                                          </p:val>
                                        </p:tav>
                                        <p:tav tm="100000">
                                          <p:val>
                                            <p:strVal val="#ppt_h"/>
                                          </p:val>
                                        </p:tav>
                                      </p:tavLst>
                                    </p:anim>
                                  </p:childTnLst>
                                </p:cTn>
                              </p:par>
                            </p:childTnLst>
                          </p:cTn>
                        </p:par>
                        <p:par>
                          <p:cTn id="54" fill="hold">
                            <p:stCondLst>
                              <p:cond delay="400"/>
                            </p:stCondLst>
                            <p:childTnLst>
                              <p:par>
                                <p:cTn id="55" presetID="42" presetClass="entr" presetSubtype="0" fill="hold" grpId="0" nodeType="afterEffect">
                                  <p:stCondLst>
                                    <p:cond delay="0"/>
                                  </p:stCondLst>
                                  <p:childTnLst>
                                    <p:set>
                                      <p:cBhvr>
                                        <p:cTn id="56" dur="1" fill="hold">
                                          <p:stCondLst>
                                            <p:cond delay="0"/>
                                          </p:stCondLst>
                                        </p:cTn>
                                        <p:tgtEl>
                                          <p:spTgt spid="29"/>
                                        </p:tgtEl>
                                        <p:attrNameLst>
                                          <p:attrName>style.visibility</p:attrName>
                                        </p:attrNameLst>
                                      </p:cBhvr>
                                      <p:to>
                                        <p:strVal val="visible"/>
                                      </p:to>
                                    </p:set>
                                    <p:animEffect transition="in" filter="fade">
                                      <p:cBhvr>
                                        <p:cTn id="57" dur="550"/>
                                        <p:tgtEl>
                                          <p:spTgt spid="29"/>
                                        </p:tgtEl>
                                      </p:cBhvr>
                                    </p:animEffect>
                                    <p:anim calcmode="lin" valueType="num">
                                      <p:cBhvr additive="base">
                                        <p:cTn id="58" dur="550" fill="hold"/>
                                        <p:tgtEl>
                                          <p:spTgt spid="29"/>
                                        </p:tgtEl>
                                        <p:attrNameLst>
                                          <p:attrName>ppt_x</p:attrName>
                                        </p:attrNameLst>
                                      </p:cBhvr>
                                      <p:tavLst>
                                        <p:tav tm="0">
                                          <p:val>
                                            <p:strVal val="#ppt_x"/>
                                          </p:val>
                                        </p:tav>
                                        <p:tav tm="100000">
                                          <p:val>
                                            <p:strVal val="#ppt_x"/>
                                          </p:val>
                                        </p:tav>
                                      </p:tavLst>
                                    </p:anim>
                                    <p:anim calcmode="lin" valueType="num">
                                      <p:cBhvr additive="base">
                                        <p:cTn id="59" dur="550" fill="hold"/>
                                        <p:tgtEl>
                                          <p:spTgt spid="29"/>
                                        </p:tgtEl>
                                        <p:attrNameLst>
                                          <p:attrName>ppt_y</p:attrName>
                                        </p:attrNameLst>
                                      </p:cBhvr>
                                      <p:tavLst>
                                        <p:tav tm="0">
                                          <p:val>
                                            <p:strVal val="#ppt_y+.08"/>
                                          </p:val>
                                        </p:tav>
                                        <p:tav tm="100000">
                                          <p:val>
                                            <p:strVal val="#ppt_y"/>
                                          </p:val>
                                        </p:tav>
                                      </p:tavLst>
                                    </p:anim>
                                  </p:childTnLst>
                                </p:cTn>
                              </p:par>
                            </p:childTnLst>
                          </p:cTn>
                        </p:par>
                        <p:par>
                          <p:cTn id="60" fill="hold">
                            <p:stCondLst>
                              <p:cond delay="600"/>
                            </p:stCondLst>
                            <p:childTnLst>
                              <p:par>
                                <p:cTn id="61" presetID="42" presetClass="entr" presetSubtype="0" fill="hold" grpId="0" nodeType="afterEffect">
                                  <p:stCondLst>
                                    <p:cond delay="0"/>
                                  </p:stCondLst>
                                  <p:childTnLst>
                                    <p:set>
                                      <p:cBhvr>
                                        <p:cTn id="62" dur="1" fill="hold">
                                          <p:stCondLst>
                                            <p:cond delay="0"/>
                                          </p:stCondLst>
                                        </p:cTn>
                                        <p:tgtEl>
                                          <p:spTgt spid="30"/>
                                        </p:tgtEl>
                                        <p:attrNameLst>
                                          <p:attrName>style.visibility</p:attrName>
                                        </p:attrNameLst>
                                      </p:cBhvr>
                                      <p:to>
                                        <p:strVal val="visible"/>
                                      </p:to>
                                    </p:set>
                                    <p:animEffect transition="in" filter="fade">
                                      <p:cBhvr>
                                        <p:cTn id="63" dur="550"/>
                                        <p:tgtEl>
                                          <p:spTgt spid="30"/>
                                        </p:tgtEl>
                                      </p:cBhvr>
                                    </p:animEffect>
                                    <p:anim calcmode="lin" valueType="num">
                                      <p:cBhvr additive="base">
                                        <p:cTn id="64" dur="550" fill="hold"/>
                                        <p:tgtEl>
                                          <p:spTgt spid="30"/>
                                        </p:tgtEl>
                                        <p:attrNameLst>
                                          <p:attrName>ppt_x</p:attrName>
                                        </p:attrNameLst>
                                      </p:cBhvr>
                                      <p:tavLst>
                                        <p:tav tm="0">
                                          <p:val>
                                            <p:strVal val="#ppt_x"/>
                                          </p:val>
                                        </p:tav>
                                        <p:tav tm="100000">
                                          <p:val>
                                            <p:strVal val="#ppt_x"/>
                                          </p:val>
                                        </p:tav>
                                      </p:tavLst>
                                    </p:anim>
                                    <p:anim calcmode="lin" valueType="num">
                                      <p:cBhvr additive="base">
                                        <p:cTn id="65" dur="550" fill="hold"/>
                                        <p:tgtEl>
                                          <p:spTgt spid="30"/>
                                        </p:tgtEl>
                                        <p:attrNameLst>
                                          <p:attrName>ppt_y</p:attrName>
                                        </p:attrNameLst>
                                      </p:cBhvr>
                                      <p:tavLst>
                                        <p:tav tm="0">
                                          <p:val>
                                            <p:strVal val="#ppt_y+.08"/>
                                          </p:val>
                                        </p:tav>
                                        <p:tav tm="100000">
                                          <p:val>
                                            <p:strVal val="#ppt_y"/>
                                          </p:val>
                                        </p:tav>
                                      </p:tavLst>
                                    </p:anim>
                                  </p:childTnLst>
                                </p:cTn>
                              </p:par>
                            </p:childTnLst>
                          </p:cTn>
                        </p:par>
                        <p:par>
                          <p:cTn id="66" fill="hold">
                            <p:stCondLst>
                              <p:cond delay="600"/>
                            </p:stCondLst>
                            <p:childTnLst>
                              <p:par>
                                <p:cTn id="67" presetID="42" presetClass="entr" presetSubtype="0" fill="hold" grpId="0" nodeType="afterEffect">
                                  <p:stCondLst>
                                    <p:cond delay="0"/>
                                  </p:stCondLst>
                                  <p:childTnLst>
                                    <p:set>
                                      <p:cBhvr>
                                        <p:cTn id="68" dur="1" fill="hold">
                                          <p:stCondLst>
                                            <p:cond delay="0"/>
                                          </p:stCondLst>
                                        </p:cTn>
                                        <p:tgtEl>
                                          <p:spTgt spid="31"/>
                                        </p:tgtEl>
                                        <p:attrNameLst>
                                          <p:attrName>style.visibility</p:attrName>
                                        </p:attrNameLst>
                                      </p:cBhvr>
                                      <p:to>
                                        <p:strVal val="visible"/>
                                      </p:to>
                                    </p:set>
                                    <p:animEffect transition="in" filter="fade">
                                      <p:cBhvr>
                                        <p:cTn id="69" dur="550"/>
                                        <p:tgtEl>
                                          <p:spTgt spid="31"/>
                                        </p:tgtEl>
                                      </p:cBhvr>
                                    </p:animEffect>
                                    <p:anim calcmode="lin" valueType="num">
                                      <p:cBhvr additive="base">
                                        <p:cTn id="70" dur="550" fill="hold"/>
                                        <p:tgtEl>
                                          <p:spTgt spid="31"/>
                                        </p:tgtEl>
                                        <p:attrNameLst>
                                          <p:attrName>ppt_x</p:attrName>
                                        </p:attrNameLst>
                                      </p:cBhvr>
                                      <p:tavLst>
                                        <p:tav tm="0">
                                          <p:val>
                                            <p:strVal val="#ppt_x"/>
                                          </p:val>
                                        </p:tav>
                                        <p:tav tm="100000">
                                          <p:val>
                                            <p:strVal val="#ppt_x"/>
                                          </p:val>
                                        </p:tav>
                                      </p:tavLst>
                                    </p:anim>
                                    <p:anim calcmode="lin" valueType="num">
                                      <p:cBhvr additive="base">
                                        <p:cTn id="71" dur="550" fill="hold"/>
                                        <p:tgtEl>
                                          <p:spTgt spid="31"/>
                                        </p:tgtEl>
                                        <p:attrNameLst>
                                          <p:attrName>ppt_y</p:attrName>
                                        </p:attrNameLst>
                                      </p:cBhvr>
                                      <p:tavLst>
                                        <p:tav tm="0">
                                          <p:val>
                                            <p:strVal val="#ppt_y+.08"/>
                                          </p:val>
                                        </p:tav>
                                        <p:tav tm="100000">
                                          <p:val>
                                            <p:strVal val="#ppt_y"/>
                                          </p:val>
                                        </p:tav>
                                      </p:tavLst>
                                    </p:anim>
                                  </p:childTnLst>
                                </p:cTn>
                              </p:par>
                            </p:childTnLst>
                          </p:cTn>
                        </p:par>
                        <p:par>
                          <p:cTn id="72" fill="hold">
                            <p:stCondLst>
                              <p:cond delay="600"/>
                            </p:stCondLst>
                            <p:childTnLst>
                              <p:par>
                                <p:cTn id="73" presetID="53" presetClass="entr" presetSubtype="16" fill="hold" grpId="0" nodeType="afterEffect">
                                  <p:stCondLst>
                                    <p:cond delay="0"/>
                                  </p:stCondLst>
                                  <p:childTnLst>
                                    <p:set>
                                      <p:cBhvr>
                                        <p:cTn id="74" dur="1" fill="hold">
                                          <p:stCondLst>
                                            <p:cond delay="0"/>
                                          </p:stCondLst>
                                        </p:cTn>
                                        <p:tgtEl>
                                          <p:spTgt spid="32"/>
                                        </p:tgtEl>
                                        <p:attrNameLst>
                                          <p:attrName>style.visibility</p:attrName>
                                        </p:attrNameLst>
                                      </p:cBhvr>
                                      <p:to>
                                        <p:strVal val="visible"/>
                                      </p:to>
                                    </p:set>
                                    <p:animEffect transition="in" filter="fade">
                                      <p:cBhvr>
                                        <p:cTn id="75" dur="550"/>
                                        <p:tgtEl>
                                          <p:spTgt spid="32"/>
                                        </p:tgtEl>
                                      </p:cBhvr>
                                    </p:animEffect>
                                    <p:anim calcmode="lin" valueType="num">
                                      <p:cBhvr additive="base">
                                        <p:cTn id="76" dur="550" fill="hold"/>
                                        <p:tgtEl>
                                          <p:spTgt spid="32"/>
                                        </p:tgtEl>
                                        <p:attrNameLst>
                                          <p:attrName>ppt_w</p:attrName>
                                        </p:attrNameLst>
                                      </p:cBhvr>
                                      <p:tavLst>
                                        <p:tav tm="0">
                                          <p:val>
                                            <p:strVal val="0"/>
                                          </p:val>
                                        </p:tav>
                                        <p:tav tm="100000">
                                          <p:val>
                                            <p:strVal val="#ppt_w"/>
                                          </p:val>
                                        </p:tav>
                                      </p:tavLst>
                                    </p:anim>
                                    <p:anim calcmode="lin" valueType="num">
                                      <p:cBhvr additive="base">
                                        <p:cTn id="77" dur="550" fill="hold"/>
                                        <p:tgtEl>
                                          <p:spTgt spid="32"/>
                                        </p:tgtEl>
                                        <p:attrNameLst>
                                          <p:attrName>ppt_h</p:attrName>
                                        </p:attrNameLst>
                                      </p:cBhvr>
                                      <p:tavLst>
                                        <p:tav tm="0">
                                          <p:val>
                                            <p:strVal val="0"/>
                                          </p:val>
                                        </p:tav>
                                        <p:tav tm="100000">
                                          <p:val>
                                            <p:strVal val="#ppt_h"/>
                                          </p:val>
                                        </p:tav>
                                      </p:tavLst>
                                    </p:anim>
                                  </p:childTnLst>
                                </p:cTn>
                              </p:par>
                            </p:childTnLst>
                          </p:cTn>
                        </p:par>
                        <p:par>
                          <p:cTn id="78" fill="hold">
                            <p:stCondLst>
                              <p:cond delay="600"/>
                            </p:stCondLst>
                            <p:childTnLst>
                              <p:par>
                                <p:cTn id="79" presetID="42" presetClass="entr" presetSubtype="0" fill="hold" grpId="0" nodeType="afterEffect">
                                  <p:stCondLst>
                                    <p:cond delay="0"/>
                                  </p:stCondLst>
                                  <p:childTnLst>
                                    <p:set>
                                      <p:cBhvr>
                                        <p:cTn id="80" dur="1" fill="hold">
                                          <p:stCondLst>
                                            <p:cond delay="0"/>
                                          </p:stCondLst>
                                        </p:cTn>
                                        <p:tgtEl>
                                          <p:spTgt spid="33"/>
                                        </p:tgtEl>
                                        <p:attrNameLst>
                                          <p:attrName>style.visibility</p:attrName>
                                        </p:attrNameLst>
                                      </p:cBhvr>
                                      <p:to>
                                        <p:strVal val="visible"/>
                                      </p:to>
                                    </p:set>
                                    <p:animEffect transition="in" filter="fade">
                                      <p:cBhvr>
                                        <p:cTn id="81" dur="550"/>
                                        <p:tgtEl>
                                          <p:spTgt spid="33"/>
                                        </p:tgtEl>
                                      </p:cBhvr>
                                    </p:animEffect>
                                    <p:anim calcmode="lin" valueType="num">
                                      <p:cBhvr additive="base">
                                        <p:cTn id="82" dur="550" fill="hold"/>
                                        <p:tgtEl>
                                          <p:spTgt spid="33"/>
                                        </p:tgtEl>
                                        <p:attrNameLst>
                                          <p:attrName>ppt_x</p:attrName>
                                        </p:attrNameLst>
                                      </p:cBhvr>
                                      <p:tavLst>
                                        <p:tav tm="0">
                                          <p:val>
                                            <p:strVal val="#ppt_x"/>
                                          </p:val>
                                        </p:tav>
                                        <p:tav tm="100000">
                                          <p:val>
                                            <p:strVal val="#ppt_x"/>
                                          </p:val>
                                        </p:tav>
                                      </p:tavLst>
                                    </p:anim>
                                    <p:anim calcmode="lin" valueType="num">
                                      <p:cBhvr additive="base">
                                        <p:cTn id="83" dur="550" fill="hold"/>
                                        <p:tgtEl>
                                          <p:spTgt spid="33"/>
                                        </p:tgtEl>
                                        <p:attrNameLst>
                                          <p:attrName>ppt_y</p:attrName>
                                        </p:attrNameLst>
                                      </p:cBhvr>
                                      <p:tavLst>
                                        <p:tav tm="0">
                                          <p:val>
                                            <p:strVal val="#ppt_y+.08"/>
                                          </p:val>
                                        </p:tav>
                                        <p:tav tm="100000">
                                          <p:val>
                                            <p:strVal val="#ppt_y"/>
                                          </p:val>
                                        </p:tav>
                                      </p:tavLst>
                                    </p:anim>
                                  </p:childTnLst>
                                </p:cTn>
                              </p:par>
                            </p:childTnLst>
                          </p:cTn>
                        </p:par>
                        <p:par>
                          <p:cTn id="84" fill="hold">
                            <p:stCondLst>
                              <p:cond delay="800"/>
                            </p:stCondLst>
                            <p:childTnLst>
                              <p:par>
                                <p:cTn id="85" presetID="42" presetClass="entr" presetSubtype="0" fill="hold" grpId="0" nodeType="afterEffect">
                                  <p:stCondLst>
                                    <p:cond delay="0"/>
                                  </p:stCondLst>
                                  <p:childTnLst>
                                    <p:set>
                                      <p:cBhvr>
                                        <p:cTn id="86" dur="1" fill="hold">
                                          <p:stCondLst>
                                            <p:cond delay="0"/>
                                          </p:stCondLst>
                                        </p:cTn>
                                        <p:tgtEl>
                                          <p:spTgt spid="34"/>
                                        </p:tgtEl>
                                        <p:attrNameLst>
                                          <p:attrName>style.visibility</p:attrName>
                                        </p:attrNameLst>
                                      </p:cBhvr>
                                      <p:to>
                                        <p:strVal val="visible"/>
                                      </p:to>
                                    </p:set>
                                    <p:animEffect transition="in" filter="fade">
                                      <p:cBhvr>
                                        <p:cTn id="87" dur="550"/>
                                        <p:tgtEl>
                                          <p:spTgt spid="34"/>
                                        </p:tgtEl>
                                      </p:cBhvr>
                                    </p:animEffect>
                                    <p:anim calcmode="lin" valueType="num">
                                      <p:cBhvr additive="base">
                                        <p:cTn id="88" dur="550" fill="hold"/>
                                        <p:tgtEl>
                                          <p:spTgt spid="34"/>
                                        </p:tgtEl>
                                        <p:attrNameLst>
                                          <p:attrName>ppt_x</p:attrName>
                                        </p:attrNameLst>
                                      </p:cBhvr>
                                      <p:tavLst>
                                        <p:tav tm="0">
                                          <p:val>
                                            <p:strVal val="#ppt_x"/>
                                          </p:val>
                                        </p:tav>
                                        <p:tav tm="100000">
                                          <p:val>
                                            <p:strVal val="#ppt_x"/>
                                          </p:val>
                                        </p:tav>
                                      </p:tavLst>
                                    </p:anim>
                                    <p:anim calcmode="lin" valueType="num">
                                      <p:cBhvr additive="base">
                                        <p:cTn id="89" dur="550" fill="hold"/>
                                        <p:tgtEl>
                                          <p:spTgt spid="34"/>
                                        </p:tgtEl>
                                        <p:attrNameLst>
                                          <p:attrName>ppt_y</p:attrName>
                                        </p:attrNameLst>
                                      </p:cBhvr>
                                      <p:tavLst>
                                        <p:tav tm="0">
                                          <p:val>
                                            <p:strVal val="#ppt_y+.08"/>
                                          </p:val>
                                        </p:tav>
                                        <p:tav tm="100000">
                                          <p:val>
                                            <p:strVal val="#ppt_y"/>
                                          </p:val>
                                        </p:tav>
                                      </p:tavLst>
                                    </p:anim>
                                  </p:childTnLst>
                                </p:cTn>
                              </p:par>
                            </p:childTnLst>
                          </p:cTn>
                        </p:par>
                        <p:par>
                          <p:cTn id="90" fill="hold">
                            <p:stCondLst>
                              <p:cond delay="800"/>
                            </p:stCondLst>
                            <p:childTnLst>
                              <p:par>
                                <p:cTn id="91" presetID="42" presetClass="entr" presetSubtype="0" fill="hold" grpId="0" nodeType="afterEffect">
                                  <p:stCondLst>
                                    <p:cond delay="0"/>
                                  </p:stCondLst>
                                  <p:childTnLst>
                                    <p:set>
                                      <p:cBhvr>
                                        <p:cTn id="92" dur="1" fill="hold">
                                          <p:stCondLst>
                                            <p:cond delay="0"/>
                                          </p:stCondLst>
                                        </p:cTn>
                                        <p:tgtEl>
                                          <p:spTgt spid="35"/>
                                        </p:tgtEl>
                                        <p:attrNameLst>
                                          <p:attrName>style.visibility</p:attrName>
                                        </p:attrNameLst>
                                      </p:cBhvr>
                                      <p:to>
                                        <p:strVal val="visible"/>
                                      </p:to>
                                    </p:set>
                                    <p:animEffect transition="in" filter="fade">
                                      <p:cBhvr>
                                        <p:cTn id="93" dur="550"/>
                                        <p:tgtEl>
                                          <p:spTgt spid="35"/>
                                        </p:tgtEl>
                                      </p:cBhvr>
                                    </p:animEffect>
                                    <p:anim calcmode="lin" valueType="num">
                                      <p:cBhvr additive="base">
                                        <p:cTn id="94" dur="550" fill="hold"/>
                                        <p:tgtEl>
                                          <p:spTgt spid="35"/>
                                        </p:tgtEl>
                                        <p:attrNameLst>
                                          <p:attrName>ppt_x</p:attrName>
                                        </p:attrNameLst>
                                      </p:cBhvr>
                                      <p:tavLst>
                                        <p:tav tm="0">
                                          <p:val>
                                            <p:strVal val="#ppt_x"/>
                                          </p:val>
                                        </p:tav>
                                        <p:tav tm="100000">
                                          <p:val>
                                            <p:strVal val="#ppt_x"/>
                                          </p:val>
                                        </p:tav>
                                      </p:tavLst>
                                    </p:anim>
                                    <p:anim calcmode="lin" valueType="num">
                                      <p:cBhvr additive="base">
                                        <p:cTn id="95" dur="550" fill="hold"/>
                                        <p:tgtEl>
                                          <p:spTgt spid="35"/>
                                        </p:tgtEl>
                                        <p:attrNameLst>
                                          <p:attrName>ppt_y</p:attrName>
                                        </p:attrNameLst>
                                      </p:cBhvr>
                                      <p:tavLst>
                                        <p:tav tm="0">
                                          <p:val>
                                            <p:strVal val="#ppt_y+.08"/>
                                          </p:val>
                                        </p:tav>
                                        <p:tav tm="100000">
                                          <p:val>
                                            <p:strVal val="#ppt_y"/>
                                          </p:val>
                                        </p:tav>
                                      </p:tavLst>
                                    </p:anim>
                                  </p:childTnLst>
                                </p:cTn>
                              </p:par>
                            </p:childTnLst>
                          </p:cTn>
                        </p:par>
                        <p:par>
                          <p:cTn id="96" fill="hold">
                            <p:stCondLst>
                              <p:cond delay="800"/>
                            </p:stCondLst>
                            <p:childTnLst>
                              <p:par>
                                <p:cTn id="97" presetID="53" presetClass="entr" presetSubtype="16" fill="hold" grpId="0" nodeType="afterEffect">
                                  <p:stCondLst>
                                    <p:cond delay="0"/>
                                  </p:stCondLst>
                                  <p:childTnLst>
                                    <p:set>
                                      <p:cBhvr>
                                        <p:cTn id="98" dur="1" fill="hold">
                                          <p:stCondLst>
                                            <p:cond delay="0"/>
                                          </p:stCondLst>
                                        </p:cTn>
                                        <p:tgtEl>
                                          <p:spTgt spid="36"/>
                                        </p:tgtEl>
                                        <p:attrNameLst>
                                          <p:attrName>style.visibility</p:attrName>
                                        </p:attrNameLst>
                                      </p:cBhvr>
                                      <p:to>
                                        <p:strVal val="visible"/>
                                      </p:to>
                                    </p:set>
                                    <p:animEffect transition="in" filter="fade">
                                      <p:cBhvr>
                                        <p:cTn id="99" dur="550"/>
                                        <p:tgtEl>
                                          <p:spTgt spid="36"/>
                                        </p:tgtEl>
                                      </p:cBhvr>
                                    </p:animEffect>
                                    <p:anim calcmode="lin" valueType="num">
                                      <p:cBhvr additive="base">
                                        <p:cTn id="100" dur="550" fill="hold"/>
                                        <p:tgtEl>
                                          <p:spTgt spid="36"/>
                                        </p:tgtEl>
                                        <p:attrNameLst>
                                          <p:attrName>ppt_w</p:attrName>
                                        </p:attrNameLst>
                                      </p:cBhvr>
                                      <p:tavLst>
                                        <p:tav tm="0">
                                          <p:val>
                                            <p:strVal val="0"/>
                                          </p:val>
                                        </p:tav>
                                        <p:tav tm="100000">
                                          <p:val>
                                            <p:strVal val="#ppt_w"/>
                                          </p:val>
                                        </p:tav>
                                      </p:tavLst>
                                    </p:anim>
                                    <p:anim calcmode="lin" valueType="num">
                                      <p:cBhvr additive="base">
                                        <p:cTn id="101" dur="550" fill="hold"/>
                                        <p:tgtEl>
                                          <p:spTgt spid="36"/>
                                        </p:tgtEl>
                                        <p:attrNameLst>
                                          <p:attrName>ppt_h</p:attrName>
                                        </p:attrNameLst>
                                      </p:cBhvr>
                                      <p:tavLst>
                                        <p:tav tm="0">
                                          <p:val>
                                            <p:strVal val="0"/>
                                          </p:val>
                                        </p:tav>
                                        <p:tav tm="100000">
                                          <p:val>
                                            <p:strVal val="#ppt_h"/>
                                          </p:val>
                                        </p:tav>
                                      </p:tavLst>
                                    </p:anim>
                                  </p:childTnLst>
                                </p:cTn>
                              </p:par>
                            </p:childTnLst>
                          </p:cTn>
                        </p:par>
                        <p:par>
                          <p:cTn id="102" fill="hold">
                            <p:stCondLst>
                              <p:cond delay="800"/>
                            </p:stCondLst>
                            <p:childTnLst>
                              <p:par>
                                <p:cTn id="103" presetID="42" presetClass="entr" presetSubtype="0" fill="hold" grpId="0" nodeType="afterEffect">
                                  <p:stCondLst>
                                    <p:cond delay="0"/>
                                  </p:stCondLst>
                                  <p:childTnLst>
                                    <p:set>
                                      <p:cBhvr>
                                        <p:cTn id="104" dur="1" fill="hold">
                                          <p:stCondLst>
                                            <p:cond delay="0"/>
                                          </p:stCondLst>
                                        </p:cTn>
                                        <p:tgtEl>
                                          <p:spTgt spid="37"/>
                                        </p:tgtEl>
                                        <p:attrNameLst>
                                          <p:attrName>style.visibility</p:attrName>
                                        </p:attrNameLst>
                                      </p:cBhvr>
                                      <p:to>
                                        <p:strVal val="visible"/>
                                      </p:to>
                                    </p:set>
                                    <p:animEffect transition="in" filter="fade">
                                      <p:cBhvr>
                                        <p:cTn id="105" dur="550"/>
                                        <p:tgtEl>
                                          <p:spTgt spid="37"/>
                                        </p:tgtEl>
                                      </p:cBhvr>
                                    </p:animEffect>
                                    <p:anim calcmode="lin" valueType="num">
                                      <p:cBhvr additive="base">
                                        <p:cTn id="106" dur="550" fill="hold"/>
                                        <p:tgtEl>
                                          <p:spTgt spid="37"/>
                                        </p:tgtEl>
                                        <p:attrNameLst>
                                          <p:attrName>ppt_x</p:attrName>
                                        </p:attrNameLst>
                                      </p:cBhvr>
                                      <p:tavLst>
                                        <p:tav tm="0">
                                          <p:val>
                                            <p:strVal val="#ppt_x"/>
                                          </p:val>
                                        </p:tav>
                                        <p:tav tm="100000">
                                          <p:val>
                                            <p:strVal val="#ppt_x"/>
                                          </p:val>
                                        </p:tav>
                                      </p:tavLst>
                                    </p:anim>
                                    <p:anim calcmode="lin" valueType="num">
                                      <p:cBhvr additive="base">
                                        <p:cTn id="107" dur="550" fill="hold"/>
                                        <p:tgtEl>
                                          <p:spTgt spid="37"/>
                                        </p:tgtEl>
                                        <p:attrNameLst>
                                          <p:attrName>ppt_y</p:attrName>
                                        </p:attrNameLst>
                                      </p:cBhvr>
                                      <p:tavLst>
                                        <p:tav tm="0">
                                          <p:val>
                                            <p:strVal val="#ppt_y+.08"/>
                                          </p:val>
                                        </p:tav>
                                        <p:tav tm="100000">
                                          <p:val>
                                            <p:strVal val="#ppt_y"/>
                                          </p:val>
                                        </p:tav>
                                      </p:tavLst>
                                    </p:anim>
                                  </p:childTnLst>
                                </p:cTn>
                              </p:par>
                            </p:childTnLst>
                          </p:cTn>
                        </p:par>
                        <p:par>
                          <p:cTn id="108" fill="hold">
                            <p:stCondLst>
                              <p:cond delay="1000"/>
                            </p:stCondLst>
                            <p:childTnLst>
                              <p:par>
                                <p:cTn id="109" presetID="42" presetClass="entr" presetSubtype="0" fill="hold" grpId="0" nodeType="afterEffect">
                                  <p:stCondLst>
                                    <p:cond delay="0"/>
                                  </p:stCondLst>
                                  <p:childTnLst>
                                    <p:set>
                                      <p:cBhvr>
                                        <p:cTn id="110" dur="1" fill="hold">
                                          <p:stCondLst>
                                            <p:cond delay="0"/>
                                          </p:stCondLst>
                                        </p:cTn>
                                        <p:tgtEl>
                                          <p:spTgt spid="38"/>
                                        </p:tgtEl>
                                        <p:attrNameLst>
                                          <p:attrName>style.visibility</p:attrName>
                                        </p:attrNameLst>
                                      </p:cBhvr>
                                      <p:to>
                                        <p:strVal val="visible"/>
                                      </p:to>
                                    </p:set>
                                    <p:animEffect transition="in" filter="fade">
                                      <p:cBhvr>
                                        <p:cTn id="111" dur="550"/>
                                        <p:tgtEl>
                                          <p:spTgt spid="38"/>
                                        </p:tgtEl>
                                      </p:cBhvr>
                                    </p:animEffect>
                                    <p:anim calcmode="lin" valueType="num">
                                      <p:cBhvr additive="base">
                                        <p:cTn id="112" dur="550" fill="hold"/>
                                        <p:tgtEl>
                                          <p:spTgt spid="38"/>
                                        </p:tgtEl>
                                        <p:attrNameLst>
                                          <p:attrName>ppt_x</p:attrName>
                                        </p:attrNameLst>
                                      </p:cBhvr>
                                      <p:tavLst>
                                        <p:tav tm="0">
                                          <p:val>
                                            <p:strVal val="#ppt_x"/>
                                          </p:val>
                                        </p:tav>
                                        <p:tav tm="100000">
                                          <p:val>
                                            <p:strVal val="#ppt_x"/>
                                          </p:val>
                                        </p:tav>
                                      </p:tavLst>
                                    </p:anim>
                                    <p:anim calcmode="lin" valueType="num">
                                      <p:cBhvr additive="base">
                                        <p:cTn id="113" dur="550" fill="hold"/>
                                        <p:tgtEl>
                                          <p:spTgt spid="38"/>
                                        </p:tgtEl>
                                        <p:attrNameLst>
                                          <p:attrName>ppt_y</p:attrName>
                                        </p:attrNameLst>
                                      </p:cBhvr>
                                      <p:tavLst>
                                        <p:tav tm="0">
                                          <p:val>
                                            <p:strVal val="#ppt_y+.08"/>
                                          </p:val>
                                        </p:tav>
                                        <p:tav tm="100000">
                                          <p:val>
                                            <p:strVal val="#ppt_y"/>
                                          </p:val>
                                        </p:tav>
                                      </p:tavLst>
                                    </p:anim>
                                  </p:childTnLst>
                                </p:cTn>
                              </p:par>
                            </p:childTnLst>
                          </p:cTn>
                        </p:par>
                        <p:par>
                          <p:cTn id="114" fill="hold">
                            <p:stCondLst>
                              <p:cond delay="1000"/>
                            </p:stCondLst>
                            <p:childTnLst>
                              <p:par>
                                <p:cTn id="115" presetID="42" presetClass="entr" presetSubtype="0" fill="hold" grpId="0" nodeType="afterEffect">
                                  <p:stCondLst>
                                    <p:cond delay="0"/>
                                  </p:stCondLst>
                                  <p:childTnLst>
                                    <p:set>
                                      <p:cBhvr>
                                        <p:cTn id="116" dur="1" fill="hold">
                                          <p:stCondLst>
                                            <p:cond delay="0"/>
                                          </p:stCondLst>
                                        </p:cTn>
                                        <p:tgtEl>
                                          <p:spTgt spid="39"/>
                                        </p:tgtEl>
                                        <p:attrNameLst>
                                          <p:attrName>style.visibility</p:attrName>
                                        </p:attrNameLst>
                                      </p:cBhvr>
                                      <p:to>
                                        <p:strVal val="visible"/>
                                      </p:to>
                                    </p:set>
                                    <p:animEffect transition="in" filter="fade">
                                      <p:cBhvr>
                                        <p:cTn id="117" dur="550"/>
                                        <p:tgtEl>
                                          <p:spTgt spid="39"/>
                                        </p:tgtEl>
                                      </p:cBhvr>
                                    </p:animEffect>
                                    <p:anim calcmode="lin" valueType="num">
                                      <p:cBhvr additive="base">
                                        <p:cTn id="118" dur="550" fill="hold"/>
                                        <p:tgtEl>
                                          <p:spTgt spid="39"/>
                                        </p:tgtEl>
                                        <p:attrNameLst>
                                          <p:attrName>ppt_x</p:attrName>
                                        </p:attrNameLst>
                                      </p:cBhvr>
                                      <p:tavLst>
                                        <p:tav tm="0">
                                          <p:val>
                                            <p:strVal val="#ppt_x"/>
                                          </p:val>
                                        </p:tav>
                                        <p:tav tm="100000">
                                          <p:val>
                                            <p:strVal val="#ppt_x"/>
                                          </p:val>
                                        </p:tav>
                                      </p:tavLst>
                                    </p:anim>
                                    <p:anim calcmode="lin" valueType="num">
                                      <p:cBhvr additive="base">
                                        <p:cTn id="119" dur="550" fill="hold"/>
                                        <p:tgtEl>
                                          <p:spTgt spid="39"/>
                                        </p:tgtEl>
                                        <p:attrNameLst>
                                          <p:attrName>ppt_y</p:attrName>
                                        </p:attrNameLst>
                                      </p:cBhvr>
                                      <p:tavLst>
                                        <p:tav tm="0">
                                          <p:val>
                                            <p:strVal val="#ppt_y+.08"/>
                                          </p:val>
                                        </p:tav>
                                        <p:tav tm="100000">
                                          <p:val>
                                            <p:strVal val="#ppt_y"/>
                                          </p:val>
                                        </p:tav>
                                      </p:tavLst>
                                    </p:anim>
                                  </p:childTnLst>
                                </p:cTn>
                              </p:par>
                            </p:childTnLst>
                          </p:cTn>
                        </p:par>
                        <p:par>
                          <p:cTn id="120" fill="hold">
                            <p:stCondLst>
                              <p:cond delay="1000"/>
                            </p:stCondLst>
                            <p:childTnLst>
                              <p:par>
                                <p:cTn id="121" presetID="53" presetClass="entr" presetSubtype="16" fill="hold" grpId="0" nodeType="afterEffect">
                                  <p:stCondLst>
                                    <p:cond delay="0"/>
                                  </p:stCondLst>
                                  <p:childTnLst>
                                    <p:set>
                                      <p:cBhvr>
                                        <p:cTn id="122" dur="1" fill="hold">
                                          <p:stCondLst>
                                            <p:cond delay="0"/>
                                          </p:stCondLst>
                                        </p:cTn>
                                        <p:tgtEl>
                                          <p:spTgt spid="40"/>
                                        </p:tgtEl>
                                        <p:attrNameLst>
                                          <p:attrName>style.visibility</p:attrName>
                                        </p:attrNameLst>
                                      </p:cBhvr>
                                      <p:to>
                                        <p:strVal val="visible"/>
                                      </p:to>
                                    </p:set>
                                    <p:animEffect transition="in" filter="fade">
                                      <p:cBhvr>
                                        <p:cTn id="123" dur="550"/>
                                        <p:tgtEl>
                                          <p:spTgt spid="40"/>
                                        </p:tgtEl>
                                      </p:cBhvr>
                                    </p:animEffect>
                                    <p:anim calcmode="lin" valueType="num">
                                      <p:cBhvr additive="base">
                                        <p:cTn id="124" dur="550" fill="hold"/>
                                        <p:tgtEl>
                                          <p:spTgt spid="40"/>
                                        </p:tgtEl>
                                        <p:attrNameLst>
                                          <p:attrName>ppt_w</p:attrName>
                                        </p:attrNameLst>
                                      </p:cBhvr>
                                      <p:tavLst>
                                        <p:tav tm="0">
                                          <p:val>
                                            <p:strVal val="0"/>
                                          </p:val>
                                        </p:tav>
                                        <p:tav tm="100000">
                                          <p:val>
                                            <p:strVal val="#ppt_w"/>
                                          </p:val>
                                        </p:tav>
                                      </p:tavLst>
                                    </p:anim>
                                    <p:anim calcmode="lin" valueType="num">
                                      <p:cBhvr additive="base">
                                        <p:cTn id="125" dur="550" fill="hold"/>
                                        <p:tgtEl>
                                          <p:spTgt spid="40"/>
                                        </p:tgtEl>
                                        <p:attrNameLst>
                                          <p:attrName>ppt_h</p:attrName>
                                        </p:attrNameLst>
                                      </p:cBhvr>
                                      <p:tavLst>
                                        <p:tav tm="0">
                                          <p:val>
                                            <p:strVal val="0"/>
                                          </p:val>
                                        </p:tav>
                                        <p:tav tm="100000">
                                          <p:val>
                                            <p:strVal val="#ppt_h"/>
                                          </p:val>
                                        </p:tav>
                                      </p:tavLst>
                                    </p:anim>
                                  </p:childTnLst>
                                </p:cTn>
                              </p:par>
                            </p:childTnLst>
                          </p:cTn>
                        </p:par>
                        <p:par>
                          <p:cTn id="126" fill="hold">
                            <p:stCondLst>
                              <p:cond delay="1000"/>
                            </p:stCondLst>
                            <p:childTnLst>
                              <p:par>
                                <p:cTn id="127" presetID="42" presetClass="entr" presetSubtype="0" fill="hold" grpId="0" nodeType="afterEffect">
                                  <p:stCondLst>
                                    <p:cond delay="0"/>
                                  </p:stCondLst>
                                  <p:childTnLst>
                                    <p:set>
                                      <p:cBhvr>
                                        <p:cTn id="128" dur="1" fill="hold">
                                          <p:stCondLst>
                                            <p:cond delay="0"/>
                                          </p:stCondLst>
                                        </p:cTn>
                                        <p:tgtEl>
                                          <p:spTgt spid="41"/>
                                        </p:tgtEl>
                                        <p:attrNameLst>
                                          <p:attrName>style.visibility</p:attrName>
                                        </p:attrNameLst>
                                      </p:cBhvr>
                                      <p:to>
                                        <p:strVal val="visible"/>
                                      </p:to>
                                    </p:set>
                                    <p:animEffect transition="in" filter="fade">
                                      <p:cBhvr>
                                        <p:cTn id="129" dur="550"/>
                                        <p:tgtEl>
                                          <p:spTgt spid="41"/>
                                        </p:tgtEl>
                                      </p:cBhvr>
                                    </p:animEffect>
                                    <p:anim calcmode="lin" valueType="num">
                                      <p:cBhvr additive="base">
                                        <p:cTn id="130" dur="550" fill="hold"/>
                                        <p:tgtEl>
                                          <p:spTgt spid="41"/>
                                        </p:tgtEl>
                                        <p:attrNameLst>
                                          <p:attrName>ppt_x</p:attrName>
                                        </p:attrNameLst>
                                      </p:cBhvr>
                                      <p:tavLst>
                                        <p:tav tm="0">
                                          <p:val>
                                            <p:strVal val="#ppt_x"/>
                                          </p:val>
                                        </p:tav>
                                        <p:tav tm="100000">
                                          <p:val>
                                            <p:strVal val="#ppt_x"/>
                                          </p:val>
                                        </p:tav>
                                      </p:tavLst>
                                    </p:anim>
                                    <p:anim calcmode="lin" valueType="num">
                                      <p:cBhvr additive="base">
                                        <p:cTn id="131" dur="550" fill="hold"/>
                                        <p:tgtEl>
                                          <p:spTgt spid="41"/>
                                        </p:tgtEl>
                                        <p:attrNameLst>
                                          <p:attrName>ppt_y</p:attrName>
                                        </p:attrNameLst>
                                      </p:cBhvr>
                                      <p:tavLst>
                                        <p:tav tm="0">
                                          <p:val>
                                            <p:strVal val="#ppt_y+.08"/>
                                          </p:val>
                                        </p:tav>
                                        <p:tav tm="100000">
                                          <p:val>
                                            <p:strVal val="#ppt_y"/>
                                          </p:val>
                                        </p:tav>
                                      </p:tavLst>
                                    </p:anim>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18" grpId="0" animBg="1"/>
      <p:bldP spid="19" grpId="0" animBg="1"/>
      <p:bldP spid="22" grpId="0" animBg="1"/>
      <p:bldP spid="23" grpId="0" animBg="1"/>
      <p:bldP spid="24" grpId="0" animBg="1"/>
      <p:bldP spid="25" grpId="0" animBg="1"/>
      <p:bldP spid="26" grpId="0" animBg="1"/>
      <p:bldP spid="27" grpId="0" animBg="1"/>
      <p:bldP spid="28" grpId="0" animBg="1"/>
      <p:bldP spid="29" grpId="0" animBg="1"/>
      <p:bldP spid="30" grpId="0" animBg="1"/>
      <p:bldP spid="31" grpId="0" animBg="1"/>
      <p:bldP spid="32" grpId="0" animBg="1"/>
      <p:bldP spid="33" grpId="0" animBg="1"/>
      <p:bldP spid="34" grpId="0" animBg="1"/>
      <p:bldP spid="35" grpId="0" animBg="1"/>
      <p:bldP spid="36" grpId="0" animBg="1"/>
      <p:bldP spid="37" grpId="0" animBg="1"/>
      <p:bldP spid="38" grpId="0" animBg="1"/>
      <p:bldP spid="39" grpId="0" animBg="1"/>
      <p:bldP spid="40" grpId="0" animBg="1"/>
      <p:bldP spid="41" grpId="0" animBg="1"/>
    </p:bldLst>
  </p:timing>
</p:sld>
</file>

<file path=ppt/slides/slide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2000" cy="6858000"/>
          </a:xfrm>
          <a:prstGeom prst="rect">
            <a:avLst/>
          </a:prstGeom>
          <a:gradFill rotWithShape="1">
            <a:gsLst>
              <a:gs pos="0">
                <a:srgbClr val="070B1A"/>
              </a:gs>
              <a:gs pos="100000">
                <a:srgbClr val="141C44"/>
              </a:gs>
            </a:gsLst>
            <a:lin scaled="0" ang="18900000"/>
          </a:gra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cxnSp>
        <p:nvCxnSpPr>
          <p:cNvPr id="3" name="Connector 2"/>
          <p:cNvCxnSpPr/>
          <p:nvPr/>
        </p:nvCxnSpPr>
        <p:spPr>
          <a:xfrm flipV="1">
            <a:off x="400000" y="5040000"/>
            <a:ext cx="1666666" cy="226666"/>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cxnSp>
        <p:nvCxnSpPr>
          <p:cNvPr id="4" name="Connector 3"/>
          <p:cNvCxnSpPr/>
          <p:nvPr/>
        </p:nvCxnSpPr>
        <p:spPr>
          <a:xfrm>
            <a:off x="400000" y="5266666"/>
            <a:ext cx="1666666" cy="113334"/>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cxnSp>
        <p:nvCxnSpPr>
          <p:cNvPr id="5" name="Connector 4"/>
          <p:cNvCxnSpPr/>
          <p:nvPr/>
        </p:nvCxnSpPr>
        <p:spPr>
          <a:xfrm>
            <a:off x="400000" y="5266666"/>
            <a:ext cx="1666666" cy="453334"/>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cxnSp>
        <p:nvCxnSpPr>
          <p:cNvPr id="6" name="Connector 5"/>
          <p:cNvCxnSpPr/>
          <p:nvPr/>
        </p:nvCxnSpPr>
        <p:spPr>
          <a:xfrm flipV="1">
            <a:off x="400000" y="5380000"/>
            <a:ext cx="1666666" cy="453333"/>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cxnSp>
        <p:nvCxnSpPr>
          <p:cNvPr id="7" name="Connector 6"/>
          <p:cNvCxnSpPr/>
          <p:nvPr/>
        </p:nvCxnSpPr>
        <p:spPr>
          <a:xfrm flipV="1">
            <a:off x="400000" y="5720000"/>
            <a:ext cx="1666666" cy="113333"/>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cxnSp>
        <p:nvCxnSpPr>
          <p:cNvPr id="8" name="Connector 7"/>
          <p:cNvCxnSpPr/>
          <p:nvPr/>
        </p:nvCxnSpPr>
        <p:spPr>
          <a:xfrm>
            <a:off x="400000" y="5833333"/>
            <a:ext cx="1666666" cy="226667"/>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cxnSp>
        <p:nvCxnSpPr>
          <p:cNvPr id="9" name="Connector 8"/>
          <p:cNvCxnSpPr/>
          <p:nvPr/>
        </p:nvCxnSpPr>
        <p:spPr>
          <a:xfrm>
            <a:off x="2066666" y="5040000"/>
            <a:ext cx="1666667" cy="340000"/>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cxnSp>
        <p:nvCxnSpPr>
          <p:cNvPr id="10" name="Connector 9"/>
          <p:cNvCxnSpPr/>
          <p:nvPr/>
        </p:nvCxnSpPr>
        <p:spPr>
          <a:xfrm>
            <a:off x="2066666" y="5040000"/>
            <a:ext cx="1666667" cy="680000"/>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cxnSp>
        <p:nvCxnSpPr>
          <p:cNvPr id="11" name="Connector 10"/>
          <p:cNvCxnSpPr/>
          <p:nvPr/>
        </p:nvCxnSpPr>
        <p:spPr>
          <a:xfrm flipV="1">
            <a:off x="2066666" y="5040000"/>
            <a:ext cx="1666667" cy="340000"/>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cxnSp>
        <p:nvCxnSpPr>
          <p:cNvPr id="12" name="Connector 11"/>
          <p:cNvCxnSpPr/>
          <p:nvPr/>
        </p:nvCxnSpPr>
        <p:spPr>
          <a:xfrm>
            <a:off x="2066666" y="5380000"/>
            <a:ext cx="1666667" cy="0"/>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cxnSp>
        <p:nvCxnSpPr>
          <p:cNvPr id="13" name="Connector 12"/>
          <p:cNvCxnSpPr/>
          <p:nvPr/>
        </p:nvCxnSpPr>
        <p:spPr>
          <a:xfrm flipV="1">
            <a:off x="2066666" y="5040000"/>
            <a:ext cx="1666667" cy="680000"/>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cxnSp>
        <p:nvCxnSpPr>
          <p:cNvPr id="14" name="Connector 13"/>
          <p:cNvCxnSpPr/>
          <p:nvPr/>
        </p:nvCxnSpPr>
        <p:spPr>
          <a:xfrm flipV="1">
            <a:off x="2066666" y="5380000"/>
            <a:ext cx="1666667" cy="340000"/>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cxnSp>
        <p:nvCxnSpPr>
          <p:cNvPr id="15" name="Connector 14"/>
          <p:cNvCxnSpPr/>
          <p:nvPr/>
        </p:nvCxnSpPr>
        <p:spPr>
          <a:xfrm>
            <a:off x="2066666" y="5720000"/>
            <a:ext cx="1666667" cy="0"/>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cxnSp>
        <p:nvCxnSpPr>
          <p:cNvPr id="16" name="Connector 15"/>
          <p:cNvCxnSpPr/>
          <p:nvPr/>
        </p:nvCxnSpPr>
        <p:spPr>
          <a:xfrm>
            <a:off x="2066666" y="5720000"/>
            <a:ext cx="1666667" cy="340000"/>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cxnSp>
        <p:nvCxnSpPr>
          <p:cNvPr id="17" name="Connector 16"/>
          <p:cNvCxnSpPr/>
          <p:nvPr/>
        </p:nvCxnSpPr>
        <p:spPr>
          <a:xfrm flipV="1">
            <a:off x="2066666" y="5040000"/>
            <a:ext cx="1666667" cy="1020000"/>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cxnSp>
        <p:nvCxnSpPr>
          <p:cNvPr id="18" name="Connector 17"/>
          <p:cNvCxnSpPr/>
          <p:nvPr/>
        </p:nvCxnSpPr>
        <p:spPr>
          <a:xfrm flipV="1">
            <a:off x="2066666" y="5380000"/>
            <a:ext cx="1666667" cy="680000"/>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cxnSp>
        <p:nvCxnSpPr>
          <p:cNvPr id="19" name="Connector 18"/>
          <p:cNvCxnSpPr/>
          <p:nvPr/>
        </p:nvCxnSpPr>
        <p:spPr>
          <a:xfrm flipV="1">
            <a:off x="2066666" y="5720000"/>
            <a:ext cx="1666667" cy="340000"/>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cxnSp>
        <p:nvCxnSpPr>
          <p:cNvPr id="20" name="Connector 19"/>
          <p:cNvCxnSpPr/>
          <p:nvPr/>
        </p:nvCxnSpPr>
        <p:spPr>
          <a:xfrm>
            <a:off x="2066666" y="6060000"/>
            <a:ext cx="1666667" cy="0"/>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cxnSp>
        <p:nvCxnSpPr>
          <p:cNvPr id="21" name="Connector 20"/>
          <p:cNvCxnSpPr/>
          <p:nvPr/>
        </p:nvCxnSpPr>
        <p:spPr>
          <a:xfrm>
            <a:off x="3733333" y="5040000"/>
            <a:ext cx="1666667" cy="226666"/>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cxnSp>
        <p:nvCxnSpPr>
          <p:cNvPr id="22" name="Connector 21"/>
          <p:cNvCxnSpPr/>
          <p:nvPr/>
        </p:nvCxnSpPr>
        <p:spPr>
          <a:xfrm>
            <a:off x="3733333" y="5040000"/>
            <a:ext cx="1666667" cy="793333"/>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cxnSp>
        <p:nvCxnSpPr>
          <p:cNvPr id="23" name="Connector 22"/>
          <p:cNvCxnSpPr/>
          <p:nvPr/>
        </p:nvCxnSpPr>
        <p:spPr>
          <a:xfrm flipV="1">
            <a:off x="3733333" y="5266666"/>
            <a:ext cx="1666667" cy="113334"/>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cxnSp>
        <p:nvCxnSpPr>
          <p:cNvPr id="24" name="Connector 23"/>
          <p:cNvCxnSpPr/>
          <p:nvPr/>
        </p:nvCxnSpPr>
        <p:spPr>
          <a:xfrm flipV="1">
            <a:off x="3733333" y="5266666"/>
            <a:ext cx="1666667" cy="453334"/>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cxnSp>
        <p:nvCxnSpPr>
          <p:cNvPr id="25" name="Connector 24"/>
          <p:cNvCxnSpPr/>
          <p:nvPr/>
        </p:nvCxnSpPr>
        <p:spPr>
          <a:xfrm>
            <a:off x="3733333" y="5720000"/>
            <a:ext cx="1666667" cy="113333"/>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cxnSp>
        <p:nvCxnSpPr>
          <p:cNvPr id="26" name="Connector 25"/>
          <p:cNvCxnSpPr/>
          <p:nvPr/>
        </p:nvCxnSpPr>
        <p:spPr>
          <a:xfrm flipV="1">
            <a:off x="3733333" y="5266666"/>
            <a:ext cx="1666667" cy="793334"/>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cxnSp>
        <p:nvCxnSpPr>
          <p:cNvPr id="27" name="Connector 26"/>
          <p:cNvCxnSpPr/>
          <p:nvPr/>
        </p:nvCxnSpPr>
        <p:spPr>
          <a:xfrm flipV="1">
            <a:off x="3733333" y="5833333"/>
            <a:ext cx="1666667" cy="226667"/>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sp>
        <p:nvSpPr>
          <p:cNvPr id="28" name="Oval 27"/>
          <p:cNvSpPr/>
          <p:nvPr/>
        </p:nvSpPr>
        <p:spPr>
          <a:xfrm>
            <a:off x="330000" y="5196666"/>
            <a:ext cx="140000" cy="140000"/>
          </a:xfrm>
          <a:prstGeom prst="ellipse">
            <a:avLst/>
          </a:prstGeom>
          <a:solidFill>
            <a:srgbClr val="3B4C8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Oval 28"/>
          <p:cNvSpPr/>
          <p:nvPr/>
        </p:nvSpPr>
        <p:spPr>
          <a:xfrm>
            <a:off x="330000" y="5763333"/>
            <a:ext cx="140000" cy="140000"/>
          </a:xfrm>
          <a:prstGeom prst="ellipse">
            <a:avLst/>
          </a:prstGeom>
          <a:solidFill>
            <a:srgbClr val="3B4C8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 name="Oval 29"/>
          <p:cNvSpPr/>
          <p:nvPr/>
        </p:nvSpPr>
        <p:spPr>
          <a:xfrm>
            <a:off x="1996666" y="4970000"/>
            <a:ext cx="140000" cy="140000"/>
          </a:xfrm>
          <a:prstGeom prst="ellipse">
            <a:avLst/>
          </a:prstGeom>
          <a:solidFill>
            <a:srgbClr val="3B4C8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1" name="Oval 30"/>
          <p:cNvSpPr/>
          <p:nvPr/>
        </p:nvSpPr>
        <p:spPr>
          <a:xfrm>
            <a:off x="1996666" y="5310000"/>
            <a:ext cx="140000" cy="140000"/>
          </a:xfrm>
          <a:prstGeom prst="ellipse">
            <a:avLst/>
          </a:prstGeom>
          <a:solidFill>
            <a:srgbClr val="3B4C8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2" name="Oval 31"/>
          <p:cNvSpPr/>
          <p:nvPr/>
        </p:nvSpPr>
        <p:spPr>
          <a:xfrm>
            <a:off x="1996666" y="5650000"/>
            <a:ext cx="140000" cy="140000"/>
          </a:xfrm>
          <a:prstGeom prst="ellipse">
            <a:avLst/>
          </a:prstGeom>
          <a:solidFill>
            <a:srgbClr val="3B4C8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3" name="Oval 32"/>
          <p:cNvSpPr/>
          <p:nvPr/>
        </p:nvSpPr>
        <p:spPr>
          <a:xfrm>
            <a:off x="1996666" y="5990000"/>
            <a:ext cx="140000" cy="140000"/>
          </a:xfrm>
          <a:prstGeom prst="ellipse">
            <a:avLst/>
          </a:prstGeom>
          <a:solidFill>
            <a:srgbClr val="3B4C8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4" name="Oval 33"/>
          <p:cNvSpPr/>
          <p:nvPr/>
        </p:nvSpPr>
        <p:spPr>
          <a:xfrm>
            <a:off x="3663333" y="4970000"/>
            <a:ext cx="140000" cy="140000"/>
          </a:xfrm>
          <a:prstGeom prst="ellipse">
            <a:avLst/>
          </a:prstGeom>
          <a:solidFill>
            <a:srgbClr val="3B4C8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5" name="Oval 34"/>
          <p:cNvSpPr/>
          <p:nvPr/>
        </p:nvSpPr>
        <p:spPr>
          <a:xfrm>
            <a:off x="3663333" y="5310000"/>
            <a:ext cx="140000" cy="140000"/>
          </a:xfrm>
          <a:prstGeom prst="ellipse">
            <a:avLst/>
          </a:prstGeom>
          <a:solidFill>
            <a:srgbClr val="3B4C8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6" name="Oval 35"/>
          <p:cNvSpPr/>
          <p:nvPr/>
        </p:nvSpPr>
        <p:spPr>
          <a:xfrm>
            <a:off x="3663333" y="5650000"/>
            <a:ext cx="140000" cy="140000"/>
          </a:xfrm>
          <a:prstGeom prst="ellipse">
            <a:avLst/>
          </a:prstGeom>
          <a:solidFill>
            <a:srgbClr val="3B4C8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7" name="Oval 36"/>
          <p:cNvSpPr/>
          <p:nvPr/>
        </p:nvSpPr>
        <p:spPr>
          <a:xfrm>
            <a:off x="3663333" y="5990000"/>
            <a:ext cx="140000" cy="140000"/>
          </a:xfrm>
          <a:prstGeom prst="ellipse">
            <a:avLst/>
          </a:prstGeom>
          <a:solidFill>
            <a:srgbClr val="3B4C8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8" name="Oval 37"/>
          <p:cNvSpPr/>
          <p:nvPr/>
        </p:nvSpPr>
        <p:spPr>
          <a:xfrm>
            <a:off x="5330000" y="5196666"/>
            <a:ext cx="140000" cy="140000"/>
          </a:xfrm>
          <a:prstGeom prst="ellipse">
            <a:avLst/>
          </a:prstGeom>
          <a:solidFill>
            <a:srgbClr val="3B4C8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9" name="Oval 38"/>
          <p:cNvSpPr/>
          <p:nvPr/>
        </p:nvSpPr>
        <p:spPr>
          <a:xfrm>
            <a:off x="5330000" y="5763333"/>
            <a:ext cx="140000" cy="140000"/>
          </a:xfrm>
          <a:prstGeom prst="ellipse">
            <a:avLst/>
          </a:prstGeom>
          <a:solidFill>
            <a:srgbClr val="3B4C8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0" name="Rounded Rectangle 39"/>
          <p:cNvSpPr/>
          <p:nvPr/>
        </p:nvSpPr>
        <p:spPr>
          <a:xfrm>
            <a:off x="6150000" y="650000"/>
            <a:ext cx="5600000" cy="5250000"/>
          </a:xfrm>
          <a:prstGeom prst="roundRect">
            <a:avLst>
              <a:gd name="adj" fmla="val 6000"/>
            </a:avLst>
          </a:prstGeom>
          <a:noFill/>
          <a:ln w="19050">
            <a:solidFill>
              <a:srgbClr val="8B5CF6"/>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1" name="Picture 40" descr="93a140793ab4b4c7.jpg"/>
          <p:cNvPicPr>
            <a:picLocks noChangeAspect="1"/>
          </p:cNvPicPr>
          <p:nvPr/>
        </p:nvPicPr>
        <p:blipFill>
          <a:blip r:embed="rId2"/>
          <a:srcRect l="26861" r="26861"/>
          <a:stretch>
            <a:fillRect/>
          </a:stretch>
        </p:blipFill>
        <p:spPr>
          <a:xfrm>
            <a:off x="6300000" y="800000"/>
            <a:ext cx="5300000" cy="4950000"/>
          </a:xfrm>
          <a:prstGeom prst="roundRect">
            <a:avLst/>
          </a:prstGeom>
          <a:ln w="19050">
            <a:solidFill>
              <a:srgbClr val="22D3EE"/>
            </a:solidFill>
          </a:ln>
        </p:spPr>
      </p:pic>
      <p:sp>
        <p:nvSpPr>
          <p:cNvPr id="42" name="TextBox 41"/>
          <p:cNvSpPr txBox="1"/>
          <p:nvPr/>
        </p:nvSpPr>
        <p:spPr>
          <a:xfrm>
            <a:off x="6300000" y="5780000"/>
            <a:ext cx="5300000" cy="260000"/>
          </a:xfrm>
          <a:prstGeom prst="rect">
            <a:avLst/>
          </a:prstGeom>
          <a:noFill/>
        </p:spPr>
        <p:txBody>
          <a:bodyPr wrap="square" anchor="t" lIns="50800" rIns="50800">
            <a:spAutoFit/>
          </a:bodyPr>
          <a:lstStyle/>
          <a:p>
            <a:pPr algn="l"/>
            <a:r>
              <a:rPr sz="800" b="0">
                <a:solidFill>
                  <a:srgbClr val="707EAA"/>
                </a:solidFill>
                <a:latin typeface="Segoe UI"/>
              </a:rPr>
              <a:t>Rasm: Azuresky Voight · Wikimedia Commons · CC BY-SA 4.0</a:t>
            </a:r>
          </a:p>
        </p:txBody>
      </p:sp>
      <p:sp>
        <p:nvSpPr>
          <p:cNvPr id="43" name="TextBox 42"/>
          <p:cNvSpPr txBox="1"/>
          <p:nvPr/>
        </p:nvSpPr>
        <p:spPr>
          <a:xfrm>
            <a:off x="600000" y="700000"/>
            <a:ext cx="3500000" cy="1600000"/>
          </a:xfrm>
          <a:prstGeom prst="rect">
            <a:avLst/>
          </a:prstGeom>
          <a:noFill/>
        </p:spPr>
        <p:txBody>
          <a:bodyPr wrap="square" anchor="t" lIns="50800" rIns="50800">
            <a:spAutoFit/>
          </a:bodyPr>
          <a:lstStyle/>
          <a:p>
            <a:pPr algn="l"/>
            <a:r>
              <a:rPr sz="8800" b="1">
                <a:solidFill>
                  <a:srgbClr val="22D3EE"/>
                </a:solidFill>
                <a:latin typeface="Segoe UI"/>
              </a:rPr>
              <a:t>01</a:t>
            </a:r>
          </a:p>
        </p:txBody>
      </p:sp>
      <p:sp>
        <p:nvSpPr>
          <p:cNvPr id="44" name="TextBox 43"/>
          <p:cNvSpPr txBox="1"/>
          <p:nvPr/>
        </p:nvSpPr>
        <p:spPr>
          <a:xfrm>
            <a:off x="650000" y="2250000"/>
            <a:ext cx="5200000" cy="350000"/>
          </a:xfrm>
          <a:prstGeom prst="rect">
            <a:avLst/>
          </a:prstGeom>
          <a:noFill/>
        </p:spPr>
        <p:txBody>
          <a:bodyPr wrap="square" anchor="t" lIns="50800" rIns="50800">
            <a:spAutoFit/>
          </a:bodyPr>
          <a:lstStyle/>
          <a:p>
            <a:pPr algn="l"/>
            <a:r>
              <a:rPr sz="1200" b="1">
                <a:solidFill>
                  <a:srgbClr val="8B5CF6"/>
                </a:solidFill>
                <a:latin typeface="Segoe UI"/>
              </a:rPr>
              <a:t>REJA BANDI</a:t>
            </a:r>
          </a:p>
        </p:txBody>
      </p:sp>
      <p:sp>
        <p:nvSpPr>
          <p:cNvPr id="45" name="TextBox 44"/>
          <p:cNvSpPr txBox="1"/>
          <p:nvPr/>
        </p:nvSpPr>
        <p:spPr>
          <a:xfrm>
            <a:off x="600000" y="2650000"/>
            <a:ext cx="5400000" cy="1800000"/>
          </a:xfrm>
          <a:prstGeom prst="rect">
            <a:avLst/>
          </a:prstGeom>
          <a:noFill/>
        </p:spPr>
        <p:txBody>
          <a:bodyPr wrap="square" anchor="t" lIns="50800" rIns="50800">
            <a:spAutoFit/>
          </a:bodyPr>
          <a:lstStyle/>
          <a:p>
            <a:pPr algn="l"/>
            <a:r>
              <a:rPr sz="3200" b="1">
                <a:solidFill>
                  <a:srgbClr val="E8EEFA"/>
                </a:solidFill>
                <a:latin typeface="Segoe UI"/>
              </a:rPr>
              <a:t>Ishonchlilik, xavfsizlik va tahdid modeli</a:t>
            </a:r>
          </a:p>
        </p:txBody>
      </p:sp>
      <p:sp>
        <p:nvSpPr>
          <p:cNvPr id="46" name="Rectangle 45"/>
          <p:cNvSpPr/>
          <p:nvPr/>
        </p:nvSpPr>
        <p:spPr>
          <a:xfrm>
            <a:off x="660000" y="4450000"/>
            <a:ext cx="2200000" cy="60000"/>
          </a:xfrm>
          <a:prstGeom prst="rect">
            <a:avLst/>
          </a:prstGeom>
          <a:gradFill rotWithShape="1">
            <a:gsLst>
              <a:gs pos="0">
                <a:srgbClr val="22D3EE"/>
              </a:gs>
              <a:gs pos="100000">
                <a:srgbClr val="8B5CF6"/>
              </a:gs>
            </a:gsLst>
            <a:lin scaled="0" ang="0"/>
          </a:gra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Tree>
  </p:cSld>
  <p:clrMapOvr>
    <a:masterClrMapping/>
  </p:clrMapOvr>
  <p:transition spd="med">
    <p:push dir="u"/>
  </p:transition>
  <p:timing>
    <p:tnLst>
      <p:par>
        <p:cTn id="1" dur="indefinite" restart="never" nodeType="tmRoot">
          <p:childTnLst>
            <p:seq concurrent="1" nextAc="seek">
              <p:cTn id="2" dur="indefinite" nodeType="mainSeq">
                <p:childTnLst>
                  <p:par>
                    <p:cTn id="188" fill="hold">
                      <p:stCondLst>
                        <p:cond delay="indefinite"/>
                        <p:cond evt="onBegin" delay="0">
                          <p:tn val="2"/>
                        </p:cond>
                      </p:stCondLst>
                      <p:childTnLst>
                        <p:par>
                          <p:cTn id="3" fill="hold">
                            <p:stCondLst>
                              <p:cond delay="0"/>
                            </p:stCondLst>
                            <p:childTnLst>
                              <p:par>
                                <p:cTn id="4" presetID="10" presetClass="entr" presetSubtype="0" fill="hold" grpId="0" nodeType="withEffect">
                                  <p:stCondLst>
                                    <p:cond delay="0"/>
                                  </p:stCondLst>
                                  <p:childTnLst>
                                    <p:set>
                                      <p:cBhvr>
                                        <p:cTn id="5" dur="1" fill="hold">
                                          <p:stCondLst>
                                            <p:cond delay="0"/>
                                          </p:stCondLst>
                                        </p:cTn>
                                        <p:tgtEl>
                                          <p:spTgt spid="3"/>
                                        </p:tgtEl>
                                        <p:attrNameLst>
                                          <p:attrName>style.visibility</p:attrName>
                                        </p:attrNameLst>
                                      </p:cBhvr>
                                      <p:to>
                                        <p:strVal val="visible"/>
                                      </p:to>
                                    </p:set>
                                    <p:animEffect transition="in" filter="fade">
                                      <p:cBhvr>
                                        <p:cTn id="6" dur="550"/>
                                        <p:tgtEl>
                                          <p:spTgt spid="3"/>
                                        </p:tgtEl>
                                      </p:cBhvr>
                                    </p:animEffect>
                                  </p:childTnLst>
                                </p:cTn>
                              </p:par>
                            </p:childTnLst>
                          </p:cTn>
                        </p:par>
                        <p:par>
                          <p:cTn id="7" fill="hold">
                            <p:stCondLst>
                              <p:cond delay="0"/>
                            </p:stCondLst>
                            <p:childTnLst>
                              <p:par>
                                <p:cTn id="8" presetID="10" presetClass="entr" presetSubtype="0" fill="hold" grpId="0" nodeType="afterEffect">
                                  <p:stCondLst>
                                    <p:cond delay="0"/>
                                  </p:stCondLst>
                                  <p:childTnLst>
                                    <p:set>
                                      <p:cBhvr>
                                        <p:cTn id="9" dur="1" fill="hold">
                                          <p:stCondLst>
                                            <p:cond delay="0"/>
                                          </p:stCondLst>
                                        </p:cTn>
                                        <p:tgtEl>
                                          <p:spTgt spid="4"/>
                                        </p:tgtEl>
                                        <p:attrNameLst>
                                          <p:attrName>style.visibility</p:attrName>
                                        </p:attrNameLst>
                                      </p:cBhvr>
                                      <p:to>
                                        <p:strVal val="visible"/>
                                      </p:to>
                                    </p:set>
                                    <p:animEffect transition="in" filter="fade">
                                      <p:cBhvr>
                                        <p:cTn id="10" dur="550"/>
                                        <p:tgtEl>
                                          <p:spTgt spid="4"/>
                                        </p:tgtEl>
                                      </p:cBhvr>
                                    </p:animEffect>
                                  </p:childTnLst>
                                </p:cTn>
                              </p:par>
                            </p:childTnLst>
                          </p:cTn>
                        </p:par>
                        <p:par>
                          <p:cTn id="11" fill="hold">
                            <p:stCondLst>
                              <p:cond delay="0"/>
                            </p:stCondLst>
                            <p:childTnLst>
                              <p:par>
                                <p:cTn id="12" presetID="10" presetClass="entr" presetSubtype="0" fill="hold" grpId="0" nodeType="afterEffect">
                                  <p:stCondLst>
                                    <p:cond delay="0"/>
                                  </p:stCondLst>
                                  <p:childTnLst>
                                    <p:set>
                                      <p:cBhvr>
                                        <p:cTn id="13" dur="1" fill="hold">
                                          <p:stCondLst>
                                            <p:cond delay="0"/>
                                          </p:stCondLst>
                                        </p:cTn>
                                        <p:tgtEl>
                                          <p:spTgt spid="5"/>
                                        </p:tgtEl>
                                        <p:attrNameLst>
                                          <p:attrName>style.visibility</p:attrName>
                                        </p:attrNameLst>
                                      </p:cBhvr>
                                      <p:to>
                                        <p:strVal val="visible"/>
                                      </p:to>
                                    </p:set>
                                    <p:animEffect transition="in" filter="fade">
                                      <p:cBhvr>
                                        <p:cTn id="14" dur="550"/>
                                        <p:tgtEl>
                                          <p:spTgt spid="5"/>
                                        </p:tgtEl>
                                      </p:cBhvr>
                                    </p:animEffect>
                                  </p:childTnLst>
                                </p:cTn>
                              </p:par>
                            </p:childTnLst>
                          </p:cTn>
                        </p:par>
                        <p:par>
                          <p:cTn id="15" fill="hold">
                            <p:stCondLst>
                              <p:cond delay="0"/>
                            </p:stCondLst>
                            <p:childTnLst>
                              <p:par>
                                <p:cTn id="16" presetID="10" presetClass="entr" presetSubtype="0" fill="hold" grpId="0" nodeType="afterEffect">
                                  <p:stCondLst>
                                    <p:cond delay="0"/>
                                  </p:stCondLst>
                                  <p:childTnLst>
                                    <p:set>
                                      <p:cBhvr>
                                        <p:cTn id="17" dur="1" fill="hold">
                                          <p:stCondLst>
                                            <p:cond delay="0"/>
                                          </p:stCondLst>
                                        </p:cTn>
                                        <p:tgtEl>
                                          <p:spTgt spid="6"/>
                                        </p:tgtEl>
                                        <p:attrNameLst>
                                          <p:attrName>style.visibility</p:attrName>
                                        </p:attrNameLst>
                                      </p:cBhvr>
                                      <p:to>
                                        <p:strVal val="visible"/>
                                      </p:to>
                                    </p:set>
                                    <p:animEffect transition="in" filter="fade">
                                      <p:cBhvr>
                                        <p:cTn id="18" dur="550"/>
                                        <p:tgtEl>
                                          <p:spTgt spid="6"/>
                                        </p:tgtEl>
                                      </p:cBhvr>
                                    </p:animEffect>
                                  </p:childTnLst>
                                </p:cTn>
                              </p:par>
                            </p:childTnLst>
                          </p:cTn>
                        </p:par>
                        <p:par>
                          <p:cTn id="19" fill="hold">
                            <p:stCondLst>
                              <p:cond delay="0"/>
                            </p:stCondLst>
                            <p:childTnLst>
                              <p:par>
                                <p:cTn id="20" presetID="10" presetClass="entr" presetSubtype="0" fill="hold" grpId="0" nodeType="afterEffect">
                                  <p:stCondLst>
                                    <p:cond delay="0"/>
                                  </p:stCondLst>
                                  <p:childTnLst>
                                    <p:set>
                                      <p:cBhvr>
                                        <p:cTn id="21" dur="1" fill="hold">
                                          <p:stCondLst>
                                            <p:cond delay="0"/>
                                          </p:stCondLst>
                                        </p:cTn>
                                        <p:tgtEl>
                                          <p:spTgt spid="7"/>
                                        </p:tgtEl>
                                        <p:attrNameLst>
                                          <p:attrName>style.visibility</p:attrName>
                                        </p:attrNameLst>
                                      </p:cBhvr>
                                      <p:to>
                                        <p:strVal val="visible"/>
                                      </p:to>
                                    </p:set>
                                    <p:animEffect transition="in" filter="fade">
                                      <p:cBhvr>
                                        <p:cTn id="22" dur="550"/>
                                        <p:tgtEl>
                                          <p:spTgt spid="7"/>
                                        </p:tgtEl>
                                      </p:cBhvr>
                                    </p:animEffect>
                                  </p:childTnLst>
                                </p:cTn>
                              </p:par>
                            </p:childTnLst>
                          </p:cTn>
                        </p:par>
                        <p:par>
                          <p:cTn id="23" fill="hold">
                            <p:stCondLst>
                              <p:cond delay="0"/>
                            </p:stCondLst>
                            <p:childTnLst>
                              <p:par>
                                <p:cTn id="24" presetID="10" presetClass="entr" presetSubtype="0" fill="hold" grpId="0" nodeType="afterEffect">
                                  <p:stCondLst>
                                    <p:cond delay="0"/>
                                  </p:stCondLst>
                                  <p:childTnLst>
                                    <p:set>
                                      <p:cBhvr>
                                        <p:cTn id="25" dur="1" fill="hold">
                                          <p:stCondLst>
                                            <p:cond delay="0"/>
                                          </p:stCondLst>
                                        </p:cTn>
                                        <p:tgtEl>
                                          <p:spTgt spid="8"/>
                                        </p:tgtEl>
                                        <p:attrNameLst>
                                          <p:attrName>style.visibility</p:attrName>
                                        </p:attrNameLst>
                                      </p:cBhvr>
                                      <p:to>
                                        <p:strVal val="visible"/>
                                      </p:to>
                                    </p:set>
                                    <p:animEffect transition="in" filter="fade">
                                      <p:cBhvr>
                                        <p:cTn id="26" dur="550"/>
                                        <p:tgtEl>
                                          <p:spTgt spid="8"/>
                                        </p:tgtEl>
                                      </p:cBhvr>
                                    </p:animEffect>
                                  </p:childTnLst>
                                </p:cTn>
                              </p:par>
                            </p:childTnLst>
                          </p:cTn>
                        </p:par>
                        <p:par>
                          <p:cTn id="27" fill="hold">
                            <p:stCondLst>
                              <p:cond delay="0"/>
                            </p:stCondLst>
                            <p:childTnLst>
                              <p:par>
                                <p:cTn id="28" presetID="10" presetClass="entr" presetSubtype="0" fill="hold" grpId="0" nodeType="afterEffect">
                                  <p:stCondLst>
                                    <p:cond delay="0"/>
                                  </p:stCondLst>
                                  <p:childTnLst>
                                    <p:set>
                                      <p:cBhvr>
                                        <p:cTn id="29" dur="1" fill="hold">
                                          <p:stCondLst>
                                            <p:cond delay="0"/>
                                          </p:stCondLst>
                                        </p:cTn>
                                        <p:tgtEl>
                                          <p:spTgt spid="9"/>
                                        </p:tgtEl>
                                        <p:attrNameLst>
                                          <p:attrName>style.visibility</p:attrName>
                                        </p:attrNameLst>
                                      </p:cBhvr>
                                      <p:to>
                                        <p:strVal val="visible"/>
                                      </p:to>
                                    </p:set>
                                    <p:animEffect transition="in" filter="fade">
                                      <p:cBhvr>
                                        <p:cTn id="30" dur="550"/>
                                        <p:tgtEl>
                                          <p:spTgt spid="9"/>
                                        </p:tgtEl>
                                      </p:cBhvr>
                                    </p:animEffect>
                                  </p:childTnLst>
                                </p:cTn>
                              </p:par>
                            </p:childTnLst>
                          </p:cTn>
                        </p:par>
                        <p:par>
                          <p:cTn id="31" fill="hold">
                            <p:stCondLst>
                              <p:cond delay="0"/>
                            </p:stCondLst>
                            <p:childTnLst>
                              <p:par>
                                <p:cTn id="32" presetID="10" presetClass="entr" presetSubtype="0" fill="hold" grpId="0" nodeType="afterEffect">
                                  <p:stCondLst>
                                    <p:cond delay="0"/>
                                  </p:stCondLst>
                                  <p:childTnLst>
                                    <p:set>
                                      <p:cBhvr>
                                        <p:cTn id="33" dur="1" fill="hold">
                                          <p:stCondLst>
                                            <p:cond delay="0"/>
                                          </p:stCondLst>
                                        </p:cTn>
                                        <p:tgtEl>
                                          <p:spTgt spid="10"/>
                                        </p:tgtEl>
                                        <p:attrNameLst>
                                          <p:attrName>style.visibility</p:attrName>
                                        </p:attrNameLst>
                                      </p:cBhvr>
                                      <p:to>
                                        <p:strVal val="visible"/>
                                      </p:to>
                                    </p:set>
                                    <p:animEffect transition="in" filter="fade">
                                      <p:cBhvr>
                                        <p:cTn id="34" dur="550"/>
                                        <p:tgtEl>
                                          <p:spTgt spid="10"/>
                                        </p:tgtEl>
                                      </p:cBhvr>
                                    </p:animEffect>
                                  </p:childTnLst>
                                </p:cTn>
                              </p:par>
                            </p:childTnLst>
                          </p:cTn>
                        </p:par>
                        <p:par>
                          <p:cTn id="35" fill="hold">
                            <p:stCondLst>
                              <p:cond delay="0"/>
                            </p:stCondLst>
                            <p:childTnLst>
                              <p:par>
                                <p:cTn id="36" presetID="10" presetClass="entr" presetSubtype="0" fill="hold" grpId="0" nodeType="afterEffect">
                                  <p:stCondLst>
                                    <p:cond delay="0"/>
                                  </p:stCondLst>
                                  <p:childTnLst>
                                    <p:set>
                                      <p:cBhvr>
                                        <p:cTn id="37" dur="1" fill="hold">
                                          <p:stCondLst>
                                            <p:cond delay="0"/>
                                          </p:stCondLst>
                                        </p:cTn>
                                        <p:tgtEl>
                                          <p:spTgt spid="11"/>
                                        </p:tgtEl>
                                        <p:attrNameLst>
                                          <p:attrName>style.visibility</p:attrName>
                                        </p:attrNameLst>
                                      </p:cBhvr>
                                      <p:to>
                                        <p:strVal val="visible"/>
                                      </p:to>
                                    </p:set>
                                    <p:animEffect transition="in" filter="fade">
                                      <p:cBhvr>
                                        <p:cTn id="38" dur="550"/>
                                        <p:tgtEl>
                                          <p:spTgt spid="11"/>
                                        </p:tgtEl>
                                      </p:cBhvr>
                                    </p:animEffect>
                                  </p:childTnLst>
                                </p:cTn>
                              </p:par>
                            </p:childTnLst>
                          </p:cTn>
                        </p:par>
                        <p:par>
                          <p:cTn id="39" fill="hold">
                            <p:stCondLst>
                              <p:cond delay="0"/>
                            </p:stCondLst>
                            <p:childTnLst>
                              <p:par>
                                <p:cTn id="40" presetID="10" presetClass="entr" presetSubtype="0" fill="hold" grpId="0" nodeType="afterEffect">
                                  <p:stCondLst>
                                    <p:cond delay="0"/>
                                  </p:stCondLst>
                                  <p:childTnLst>
                                    <p:set>
                                      <p:cBhvr>
                                        <p:cTn id="41" dur="1" fill="hold">
                                          <p:stCondLst>
                                            <p:cond delay="0"/>
                                          </p:stCondLst>
                                        </p:cTn>
                                        <p:tgtEl>
                                          <p:spTgt spid="12"/>
                                        </p:tgtEl>
                                        <p:attrNameLst>
                                          <p:attrName>style.visibility</p:attrName>
                                        </p:attrNameLst>
                                      </p:cBhvr>
                                      <p:to>
                                        <p:strVal val="visible"/>
                                      </p:to>
                                    </p:set>
                                    <p:animEffect transition="in" filter="fade">
                                      <p:cBhvr>
                                        <p:cTn id="42" dur="550"/>
                                        <p:tgtEl>
                                          <p:spTgt spid="12"/>
                                        </p:tgtEl>
                                      </p:cBhvr>
                                    </p:animEffect>
                                  </p:childTnLst>
                                </p:cTn>
                              </p:par>
                            </p:childTnLst>
                          </p:cTn>
                        </p:par>
                        <p:par>
                          <p:cTn id="43" fill="hold">
                            <p:stCondLst>
                              <p:cond delay="0"/>
                            </p:stCondLst>
                            <p:childTnLst>
                              <p:par>
                                <p:cTn id="44" presetID="10" presetClass="entr" presetSubtype="0" fill="hold" grpId="0" nodeType="afterEffect">
                                  <p:stCondLst>
                                    <p:cond delay="0"/>
                                  </p:stCondLst>
                                  <p:childTnLst>
                                    <p:set>
                                      <p:cBhvr>
                                        <p:cTn id="45" dur="1" fill="hold">
                                          <p:stCondLst>
                                            <p:cond delay="0"/>
                                          </p:stCondLst>
                                        </p:cTn>
                                        <p:tgtEl>
                                          <p:spTgt spid="13"/>
                                        </p:tgtEl>
                                        <p:attrNameLst>
                                          <p:attrName>style.visibility</p:attrName>
                                        </p:attrNameLst>
                                      </p:cBhvr>
                                      <p:to>
                                        <p:strVal val="visible"/>
                                      </p:to>
                                    </p:set>
                                    <p:animEffect transition="in" filter="fade">
                                      <p:cBhvr>
                                        <p:cTn id="46" dur="550"/>
                                        <p:tgtEl>
                                          <p:spTgt spid="13"/>
                                        </p:tgtEl>
                                      </p:cBhvr>
                                    </p:animEffect>
                                  </p:childTnLst>
                                </p:cTn>
                              </p:par>
                            </p:childTnLst>
                          </p:cTn>
                        </p:par>
                        <p:par>
                          <p:cTn id="47" fill="hold">
                            <p:stCondLst>
                              <p:cond delay="0"/>
                            </p:stCondLst>
                            <p:childTnLst>
                              <p:par>
                                <p:cTn id="48" presetID="10" presetClass="entr" presetSubtype="0" fill="hold" grpId="0" nodeType="afterEffect">
                                  <p:stCondLst>
                                    <p:cond delay="0"/>
                                  </p:stCondLst>
                                  <p:childTnLst>
                                    <p:set>
                                      <p:cBhvr>
                                        <p:cTn id="49" dur="1" fill="hold">
                                          <p:stCondLst>
                                            <p:cond delay="0"/>
                                          </p:stCondLst>
                                        </p:cTn>
                                        <p:tgtEl>
                                          <p:spTgt spid="14"/>
                                        </p:tgtEl>
                                        <p:attrNameLst>
                                          <p:attrName>style.visibility</p:attrName>
                                        </p:attrNameLst>
                                      </p:cBhvr>
                                      <p:to>
                                        <p:strVal val="visible"/>
                                      </p:to>
                                    </p:set>
                                    <p:animEffect transition="in" filter="fade">
                                      <p:cBhvr>
                                        <p:cTn id="50" dur="550"/>
                                        <p:tgtEl>
                                          <p:spTgt spid="14"/>
                                        </p:tgtEl>
                                      </p:cBhvr>
                                    </p:animEffect>
                                  </p:childTnLst>
                                </p:cTn>
                              </p:par>
                            </p:childTnLst>
                          </p:cTn>
                        </p:par>
                        <p:par>
                          <p:cTn id="51" fill="hold">
                            <p:stCondLst>
                              <p:cond delay="0"/>
                            </p:stCondLst>
                            <p:childTnLst>
                              <p:par>
                                <p:cTn id="52" presetID="10" presetClass="entr" presetSubtype="0" fill="hold" grpId="0" nodeType="afterEffect">
                                  <p:stCondLst>
                                    <p:cond delay="0"/>
                                  </p:stCondLst>
                                  <p:childTnLst>
                                    <p:set>
                                      <p:cBhvr>
                                        <p:cTn id="53" dur="1" fill="hold">
                                          <p:stCondLst>
                                            <p:cond delay="0"/>
                                          </p:stCondLst>
                                        </p:cTn>
                                        <p:tgtEl>
                                          <p:spTgt spid="15"/>
                                        </p:tgtEl>
                                        <p:attrNameLst>
                                          <p:attrName>style.visibility</p:attrName>
                                        </p:attrNameLst>
                                      </p:cBhvr>
                                      <p:to>
                                        <p:strVal val="visible"/>
                                      </p:to>
                                    </p:set>
                                    <p:animEffect transition="in" filter="fade">
                                      <p:cBhvr>
                                        <p:cTn id="54" dur="550"/>
                                        <p:tgtEl>
                                          <p:spTgt spid="15"/>
                                        </p:tgtEl>
                                      </p:cBhvr>
                                    </p:animEffect>
                                  </p:childTnLst>
                                </p:cTn>
                              </p:par>
                            </p:childTnLst>
                          </p:cTn>
                        </p:par>
                        <p:par>
                          <p:cTn id="55" fill="hold">
                            <p:stCondLst>
                              <p:cond delay="0"/>
                            </p:stCondLst>
                            <p:childTnLst>
                              <p:par>
                                <p:cTn id="56" presetID="10" presetClass="entr" presetSubtype="0" fill="hold" grpId="0" nodeType="afterEffect">
                                  <p:stCondLst>
                                    <p:cond delay="0"/>
                                  </p:stCondLst>
                                  <p:childTnLst>
                                    <p:set>
                                      <p:cBhvr>
                                        <p:cTn id="57" dur="1" fill="hold">
                                          <p:stCondLst>
                                            <p:cond delay="0"/>
                                          </p:stCondLst>
                                        </p:cTn>
                                        <p:tgtEl>
                                          <p:spTgt spid="16"/>
                                        </p:tgtEl>
                                        <p:attrNameLst>
                                          <p:attrName>style.visibility</p:attrName>
                                        </p:attrNameLst>
                                      </p:cBhvr>
                                      <p:to>
                                        <p:strVal val="visible"/>
                                      </p:to>
                                    </p:set>
                                    <p:animEffect transition="in" filter="fade">
                                      <p:cBhvr>
                                        <p:cTn id="58" dur="550"/>
                                        <p:tgtEl>
                                          <p:spTgt spid="16"/>
                                        </p:tgtEl>
                                      </p:cBhvr>
                                    </p:animEffect>
                                  </p:childTnLst>
                                </p:cTn>
                              </p:par>
                            </p:childTnLst>
                          </p:cTn>
                        </p:par>
                        <p:par>
                          <p:cTn id="59" fill="hold">
                            <p:stCondLst>
                              <p:cond delay="0"/>
                            </p:stCondLst>
                            <p:childTnLst>
                              <p:par>
                                <p:cTn id="60" presetID="10" presetClass="entr" presetSubtype="0" fill="hold" grpId="0" nodeType="afterEffect">
                                  <p:stCondLst>
                                    <p:cond delay="0"/>
                                  </p:stCondLst>
                                  <p:childTnLst>
                                    <p:set>
                                      <p:cBhvr>
                                        <p:cTn id="61" dur="1" fill="hold">
                                          <p:stCondLst>
                                            <p:cond delay="0"/>
                                          </p:stCondLst>
                                        </p:cTn>
                                        <p:tgtEl>
                                          <p:spTgt spid="17"/>
                                        </p:tgtEl>
                                        <p:attrNameLst>
                                          <p:attrName>style.visibility</p:attrName>
                                        </p:attrNameLst>
                                      </p:cBhvr>
                                      <p:to>
                                        <p:strVal val="visible"/>
                                      </p:to>
                                    </p:set>
                                    <p:animEffect transition="in" filter="fade">
                                      <p:cBhvr>
                                        <p:cTn id="62" dur="550"/>
                                        <p:tgtEl>
                                          <p:spTgt spid="17"/>
                                        </p:tgtEl>
                                      </p:cBhvr>
                                    </p:animEffect>
                                  </p:childTnLst>
                                </p:cTn>
                              </p:par>
                            </p:childTnLst>
                          </p:cTn>
                        </p:par>
                        <p:par>
                          <p:cTn id="63" fill="hold">
                            <p:stCondLst>
                              <p:cond delay="0"/>
                            </p:stCondLst>
                            <p:childTnLst>
                              <p:par>
                                <p:cTn id="64" presetID="10" presetClass="entr" presetSubtype="0" fill="hold" grpId="0" nodeType="afterEffect">
                                  <p:stCondLst>
                                    <p:cond delay="0"/>
                                  </p:stCondLst>
                                  <p:childTnLst>
                                    <p:set>
                                      <p:cBhvr>
                                        <p:cTn id="65" dur="1" fill="hold">
                                          <p:stCondLst>
                                            <p:cond delay="0"/>
                                          </p:stCondLst>
                                        </p:cTn>
                                        <p:tgtEl>
                                          <p:spTgt spid="18"/>
                                        </p:tgtEl>
                                        <p:attrNameLst>
                                          <p:attrName>style.visibility</p:attrName>
                                        </p:attrNameLst>
                                      </p:cBhvr>
                                      <p:to>
                                        <p:strVal val="visible"/>
                                      </p:to>
                                    </p:set>
                                    <p:animEffect transition="in" filter="fade">
                                      <p:cBhvr>
                                        <p:cTn id="66" dur="550"/>
                                        <p:tgtEl>
                                          <p:spTgt spid="18"/>
                                        </p:tgtEl>
                                      </p:cBhvr>
                                    </p:animEffect>
                                  </p:childTnLst>
                                </p:cTn>
                              </p:par>
                            </p:childTnLst>
                          </p:cTn>
                        </p:par>
                        <p:par>
                          <p:cTn id="67" fill="hold">
                            <p:stCondLst>
                              <p:cond delay="0"/>
                            </p:stCondLst>
                            <p:childTnLst>
                              <p:par>
                                <p:cTn id="68" presetID="10" presetClass="entr" presetSubtype="0" fill="hold" grpId="0" nodeType="afterEffect">
                                  <p:stCondLst>
                                    <p:cond delay="0"/>
                                  </p:stCondLst>
                                  <p:childTnLst>
                                    <p:set>
                                      <p:cBhvr>
                                        <p:cTn id="69" dur="1" fill="hold">
                                          <p:stCondLst>
                                            <p:cond delay="0"/>
                                          </p:stCondLst>
                                        </p:cTn>
                                        <p:tgtEl>
                                          <p:spTgt spid="19"/>
                                        </p:tgtEl>
                                        <p:attrNameLst>
                                          <p:attrName>style.visibility</p:attrName>
                                        </p:attrNameLst>
                                      </p:cBhvr>
                                      <p:to>
                                        <p:strVal val="visible"/>
                                      </p:to>
                                    </p:set>
                                    <p:animEffect transition="in" filter="fade">
                                      <p:cBhvr>
                                        <p:cTn id="70" dur="550"/>
                                        <p:tgtEl>
                                          <p:spTgt spid="19"/>
                                        </p:tgtEl>
                                      </p:cBhvr>
                                    </p:animEffect>
                                  </p:childTnLst>
                                </p:cTn>
                              </p:par>
                            </p:childTnLst>
                          </p:cTn>
                        </p:par>
                        <p:par>
                          <p:cTn id="71" fill="hold">
                            <p:stCondLst>
                              <p:cond delay="0"/>
                            </p:stCondLst>
                            <p:childTnLst>
                              <p:par>
                                <p:cTn id="72" presetID="10" presetClass="entr" presetSubtype="0" fill="hold" grpId="0" nodeType="afterEffect">
                                  <p:stCondLst>
                                    <p:cond delay="0"/>
                                  </p:stCondLst>
                                  <p:childTnLst>
                                    <p:set>
                                      <p:cBhvr>
                                        <p:cTn id="73" dur="1" fill="hold">
                                          <p:stCondLst>
                                            <p:cond delay="0"/>
                                          </p:stCondLst>
                                        </p:cTn>
                                        <p:tgtEl>
                                          <p:spTgt spid="20"/>
                                        </p:tgtEl>
                                        <p:attrNameLst>
                                          <p:attrName>style.visibility</p:attrName>
                                        </p:attrNameLst>
                                      </p:cBhvr>
                                      <p:to>
                                        <p:strVal val="visible"/>
                                      </p:to>
                                    </p:set>
                                    <p:animEffect transition="in" filter="fade">
                                      <p:cBhvr>
                                        <p:cTn id="74" dur="550"/>
                                        <p:tgtEl>
                                          <p:spTgt spid="20"/>
                                        </p:tgtEl>
                                      </p:cBhvr>
                                    </p:animEffect>
                                  </p:childTnLst>
                                </p:cTn>
                              </p:par>
                            </p:childTnLst>
                          </p:cTn>
                        </p:par>
                        <p:par>
                          <p:cTn id="75" fill="hold">
                            <p:stCondLst>
                              <p:cond delay="0"/>
                            </p:stCondLst>
                            <p:childTnLst>
                              <p:par>
                                <p:cTn id="76" presetID="10" presetClass="entr" presetSubtype="0" fill="hold" grpId="0" nodeType="afterEffect">
                                  <p:stCondLst>
                                    <p:cond delay="0"/>
                                  </p:stCondLst>
                                  <p:childTnLst>
                                    <p:set>
                                      <p:cBhvr>
                                        <p:cTn id="77" dur="1" fill="hold">
                                          <p:stCondLst>
                                            <p:cond delay="0"/>
                                          </p:stCondLst>
                                        </p:cTn>
                                        <p:tgtEl>
                                          <p:spTgt spid="21"/>
                                        </p:tgtEl>
                                        <p:attrNameLst>
                                          <p:attrName>style.visibility</p:attrName>
                                        </p:attrNameLst>
                                      </p:cBhvr>
                                      <p:to>
                                        <p:strVal val="visible"/>
                                      </p:to>
                                    </p:set>
                                    <p:animEffect transition="in" filter="fade">
                                      <p:cBhvr>
                                        <p:cTn id="78" dur="550"/>
                                        <p:tgtEl>
                                          <p:spTgt spid="21"/>
                                        </p:tgtEl>
                                      </p:cBhvr>
                                    </p:animEffect>
                                  </p:childTnLst>
                                </p:cTn>
                              </p:par>
                            </p:childTnLst>
                          </p:cTn>
                        </p:par>
                        <p:par>
                          <p:cTn id="79" fill="hold">
                            <p:stCondLst>
                              <p:cond delay="0"/>
                            </p:stCondLst>
                            <p:childTnLst>
                              <p:par>
                                <p:cTn id="80" presetID="10" presetClass="entr" presetSubtype="0" fill="hold" grpId="0" nodeType="afterEffect">
                                  <p:stCondLst>
                                    <p:cond delay="0"/>
                                  </p:stCondLst>
                                  <p:childTnLst>
                                    <p:set>
                                      <p:cBhvr>
                                        <p:cTn id="81" dur="1" fill="hold">
                                          <p:stCondLst>
                                            <p:cond delay="0"/>
                                          </p:stCondLst>
                                        </p:cTn>
                                        <p:tgtEl>
                                          <p:spTgt spid="22"/>
                                        </p:tgtEl>
                                        <p:attrNameLst>
                                          <p:attrName>style.visibility</p:attrName>
                                        </p:attrNameLst>
                                      </p:cBhvr>
                                      <p:to>
                                        <p:strVal val="visible"/>
                                      </p:to>
                                    </p:set>
                                    <p:animEffect transition="in" filter="fade">
                                      <p:cBhvr>
                                        <p:cTn id="82" dur="550"/>
                                        <p:tgtEl>
                                          <p:spTgt spid="22"/>
                                        </p:tgtEl>
                                      </p:cBhvr>
                                    </p:animEffect>
                                  </p:childTnLst>
                                </p:cTn>
                              </p:par>
                            </p:childTnLst>
                          </p:cTn>
                        </p:par>
                        <p:par>
                          <p:cTn id="83" fill="hold">
                            <p:stCondLst>
                              <p:cond delay="0"/>
                            </p:stCondLst>
                            <p:childTnLst>
                              <p:par>
                                <p:cTn id="84" presetID="10" presetClass="entr" presetSubtype="0" fill="hold" grpId="0" nodeType="afterEffect">
                                  <p:stCondLst>
                                    <p:cond delay="0"/>
                                  </p:stCondLst>
                                  <p:childTnLst>
                                    <p:set>
                                      <p:cBhvr>
                                        <p:cTn id="85" dur="1" fill="hold">
                                          <p:stCondLst>
                                            <p:cond delay="0"/>
                                          </p:stCondLst>
                                        </p:cTn>
                                        <p:tgtEl>
                                          <p:spTgt spid="23"/>
                                        </p:tgtEl>
                                        <p:attrNameLst>
                                          <p:attrName>style.visibility</p:attrName>
                                        </p:attrNameLst>
                                      </p:cBhvr>
                                      <p:to>
                                        <p:strVal val="visible"/>
                                      </p:to>
                                    </p:set>
                                    <p:animEffect transition="in" filter="fade">
                                      <p:cBhvr>
                                        <p:cTn id="86" dur="550"/>
                                        <p:tgtEl>
                                          <p:spTgt spid="23"/>
                                        </p:tgtEl>
                                      </p:cBhvr>
                                    </p:animEffect>
                                  </p:childTnLst>
                                </p:cTn>
                              </p:par>
                            </p:childTnLst>
                          </p:cTn>
                        </p:par>
                        <p:par>
                          <p:cTn id="87" fill="hold">
                            <p:stCondLst>
                              <p:cond delay="0"/>
                            </p:stCondLst>
                            <p:childTnLst>
                              <p:par>
                                <p:cTn id="88" presetID="10" presetClass="entr" presetSubtype="0" fill="hold" grpId="0" nodeType="afterEffect">
                                  <p:stCondLst>
                                    <p:cond delay="0"/>
                                  </p:stCondLst>
                                  <p:childTnLst>
                                    <p:set>
                                      <p:cBhvr>
                                        <p:cTn id="89" dur="1" fill="hold">
                                          <p:stCondLst>
                                            <p:cond delay="0"/>
                                          </p:stCondLst>
                                        </p:cTn>
                                        <p:tgtEl>
                                          <p:spTgt spid="24"/>
                                        </p:tgtEl>
                                        <p:attrNameLst>
                                          <p:attrName>style.visibility</p:attrName>
                                        </p:attrNameLst>
                                      </p:cBhvr>
                                      <p:to>
                                        <p:strVal val="visible"/>
                                      </p:to>
                                    </p:set>
                                    <p:animEffect transition="in" filter="fade">
                                      <p:cBhvr>
                                        <p:cTn id="90" dur="550"/>
                                        <p:tgtEl>
                                          <p:spTgt spid="24"/>
                                        </p:tgtEl>
                                      </p:cBhvr>
                                    </p:animEffect>
                                  </p:childTnLst>
                                </p:cTn>
                              </p:par>
                            </p:childTnLst>
                          </p:cTn>
                        </p:par>
                        <p:par>
                          <p:cTn id="91" fill="hold">
                            <p:stCondLst>
                              <p:cond delay="0"/>
                            </p:stCondLst>
                            <p:childTnLst>
                              <p:par>
                                <p:cTn id="92" presetID="10" presetClass="entr" presetSubtype="0" fill="hold" grpId="0" nodeType="afterEffect">
                                  <p:stCondLst>
                                    <p:cond delay="0"/>
                                  </p:stCondLst>
                                  <p:childTnLst>
                                    <p:set>
                                      <p:cBhvr>
                                        <p:cTn id="93" dur="1" fill="hold">
                                          <p:stCondLst>
                                            <p:cond delay="0"/>
                                          </p:stCondLst>
                                        </p:cTn>
                                        <p:tgtEl>
                                          <p:spTgt spid="25"/>
                                        </p:tgtEl>
                                        <p:attrNameLst>
                                          <p:attrName>style.visibility</p:attrName>
                                        </p:attrNameLst>
                                      </p:cBhvr>
                                      <p:to>
                                        <p:strVal val="visible"/>
                                      </p:to>
                                    </p:set>
                                    <p:animEffect transition="in" filter="fade">
                                      <p:cBhvr>
                                        <p:cTn id="94" dur="550"/>
                                        <p:tgtEl>
                                          <p:spTgt spid="25"/>
                                        </p:tgtEl>
                                      </p:cBhvr>
                                    </p:animEffect>
                                  </p:childTnLst>
                                </p:cTn>
                              </p:par>
                            </p:childTnLst>
                          </p:cTn>
                        </p:par>
                        <p:par>
                          <p:cTn id="95" fill="hold">
                            <p:stCondLst>
                              <p:cond delay="0"/>
                            </p:stCondLst>
                            <p:childTnLst>
                              <p:par>
                                <p:cTn id="96" presetID="10" presetClass="entr" presetSubtype="0" fill="hold" grpId="0" nodeType="afterEffect">
                                  <p:stCondLst>
                                    <p:cond delay="0"/>
                                  </p:stCondLst>
                                  <p:childTnLst>
                                    <p:set>
                                      <p:cBhvr>
                                        <p:cTn id="97" dur="1" fill="hold">
                                          <p:stCondLst>
                                            <p:cond delay="0"/>
                                          </p:stCondLst>
                                        </p:cTn>
                                        <p:tgtEl>
                                          <p:spTgt spid="26"/>
                                        </p:tgtEl>
                                        <p:attrNameLst>
                                          <p:attrName>style.visibility</p:attrName>
                                        </p:attrNameLst>
                                      </p:cBhvr>
                                      <p:to>
                                        <p:strVal val="visible"/>
                                      </p:to>
                                    </p:set>
                                    <p:animEffect transition="in" filter="fade">
                                      <p:cBhvr>
                                        <p:cTn id="98" dur="550"/>
                                        <p:tgtEl>
                                          <p:spTgt spid="26"/>
                                        </p:tgtEl>
                                      </p:cBhvr>
                                    </p:animEffect>
                                  </p:childTnLst>
                                </p:cTn>
                              </p:par>
                            </p:childTnLst>
                          </p:cTn>
                        </p:par>
                        <p:par>
                          <p:cTn id="99" fill="hold">
                            <p:stCondLst>
                              <p:cond delay="0"/>
                            </p:stCondLst>
                            <p:childTnLst>
                              <p:par>
                                <p:cTn id="100" presetID="10" presetClass="entr" presetSubtype="0" fill="hold" grpId="0" nodeType="afterEffect">
                                  <p:stCondLst>
                                    <p:cond delay="0"/>
                                  </p:stCondLst>
                                  <p:childTnLst>
                                    <p:set>
                                      <p:cBhvr>
                                        <p:cTn id="101" dur="1" fill="hold">
                                          <p:stCondLst>
                                            <p:cond delay="0"/>
                                          </p:stCondLst>
                                        </p:cTn>
                                        <p:tgtEl>
                                          <p:spTgt spid="27"/>
                                        </p:tgtEl>
                                        <p:attrNameLst>
                                          <p:attrName>style.visibility</p:attrName>
                                        </p:attrNameLst>
                                      </p:cBhvr>
                                      <p:to>
                                        <p:strVal val="visible"/>
                                      </p:to>
                                    </p:set>
                                    <p:animEffect transition="in" filter="fade">
                                      <p:cBhvr>
                                        <p:cTn id="102" dur="550"/>
                                        <p:tgtEl>
                                          <p:spTgt spid="27"/>
                                        </p:tgtEl>
                                      </p:cBhvr>
                                    </p:animEffect>
                                  </p:childTnLst>
                                </p:cTn>
                              </p:par>
                            </p:childTnLst>
                          </p:cTn>
                        </p:par>
                        <p:par>
                          <p:cTn id="103" fill="hold">
                            <p:stCondLst>
                              <p:cond delay="0"/>
                            </p:stCondLst>
                            <p:childTnLst>
                              <p:par>
                                <p:cTn id="104" presetID="10" presetClass="entr" presetSubtype="0" fill="hold" grpId="0" nodeType="afterEffect">
                                  <p:stCondLst>
                                    <p:cond delay="0"/>
                                  </p:stCondLst>
                                  <p:childTnLst>
                                    <p:set>
                                      <p:cBhvr>
                                        <p:cTn id="105" dur="1" fill="hold">
                                          <p:stCondLst>
                                            <p:cond delay="0"/>
                                          </p:stCondLst>
                                        </p:cTn>
                                        <p:tgtEl>
                                          <p:spTgt spid="28"/>
                                        </p:tgtEl>
                                        <p:attrNameLst>
                                          <p:attrName>style.visibility</p:attrName>
                                        </p:attrNameLst>
                                      </p:cBhvr>
                                      <p:to>
                                        <p:strVal val="visible"/>
                                      </p:to>
                                    </p:set>
                                    <p:animEffect transition="in" filter="fade">
                                      <p:cBhvr>
                                        <p:cTn id="106" dur="550"/>
                                        <p:tgtEl>
                                          <p:spTgt spid="28"/>
                                        </p:tgtEl>
                                      </p:cBhvr>
                                    </p:animEffect>
                                  </p:childTnLst>
                                </p:cTn>
                              </p:par>
                            </p:childTnLst>
                          </p:cTn>
                        </p:par>
                        <p:par>
                          <p:cTn id="107" fill="hold">
                            <p:stCondLst>
                              <p:cond delay="0"/>
                            </p:stCondLst>
                            <p:childTnLst>
                              <p:par>
                                <p:cTn id="108" presetID="10" presetClass="entr" presetSubtype="0" fill="hold" grpId="0" nodeType="afterEffect">
                                  <p:stCondLst>
                                    <p:cond delay="0"/>
                                  </p:stCondLst>
                                  <p:childTnLst>
                                    <p:set>
                                      <p:cBhvr>
                                        <p:cTn id="109" dur="1" fill="hold">
                                          <p:stCondLst>
                                            <p:cond delay="0"/>
                                          </p:stCondLst>
                                        </p:cTn>
                                        <p:tgtEl>
                                          <p:spTgt spid="29"/>
                                        </p:tgtEl>
                                        <p:attrNameLst>
                                          <p:attrName>style.visibility</p:attrName>
                                        </p:attrNameLst>
                                      </p:cBhvr>
                                      <p:to>
                                        <p:strVal val="visible"/>
                                      </p:to>
                                    </p:set>
                                    <p:animEffect transition="in" filter="fade">
                                      <p:cBhvr>
                                        <p:cTn id="110" dur="550"/>
                                        <p:tgtEl>
                                          <p:spTgt spid="29"/>
                                        </p:tgtEl>
                                      </p:cBhvr>
                                    </p:animEffect>
                                  </p:childTnLst>
                                </p:cTn>
                              </p:par>
                            </p:childTnLst>
                          </p:cTn>
                        </p:par>
                        <p:par>
                          <p:cTn id="111" fill="hold">
                            <p:stCondLst>
                              <p:cond delay="0"/>
                            </p:stCondLst>
                            <p:childTnLst>
                              <p:par>
                                <p:cTn id="112" presetID="10" presetClass="entr" presetSubtype="0" fill="hold" grpId="0" nodeType="afterEffect">
                                  <p:stCondLst>
                                    <p:cond delay="0"/>
                                  </p:stCondLst>
                                  <p:childTnLst>
                                    <p:set>
                                      <p:cBhvr>
                                        <p:cTn id="113" dur="1" fill="hold">
                                          <p:stCondLst>
                                            <p:cond delay="0"/>
                                          </p:stCondLst>
                                        </p:cTn>
                                        <p:tgtEl>
                                          <p:spTgt spid="30"/>
                                        </p:tgtEl>
                                        <p:attrNameLst>
                                          <p:attrName>style.visibility</p:attrName>
                                        </p:attrNameLst>
                                      </p:cBhvr>
                                      <p:to>
                                        <p:strVal val="visible"/>
                                      </p:to>
                                    </p:set>
                                    <p:animEffect transition="in" filter="fade">
                                      <p:cBhvr>
                                        <p:cTn id="114" dur="550"/>
                                        <p:tgtEl>
                                          <p:spTgt spid="30"/>
                                        </p:tgtEl>
                                      </p:cBhvr>
                                    </p:animEffect>
                                  </p:childTnLst>
                                </p:cTn>
                              </p:par>
                            </p:childTnLst>
                          </p:cTn>
                        </p:par>
                        <p:par>
                          <p:cTn id="115" fill="hold">
                            <p:stCondLst>
                              <p:cond delay="0"/>
                            </p:stCondLst>
                            <p:childTnLst>
                              <p:par>
                                <p:cTn id="116" presetID="10" presetClass="entr" presetSubtype="0" fill="hold" grpId="0" nodeType="afterEffect">
                                  <p:stCondLst>
                                    <p:cond delay="0"/>
                                  </p:stCondLst>
                                  <p:childTnLst>
                                    <p:set>
                                      <p:cBhvr>
                                        <p:cTn id="117" dur="1" fill="hold">
                                          <p:stCondLst>
                                            <p:cond delay="0"/>
                                          </p:stCondLst>
                                        </p:cTn>
                                        <p:tgtEl>
                                          <p:spTgt spid="31"/>
                                        </p:tgtEl>
                                        <p:attrNameLst>
                                          <p:attrName>style.visibility</p:attrName>
                                        </p:attrNameLst>
                                      </p:cBhvr>
                                      <p:to>
                                        <p:strVal val="visible"/>
                                      </p:to>
                                    </p:set>
                                    <p:animEffect transition="in" filter="fade">
                                      <p:cBhvr>
                                        <p:cTn id="118" dur="550"/>
                                        <p:tgtEl>
                                          <p:spTgt spid="31"/>
                                        </p:tgtEl>
                                      </p:cBhvr>
                                    </p:animEffect>
                                  </p:childTnLst>
                                </p:cTn>
                              </p:par>
                            </p:childTnLst>
                          </p:cTn>
                        </p:par>
                        <p:par>
                          <p:cTn id="119" fill="hold">
                            <p:stCondLst>
                              <p:cond delay="0"/>
                            </p:stCondLst>
                            <p:childTnLst>
                              <p:par>
                                <p:cTn id="120" presetID="10" presetClass="entr" presetSubtype="0" fill="hold" grpId="0" nodeType="afterEffect">
                                  <p:stCondLst>
                                    <p:cond delay="0"/>
                                  </p:stCondLst>
                                  <p:childTnLst>
                                    <p:set>
                                      <p:cBhvr>
                                        <p:cTn id="121" dur="1" fill="hold">
                                          <p:stCondLst>
                                            <p:cond delay="0"/>
                                          </p:stCondLst>
                                        </p:cTn>
                                        <p:tgtEl>
                                          <p:spTgt spid="32"/>
                                        </p:tgtEl>
                                        <p:attrNameLst>
                                          <p:attrName>style.visibility</p:attrName>
                                        </p:attrNameLst>
                                      </p:cBhvr>
                                      <p:to>
                                        <p:strVal val="visible"/>
                                      </p:to>
                                    </p:set>
                                    <p:animEffect transition="in" filter="fade">
                                      <p:cBhvr>
                                        <p:cTn id="122" dur="550"/>
                                        <p:tgtEl>
                                          <p:spTgt spid="32"/>
                                        </p:tgtEl>
                                      </p:cBhvr>
                                    </p:animEffect>
                                  </p:childTnLst>
                                </p:cTn>
                              </p:par>
                            </p:childTnLst>
                          </p:cTn>
                        </p:par>
                        <p:par>
                          <p:cTn id="123" fill="hold">
                            <p:stCondLst>
                              <p:cond delay="0"/>
                            </p:stCondLst>
                            <p:childTnLst>
                              <p:par>
                                <p:cTn id="124" presetID="10" presetClass="entr" presetSubtype="0" fill="hold" grpId="0" nodeType="afterEffect">
                                  <p:stCondLst>
                                    <p:cond delay="0"/>
                                  </p:stCondLst>
                                  <p:childTnLst>
                                    <p:set>
                                      <p:cBhvr>
                                        <p:cTn id="125" dur="1" fill="hold">
                                          <p:stCondLst>
                                            <p:cond delay="0"/>
                                          </p:stCondLst>
                                        </p:cTn>
                                        <p:tgtEl>
                                          <p:spTgt spid="33"/>
                                        </p:tgtEl>
                                        <p:attrNameLst>
                                          <p:attrName>style.visibility</p:attrName>
                                        </p:attrNameLst>
                                      </p:cBhvr>
                                      <p:to>
                                        <p:strVal val="visible"/>
                                      </p:to>
                                    </p:set>
                                    <p:animEffect transition="in" filter="fade">
                                      <p:cBhvr>
                                        <p:cTn id="126" dur="550"/>
                                        <p:tgtEl>
                                          <p:spTgt spid="33"/>
                                        </p:tgtEl>
                                      </p:cBhvr>
                                    </p:animEffect>
                                  </p:childTnLst>
                                </p:cTn>
                              </p:par>
                            </p:childTnLst>
                          </p:cTn>
                        </p:par>
                        <p:par>
                          <p:cTn id="127" fill="hold">
                            <p:stCondLst>
                              <p:cond delay="0"/>
                            </p:stCondLst>
                            <p:childTnLst>
                              <p:par>
                                <p:cTn id="128" presetID="10" presetClass="entr" presetSubtype="0" fill="hold" grpId="0" nodeType="afterEffect">
                                  <p:stCondLst>
                                    <p:cond delay="0"/>
                                  </p:stCondLst>
                                  <p:childTnLst>
                                    <p:set>
                                      <p:cBhvr>
                                        <p:cTn id="129" dur="1" fill="hold">
                                          <p:stCondLst>
                                            <p:cond delay="0"/>
                                          </p:stCondLst>
                                        </p:cTn>
                                        <p:tgtEl>
                                          <p:spTgt spid="34"/>
                                        </p:tgtEl>
                                        <p:attrNameLst>
                                          <p:attrName>style.visibility</p:attrName>
                                        </p:attrNameLst>
                                      </p:cBhvr>
                                      <p:to>
                                        <p:strVal val="visible"/>
                                      </p:to>
                                    </p:set>
                                    <p:animEffect transition="in" filter="fade">
                                      <p:cBhvr>
                                        <p:cTn id="130" dur="550"/>
                                        <p:tgtEl>
                                          <p:spTgt spid="34"/>
                                        </p:tgtEl>
                                      </p:cBhvr>
                                    </p:animEffect>
                                  </p:childTnLst>
                                </p:cTn>
                              </p:par>
                            </p:childTnLst>
                          </p:cTn>
                        </p:par>
                        <p:par>
                          <p:cTn id="131" fill="hold">
                            <p:stCondLst>
                              <p:cond delay="0"/>
                            </p:stCondLst>
                            <p:childTnLst>
                              <p:par>
                                <p:cTn id="132" presetID="10" presetClass="entr" presetSubtype="0" fill="hold" grpId="0" nodeType="afterEffect">
                                  <p:stCondLst>
                                    <p:cond delay="0"/>
                                  </p:stCondLst>
                                  <p:childTnLst>
                                    <p:set>
                                      <p:cBhvr>
                                        <p:cTn id="133" dur="1" fill="hold">
                                          <p:stCondLst>
                                            <p:cond delay="0"/>
                                          </p:stCondLst>
                                        </p:cTn>
                                        <p:tgtEl>
                                          <p:spTgt spid="35"/>
                                        </p:tgtEl>
                                        <p:attrNameLst>
                                          <p:attrName>style.visibility</p:attrName>
                                        </p:attrNameLst>
                                      </p:cBhvr>
                                      <p:to>
                                        <p:strVal val="visible"/>
                                      </p:to>
                                    </p:set>
                                    <p:animEffect transition="in" filter="fade">
                                      <p:cBhvr>
                                        <p:cTn id="134" dur="550"/>
                                        <p:tgtEl>
                                          <p:spTgt spid="35"/>
                                        </p:tgtEl>
                                      </p:cBhvr>
                                    </p:animEffect>
                                  </p:childTnLst>
                                </p:cTn>
                              </p:par>
                            </p:childTnLst>
                          </p:cTn>
                        </p:par>
                        <p:par>
                          <p:cTn id="135" fill="hold">
                            <p:stCondLst>
                              <p:cond delay="0"/>
                            </p:stCondLst>
                            <p:childTnLst>
                              <p:par>
                                <p:cTn id="136" presetID="10" presetClass="entr" presetSubtype="0" fill="hold" grpId="0" nodeType="afterEffect">
                                  <p:stCondLst>
                                    <p:cond delay="0"/>
                                  </p:stCondLst>
                                  <p:childTnLst>
                                    <p:set>
                                      <p:cBhvr>
                                        <p:cTn id="137" dur="1" fill="hold">
                                          <p:stCondLst>
                                            <p:cond delay="0"/>
                                          </p:stCondLst>
                                        </p:cTn>
                                        <p:tgtEl>
                                          <p:spTgt spid="36"/>
                                        </p:tgtEl>
                                        <p:attrNameLst>
                                          <p:attrName>style.visibility</p:attrName>
                                        </p:attrNameLst>
                                      </p:cBhvr>
                                      <p:to>
                                        <p:strVal val="visible"/>
                                      </p:to>
                                    </p:set>
                                    <p:animEffect transition="in" filter="fade">
                                      <p:cBhvr>
                                        <p:cTn id="138" dur="550"/>
                                        <p:tgtEl>
                                          <p:spTgt spid="36"/>
                                        </p:tgtEl>
                                      </p:cBhvr>
                                    </p:animEffect>
                                  </p:childTnLst>
                                </p:cTn>
                              </p:par>
                            </p:childTnLst>
                          </p:cTn>
                        </p:par>
                        <p:par>
                          <p:cTn id="139" fill="hold">
                            <p:stCondLst>
                              <p:cond delay="0"/>
                            </p:stCondLst>
                            <p:childTnLst>
                              <p:par>
                                <p:cTn id="140" presetID="10" presetClass="entr" presetSubtype="0" fill="hold" grpId="0" nodeType="afterEffect">
                                  <p:stCondLst>
                                    <p:cond delay="0"/>
                                  </p:stCondLst>
                                  <p:childTnLst>
                                    <p:set>
                                      <p:cBhvr>
                                        <p:cTn id="141" dur="1" fill="hold">
                                          <p:stCondLst>
                                            <p:cond delay="0"/>
                                          </p:stCondLst>
                                        </p:cTn>
                                        <p:tgtEl>
                                          <p:spTgt spid="37"/>
                                        </p:tgtEl>
                                        <p:attrNameLst>
                                          <p:attrName>style.visibility</p:attrName>
                                        </p:attrNameLst>
                                      </p:cBhvr>
                                      <p:to>
                                        <p:strVal val="visible"/>
                                      </p:to>
                                    </p:set>
                                    <p:animEffect transition="in" filter="fade">
                                      <p:cBhvr>
                                        <p:cTn id="142" dur="550"/>
                                        <p:tgtEl>
                                          <p:spTgt spid="37"/>
                                        </p:tgtEl>
                                      </p:cBhvr>
                                    </p:animEffect>
                                  </p:childTnLst>
                                </p:cTn>
                              </p:par>
                            </p:childTnLst>
                          </p:cTn>
                        </p:par>
                        <p:par>
                          <p:cTn id="143" fill="hold">
                            <p:stCondLst>
                              <p:cond delay="0"/>
                            </p:stCondLst>
                            <p:childTnLst>
                              <p:par>
                                <p:cTn id="144" presetID="10" presetClass="entr" presetSubtype="0" fill="hold" grpId="0" nodeType="afterEffect">
                                  <p:stCondLst>
                                    <p:cond delay="0"/>
                                  </p:stCondLst>
                                  <p:childTnLst>
                                    <p:set>
                                      <p:cBhvr>
                                        <p:cTn id="145" dur="1" fill="hold">
                                          <p:stCondLst>
                                            <p:cond delay="0"/>
                                          </p:stCondLst>
                                        </p:cTn>
                                        <p:tgtEl>
                                          <p:spTgt spid="38"/>
                                        </p:tgtEl>
                                        <p:attrNameLst>
                                          <p:attrName>style.visibility</p:attrName>
                                        </p:attrNameLst>
                                      </p:cBhvr>
                                      <p:to>
                                        <p:strVal val="visible"/>
                                      </p:to>
                                    </p:set>
                                    <p:animEffect transition="in" filter="fade">
                                      <p:cBhvr>
                                        <p:cTn id="146" dur="550"/>
                                        <p:tgtEl>
                                          <p:spTgt spid="38"/>
                                        </p:tgtEl>
                                      </p:cBhvr>
                                    </p:animEffect>
                                  </p:childTnLst>
                                </p:cTn>
                              </p:par>
                            </p:childTnLst>
                          </p:cTn>
                        </p:par>
                        <p:par>
                          <p:cTn id="147" fill="hold">
                            <p:stCondLst>
                              <p:cond delay="0"/>
                            </p:stCondLst>
                            <p:childTnLst>
                              <p:par>
                                <p:cTn id="148" presetID="10" presetClass="entr" presetSubtype="0" fill="hold" grpId="0" nodeType="afterEffect">
                                  <p:stCondLst>
                                    <p:cond delay="0"/>
                                  </p:stCondLst>
                                  <p:childTnLst>
                                    <p:set>
                                      <p:cBhvr>
                                        <p:cTn id="149" dur="1" fill="hold">
                                          <p:stCondLst>
                                            <p:cond delay="0"/>
                                          </p:stCondLst>
                                        </p:cTn>
                                        <p:tgtEl>
                                          <p:spTgt spid="39"/>
                                        </p:tgtEl>
                                        <p:attrNameLst>
                                          <p:attrName>style.visibility</p:attrName>
                                        </p:attrNameLst>
                                      </p:cBhvr>
                                      <p:to>
                                        <p:strVal val="visible"/>
                                      </p:to>
                                    </p:set>
                                    <p:animEffect transition="in" filter="fade">
                                      <p:cBhvr>
                                        <p:cTn id="150" dur="550"/>
                                        <p:tgtEl>
                                          <p:spTgt spid="39"/>
                                        </p:tgtEl>
                                      </p:cBhvr>
                                    </p:animEffect>
                                  </p:childTnLst>
                                </p:cTn>
                              </p:par>
                            </p:childTnLst>
                          </p:cTn>
                        </p:par>
                        <p:par>
                          <p:cTn id="151" fill="hold">
                            <p:stCondLst>
                              <p:cond delay="150"/>
                            </p:stCondLst>
                            <p:childTnLst>
                              <p:par>
                                <p:cTn id="152" presetID="53" presetClass="entr" presetSubtype="16" fill="hold" grpId="0" nodeType="afterEffect">
                                  <p:stCondLst>
                                    <p:cond delay="0"/>
                                  </p:stCondLst>
                                  <p:childTnLst>
                                    <p:set>
                                      <p:cBhvr>
                                        <p:cTn id="153" dur="1" fill="hold">
                                          <p:stCondLst>
                                            <p:cond delay="0"/>
                                          </p:stCondLst>
                                        </p:cTn>
                                        <p:tgtEl>
                                          <p:spTgt spid="40"/>
                                        </p:tgtEl>
                                        <p:attrNameLst>
                                          <p:attrName>style.visibility</p:attrName>
                                        </p:attrNameLst>
                                      </p:cBhvr>
                                      <p:to>
                                        <p:strVal val="visible"/>
                                      </p:to>
                                    </p:set>
                                    <p:animEffect transition="in" filter="fade">
                                      <p:cBhvr>
                                        <p:cTn id="154" dur="550"/>
                                        <p:tgtEl>
                                          <p:spTgt spid="40"/>
                                        </p:tgtEl>
                                      </p:cBhvr>
                                    </p:animEffect>
                                    <p:anim calcmode="lin" valueType="num">
                                      <p:cBhvr additive="base">
                                        <p:cTn id="155" dur="550" fill="hold"/>
                                        <p:tgtEl>
                                          <p:spTgt spid="40"/>
                                        </p:tgtEl>
                                        <p:attrNameLst>
                                          <p:attrName>ppt_w</p:attrName>
                                        </p:attrNameLst>
                                      </p:cBhvr>
                                      <p:tavLst>
                                        <p:tav tm="0">
                                          <p:val>
                                            <p:strVal val="0"/>
                                          </p:val>
                                        </p:tav>
                                        <p:tav tm="100000">
                                          <p:val>
                                            <p:strVal val="#ppt_w"/>
                                          </p:val>
                                        </p:tav>
                                      </p:tavLst>
                                    </p:anim>
                                    <p:anim calcmode="lin" valueType="num">
                                      <p:cBhvr additive="base">
                                        <p:cTn id="156" dur="550" fill="hold"/>
                                        <p:tgtEl>
                                          <p:spTgt spid="40"/>
                                        </p:tgtEl>
                                        <p:attrNameLst>
                                          <p:attrName>ppt_h</p:attrName>
                                        </p:attrNameLst>
                                      </p:cBhvr>
                                      <p:tavLst>
                                        <p:tav tm="0">
                                          <p:val>
                                            <p:strVal val="0"/>
                                          </p:val>
                                        </p:tav>
                                        <p:tav tm="100000">
                                          <p:val>
                                            <p:strVal val="#ppt_h"/>
                                          </p:val>
                                        </p:tav>
                                      </p:tavLst>
                                    </p:anim>
                                  </p:childTnLst>
                                </p:cTn>
                              </p:par>
                            </p:childTnLst>
                          </p:cTn>
                        </p:par>
                        <p:par>
                          <p:cTn id="157" fill="hold">
                            <p:stCondLst>
                              <p:cond delay="150"/>
                            </p:stCondLst>
                            <p:childTnLst>
                              <p:par>
                                <p:cTn id="158" presetID="53" presetClass="entr" presetSubtype="16" fill="hold" grpId="0" nodeType="afterEffect">
                                  <p:stCondLst>
                                    <p:cond delay="0"/>
                                  </p:stCondLst>
                                  <p:childTnLst>
                                    <p:set>
                                      <p:cBhvr>
                                        <p:cTn id="159" dur="1" fill="hold">
                                          <p:stCondLst>
                                            <p:cond delay="0"/>
                                          </p:stCondLst>
                                        </p:cTn>
                                        <p:tgtEl>
                                          <p:spTgt spid="41"/>
                                        </p:tgtEl>
                                        <p:attrNameLst>
                                          <p:attrName>style.visibility</p:attrName>
                                        </p:attrNameLst>
                                      </p:cBhvr>
                                      <p:to>
                                        <p:strVal val="visible"/>
                                      </p:to>
                                    </p:set>
                                    <p:animEffect transition="in" filter="fade">
                                      <p:cBhvr>
                                        <p:cTn id="160" dur="550"/>
                                        <p:tgtEl>
                                          <p:spTgt spid="41"/>
                                        </p:tgtEl>
                                      </p:cBhvr>
                                    </p:animEffect>
                                    <p:anim calcmode="lin" valueType="num">
                                      <p:cBhvr additive="base">
                                        <p:cTn id="161" dur="550" fill="hold"/>
                                        <p:tgtEl>
                                          <p:spTgt spid="41"/>
                                        </p:tgtEl>
                                        <p:attrNameLst>
                                          <p:attrName>ppt_w</p:attrName>
                                        </p:attrNameLst>
                                      </p:cBhvr>
                                      <p:tavLst>
                                        <p:tav tm="0">
                                          <p:val>
                                            <p:strVal val="0"/>
                                          </p:val>
                                        </p:tav>
                                        <p:tav tm="100000">
                                          <p:val>
                                            <p:strVal val="#ppt_w"/>
                                          </p:val>
                                        </p:tav>
                                      </p:tavLst>
                                    </p:anim>
                                    <p:anim calcmode="lin" valueType="num">
                                      <p:cBhvr additive="base">
                                        <p:cTn id="162" dur="550" fill="hold"/>
                                        <p:tgtEl>
                                          <p:spTgt spid="41"/>
                                        </p:tgtEl>
                                        <p:attrNameLst>
                                          <p:attrName>ppt_h</p:attrName>
                                        </p:attrNameLst>
                                      </p:cBhvr>
                                      <p:tavLst>
                                        <p:tav tm="0">
                                          <p:val>
                                            <p:strVal val="0"/>
                                          </p:val>
                                        </p:tav>
                                        <p:tav tm="100000">
                                          <p:val>
                                            <p:strVal val="#ppt_h"/>
                                          </p:val>
                                        </p:tav>
                                      </p:tavLst>
                                    </p:anim>
                                  </p:childTnLst>
                                </p:cTn>
                              </p:par>
                            </p:childTnLst>
                          </p:cTn>
                        </p:par>
                        <p:par>
                          <p:cTn id="163" fill="hold">
                            <p:stCondLst>
                              <p:cond delay="150"/>
                            </p:stCondLst>
                            <p:childTnLst>
                              <p:par>
                                <p:cTn id="164" presetID="10" presetClass="entr" presetSubtype="0" fill="hold" grpId="0" nodeType="afterEffect">
                                  <p:stCondLst>
                                    <p:cond delay="0"/>
                                  </p:stCondLst>
                                  <p:childTnLst>
                                    <p:set>
                                      <p:cBhvr>
                                        <p:cTn id="165" dur="1" fill="hold">
                                          <p:stCondLst>
                                            <p:cond delay="0"/>
                                          </p:stCondLst>
                                        </p:cTn>
                                        <p:tgtEl>
                                          <p:spTgt spid="42"/>
                                        </p:tgtEl>
                                        <p:attrNameLst>
                                          <p:attrName>style.visibility</p:attrName>
                                        </p:attrNameLst>
                                      </p:cBhvr>
                                      <p:to>
                                        <p:strVal val="visible"/>
                                      </p:to>
                                    </p:set>
                                    <p:animEffect transition="in" filter="fade">
                                      <p:cBhvr>
                                        <p:cTn id="166" dur="550"/>
                                        <p:tgtEl>
                                          <p:spTgt spid="42"/>
                                        </p:tgtEl>
                                      </p:cBhvr>
                                    </p:animEffect>
                                  </p:childTnLst>
                                </p:cTn>
                              </p:par>
                            </p:childTnLst>
                          </p:cTn>
                        </p:par>
                        <p:par>
                          <p:cTn id="167" fill="hold">
                            <p:stCondLst>
                              <p:cond delay="350"/>
                            </p:stCondLst>
                            <p:childTnLst>
                              <p:par>
                                <p:cTn id="168" presetID="53" presetClass="entr" presetSubtype="16" fill="hold" grpId="0" nodeType="afterEffect">
                                  <p:stCondLst>
                                    <p:cond delay="0"/>
                                  </p:stCondLst>
                                  <p:childTnLst>
                                    <p:set>
                                      <p:cBhvr>
                                        <p:cTn id="169" dur="1" fill="hold">
                                          <p:stCondLst>
                                            <p:cond delay="0"/>
                                          </p:stCondLst>
                                        </p:cTn>
                                        <p:tgtEl>
                                          <p:spTgt spid="43"/>
                                        </p:tgtEl>
                                        <p:attrNameLst>
                                          <p:attrName>style.visibility</p:attrName>
                                        </p:attrNameLst>
                                      </p:cBhvr>
                                      <p:to>
                                        <p:strVal val="visible"/>
                                      </p:to>
                                    </p:set>
                                    <p:animEffect transition="in" filter="fade">
                                      <p:cBhvr>
                                        <p:cTn id="170" dur="550"/>
                                        <p:tgtEl>
                                          <p:spTgt spid="43"/>
                                        </p:tgtEl>
                                      </p:cBhvr>
                                    </p:animEffect>
                                    <p:anim calcmode="lin" valueType="num">
                                      <p:cBhvr additive="base">
                                        <p:cTn id="171" dur="550" fill="hold"/>
                                        <p:tgtEl>
                                          <p:spTgt spid="43"/>
                                        </p:tgtEl>
                                        <p:attrNameLst>
                                          <p:attrName>ppt_w</p:attrName>
                                        </p:attrNameLst>
                                      </p:cBhvr>
                                      <p:tavLst>
                                        <p:tav tm="0">
                                          <p:val>
                                            <p:strVal val="0"/>
                                          </p:val>
                                        </p:tav>
                                        <p:tav tm="100000">
                                          <p:val>
                                            <p:strVal val="#ppt_w"/>
                                          </p:val>
                                        </p:tav>
                                      </p:tavLst>
                                    </p:anim>
                                    <p:anim calcmode="lin" valueType="num">
                                      <p:cBhvr additive="base">
                                        <p:cTn id="172" dur="550" fill="hold"/>
                                        <p:tgtEl>
                                          <p:spTgt spid="43"/>
                                        </p:tgtEl>
                                        <p:attrNameLst>
                                          <p:attrName>ppt_h</p:attrName>
                                        </p:attrNameLst>
                                      </p:cBhvr>
                                      <p:tavLst>
                                        <p:tav tm="0">
                                          <p:val>
                                            <p:strVal val="0"/>
                                          </p:val>
                                        </p:tav>
                                        <p:tav tm="100000">
                                          <p:val>
                                            <p:strVal val="#ppt_h"/>
                                          </p:val>
                                        </p:tav>
                                      </p:tavLst>
                                    </p:anim>
                                  </p:childTnLst>
                                </p:cTn>
                              </p:par>
                            </p:childTnLst>
                          </p:cTn>
                        </p:par>
                        <p:par>
                          <p:cTn id="173" fill="hold">
                            <p:stCondLst>
                              <p:cond delay="450"/>
                            </p:stCondLst>
                            <p:childTnLst>
                              <p:par>
                                <p:cTn id="174" presetID="10" presetClass="entr" presetSubtype="0" fill="hold" grpId="0" nodeType="afterEffect">
                                  <p:stCondLst>
                                    <p:cond delay="0"/>
                                  </p:stCondLst>
                                  <p:childTnLst>
                                    <p:set>
                                      <p:cBhvr>
                                        <p:cTn id="175" dur="1" fill="hold">
                                          <p:stCondLst>
                                            <p:cond delay="0"/>
                                          </p:stCondLst>
                                        </p:cTn>
                                        <p:tgtEl>
                                          <p:spTgt spid="44"/>
                                        </p:tgtEl>
                                        <p:attrNameLst>
                                          <p:attrName>style.visibility</p:attrName>
                                        </p:attrNameLst>
                                      </p:cBhvr>
                                      <p:to>
                                        <p:strVal val="visible"/>
                                      </p:to>
                                    </p:set>
                                    <p:animEffect transition="in" filter="fade">
                                      <p:cBhvr>
                                        <p:cTn id="176" dur="550"/>
                                        <p:tgtEl>
                                          <p:spTgt spid="44"/>
                                        </p:tgtEl>
                                      </p:cBhvr>
                                    </p:animEffect>
                                  </p:childTnLst>
                                </p:cTn>
                              </p:par>
                            </p:childTnLst>
                          </p:cTn>
                        </p:par>
                        <p:par>
                          <p:cTn id="177" fill="hold">
                            <p:stCondLst>
                              <p:cond delay="550"/>
                            </p:stCondLst>
                            <p:childTnLst>
                              <p:par>
                                <p:cTn id="178" presetID="2" presetClass="entr" presetSubtype="8" fill="hold" grpId="0" nodeType="afterEffect">
                                  <p:stCondLst>
                                    <p:cond delay="0"/>
                                  </p:stCondLst>
                                  <p:childTnLst>
                                    <p:set>
                                      <p:cBhvr>
                                        <p:cTn id="179" dur="1" fill="hold">
                                          <p:stCondLst>
                                            <p:cond delay="0"/>
                                          </p:stCondLst>
                                        </p:cTn>
                                        <p:tgtEl>
                                          <p:spTgt spid="45"/>
                                        </p:tgtEl>
                                        <p:attrNameLst>
                                          <p:attrName>style.visibility</p:attrName>
                                        </p:attrNameLst>
                                      </p:cBhvr>
                                      <p:to>
                                        <p:strVal val="visible"/>
                                      </p:to>
                                    </p:set>
                                    <p:anim calcmode="lin" valueType="num">
                                      <p:cBhvr additive="base">
                                        <p:cTn id="181" dur="550" fill="hold"/>
                                        <p:tgtEl>
                                          <p:spTgt spid="45"/>
                                        </p:tgtEl>
                                        <p:attrNameLst>
                                          <p:attrName>ppt_x</p:attrName>
                                        </p:attrNameLst>
                                      </p:cBhvr>
                                      <p:tavLst>
                                        <p:tav tm="0">
                                          <p:val>
                                            <p:strVal val="0-#ppt_w/2"/>
                                          </p:val>
                                        </p:tav>
                                        <p:tav tm="100000">
                                          <p:val>
                                            <p:strVal val="#ppt_x"/>
                                          </p:val>
                                        </p:tav>
                                      </p:tavLst>
                                    </p:anim>
                                    <p:anim calcmode="lin" valueType="num">
                                      <p:cBhvr additive="base">
                                        <p:cTn id="182" dur="550" fill="hold"/>
                                        <p:tgtEl>
                                          <p:spTgt spid="45"/>
                                        </p:tgtEl>
                                        <p:attrNameLst>
                                          <p:attrName>ppt_y</p:attrName>
                                        </p:attrNameLst>
                                      </p:cBhvr>
                                      <p:tavLst>
                                        <p:tav tm="0">
                                          <p:val>
                                            <p:strVal val="#ppt_y"/>
                                          </p:val>
                                        </p:tav>
                                        <p:tav tm="100000">
                                          <p:val>
                                            <p:strVal val="#ppt_y"/>
                                          </p:val>
                                        </p:tav>
                                      </p:tavLst>
                                    </p:anim>
                                  </p:childTnLst>
                                </p:cTn>
                              </p:par>
                            </p:childTnLst>
                          </p:cTn>
                        </p:par>
                        <p:par>
                          <p:cTn id="183" fill="hold">
                            <p:stCondLst>
                              <p:cond delay="650"/>
                            </p:stCondLst>
                            <p:childTnLst>
                              <p:par>
                                <p:cTn id="184" presetID="22" presetClass="entr" presetSubtype="8" fill="hold" grpId="0" nodeType="afterEffect">
                                  <p:stCondLst>
                                    <p:cond delay="0"/>
                                  </p:stCondLst>
                                  <p:childTnLst>
                                    <p:set>
                                      <p:cBhvr>
                                        <p:cTn id="185" dur="1" fill="hold">
                                          <p:stCondLst>
                                            <p:cond delay="0"/>
                                          </p:stCondLst>
                                        </p:cTn>
                                        <p:tgtEl>
                                          <p:spTgt spid="46"/>
                                        </p:tgtEl>
                                        <p:attrNameLst>
                                          <p:attrName>style.visibility</p:attrName>
                                        </p:attrNameLst>
                                      </p:cBhvr>
                                      <p:to>
                                        <p:strVal val="visible"/>
                                      </p:to>
                                    </p:set>
                                    <p:animEffect transition="in" filter="wipe(left)">
                                      <p:cBhvr>
                                        <p:cTn id="187" dur="800"/>
                                        <p:tgtEl>
                                          <p:spTgt spid="46"/>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28" grpId="0" animBg="1"/>
      <p:bldP spid="29" grpId="0" animBg="1"/>
      <p:bldP spid="30" grpId="0" animBg="1"/>
      <p:bldP spid="31" grpId="0" animBg="1"/>
      <p:bldP spid="32" grpId="0" animBg="1"/>
      <p:bldP spid="33" grpId="0" animBg="1"/>
      <p:bldP spid="34" grpId="0" animBg="1"/>
      <p:bldP spid="35" grpId="0" animBg="1"/>
      <p:bldP spid="36" grpId="0" animBg="1"/>
      <p:bldP spid="37" grpId="0" animBg="1"/>
      <p:bldP spid="38" grpId="0" animBg="1"/>
      <p:bldP spid="39" grpId="0" animBg="1"/>
      <p:bldP spid="40" grpId="0" animBg="1"/>
      <p:bldP spid="42" grpId="0" animBg="1"/>
      <p:bldP spid="43" grpId="0" animBg="1"/>
      <p:bldP spid="44" grpId="0" animBg="1"/>
      <p:bldP spid="45" grpId="0" animBg="1"/>
      <p:bldP spid="46" grpId="0" animBg="1"/>
    </p:bldLst>
  </p:timing>
</p:sld>
</file>

<file path=ppt/slides/slide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2000" cy="6858000"/>
          </a:xfrm>
          <a:prstGeom prst="rect">
            <a:avLst/>
          </a:prstGeom>
          <a:gradFill rotWithShape="1">
            <a:gsLst>
              <a:gs pos="0">
                <a:srgbClr val="070B1A"/>
              </a:gs>
              <a:gs pos="100000">
                <a:srgbClr val="141C44"/>
              </a:gs>
            </a:gsLst>
            <a:lin scaled="0" ang="13500000"/>
          </a:gra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cxnSp>
        <p:nvCxnSpPr>
          <p:cNvPr id="3" name="Connector 2"/>
          <p:cNvCxnSpPr/>
          <p:nvPr/>
        </p:nvCxnSpPr>
        <p:spPr>
          <a:xfrm>
            <a:off x="10350000" y="380000"/>
            <a:ext cx="750000" cy="150000"/>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cxnSp>
        <p:nvCxnSpPr>
          <p:cNvPr id="4" name="Connector 3"/>
          <p:cNvCxnSpPr/>
          <p:nvPr/>
        </p:nvCxnSpPr>
        <p:spPr>
          <a:xfrm>
            <a:off x="10350000" y="380000"/>
            <a:ext cx="750000" cy="375000"/>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cxnSp>
        <p:nvCxnSpPr>
          <p:cNvPr id="5" name="Connector 4"/>
          <p:cNvCxnSpPr/>
          <p:nvPr/>
        </p:nvCxnSpPr>
        <p:spPr>
          <a:xfrm flipV="1">
            <a:off x="10350000" y="305000"/>
            <a:ext cx="750000" cy="375000"/>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cxnSp>
        <p:nvCxnSpPr>
          <p:cNvPr id="6" name="Connector 5"/>
          <p:cNvCxnSpPr/>
          <p:nvPr/>
        </p:nvCxnSpPr>
        <p:spPr>
          <a:xfrm flipV="1">
            <a:off x="10350000" y="530000"/>
            <a:ext cx="750000" cy="150000"/>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cxnSp>
        <p:nvCxnSpPr>
          <p:cNvPr id="7" name="Connector 6"/>
          <p:cNvCxnSpPr/>
          <p:nvPr/>
        </p:nvCxnSpPr>
        <p:spPr>
          <a:xfrm>
            <a:off x="11100000" y="305000"/>
            <a:ext cx="750000" cy="75000"/>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cxnSp>
        <p:nvCxnSpPr>
          <p:cNvPr id="8" name="Connector 7"/>
          <p:cNvCxnSpPr/>
          <p:nvPr/>
        </p:nvCxnSpPr>
        <p:spPr>
          <a:xfrm>
            <a:off x="11100000" y="305000"/>
            <a:ext cx="750000" cy="375000"/>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cxnSp>
        <p:nvCxnSpPr>
          <p:cNvPr id="9" name="Connector 8"/>
          <p:cNvCxnSpPr/>
          <p:nvPr/>
        </p:nvCxnSpPr>
        <p:spPr>
          <a:xfrm flipV="1">
            <a:off x="11100000" y="380000"/>
            <a:ext cx="750000" cy="150000"/>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cxnSp>
        <p:nvCxnSpPr>
          <p:cNvPr id="10" name="Connector 9"/>
          <p:cNvCxnSpPr/>
          <p:nvPr/>
        </p:nvCxnSpPr>
        <p:spPr>
          <a:xfrm>
            <a:off x="11100000" y="530000"/>
            <a:ext cx="750000" cy="150000"/>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sp>
        <p:nvSpPr>
          <p:cNvPr id="11" name="Oval 10"/>
          <p:cNvSpPr/>
          <p:nvPr/>
        </p:nvSpPr>
        <p:spPr>
          <a:xfrm>
            <a:off x="10280000" y="310000"/>
            <a:ext cx="140000" cy="140000"/>
          </a:xfrm>
          <a:prstGeom prst="ellipse">
            <a:avLst/>
          </a:prstGeom>
          <a:solidFill>
            <a:srgbClr val="3B4C8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10280000" y="610000"/>
            <a:ext cx="140000" cy="140000"/>
          </a:xfrm>
          <a:prstGeom prst="ellipse">
            <a:avLst/>
          </a:prstGeom>
          <a:solidFill>
            <a:srgbClr val="3B4C8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Oval 12"/>
          <p:cNvSpPr/>
          <p:nvPr/>
        </p:nvSpPr>
        <p:spPr>
          <a:xfrm>
            <a:off x="11030000" y="235000"/>
            <a:ext cx="140000" cy="140000"/>
          </a:xfrm>
          <a:prstGeom prst="ellipse">
            <a:avLst/>
          </a:prstGeom>
          <a:solidFill>
            <a:srgbClr val="3B4C8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Oval 13"/>
          <p:cNvSpPr/>
          <p:nvPr/>
        </p:nvSpPr>
        <p:spPr>
          <a:xfrm>
            <a:off x="11030000" y="460000"/>
            <a:ext cx="140000" cy="140000"/>
          </a:xfrm>
          <a:prstGeom prst="ellipse">
            <a:avLst/>
          </a:prstGeom>
          <a:solidFill>
            <a:srgbClr val="3B4C8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Oval 14"/>
          <p:cNvSpPr/>
          <p:nvPr/>
        </p:nvSpPr>
        <p:spPr>
          <a:xfrm>
            <a:off x="11030000" y="685000"/>
            <a:ext cx="140000" cy="140000"/>
          </a:xfrm>
          <a:prstGeom prst="ellipse">
            <a:avLst/>
          </a:prstGeom>
          <a:solidFill>
            <a:srgbClr val="3B4C8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Oval 15"/>
          <p:cNvSpPr/>
          <p:nvPr/>
        </p:nvSpPr>
        <p:spPr>
          <a:xfrm>
            <a:off x="11780000" y="310000"/>
            <a:ext cx="140000" cy="140000"/>
          </a:xfrm>
          <a:prstGeom prst="ellipse">
            <a:avLst/>
          </a:prstGeom>
          <a:solidFill>
            <a:srgbClr val="3B4C8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Oval 16"/>
          <p:cNvSpPr/>
          <p:nvPr/>
        </p:nvSpPr>
        <p:spPr>
          <a:xfrm>
            <a:off x="11780000" y="610000"/>
            <a:ext cx="140000" cy="140000"/>
          </a:xfrm>
          <a:prstGeom prst="ellipse">
            <a:avLst/>
          </a:prstGeom>
          <a:solidFill>
            <a:srgbClr val="3B4C8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500000" y="160000"/>
            <a:ext cx="9600000" cy="300000"/>
          </a:xfrm>
          <a:prstGeom prst="rect">
            <a:avLst/>
          </a:prstGeom>
          <a:noFill/>
        </p:spPr>
        <p:txBody>
          <a:bodyPr wrap="square" anchor="t" lIns="50800" rIns="50800">
            <a:spAutoFit/>
          </a:bodyPr>
          <a:lstStyle/>
          <a:p>
            <a:pPr algn="l"/>
            <a:r>
              <a:rPr sz="1100" b="1">
                <a:solidFill>
                  <a:srgbClr val="22D3EE"/>
                </a:solidFill>
                <a:latin typeface="Segoe UI"/>
              </a:rPr>
              <a:t>◆ 1-REJA</a:t>
            </a:r>
          </a:p>
        </p:txBody>
      </p:sp>
      <p:sp>
        <p:nvSpPr>
          <p:cNvPr id="19" name="TextBox 18"/>
          <p:cNvSpPr txBox="1"/>
          <p:nvPr/>
        </p:nvSpPr>
        <p:spPr>
          <a:xfrm>
            <a:off x="500000" y="400000"/>
            <a:ext cx="9800000" cy="650000"/>
          </a:xfrm>
          <a:prstGeom prst="rect">
            <a:avLst/>
          </a:prstGeom>
          <a:noFill/>
        </p:spPr>
        <p:txBody>
          <a:bodyPr wrap="square" anchor="ctr" lIns="50800" rIns="50800">
            <a:spAutoFit/>
          </a:bodyPr>
          <a:lstStyle/>
          <a:p>
            <a:pPr algn="l"/>
            <a:r>
              <a:rPr sz="2600" b="1">
                <a:solidFill>
                  <a:srgbClr val="E8EEFA"/>
                </a:solidFill>
                <a:latin typeface="Segoe UI"/>
              </a:rPr>
              <a:t>Ishonchlilik, xavfsizlik va tahdid modeli</a:t>
            </a:r>
          </a:p>
        </p:txBody>
      </p:sp>
      <p:sp>
        <p:nvSpPr>
          <p:cNvPr id="20" name="Rectangle 19"/>
          <p:cNvSpPr/>
          <p:nvPr/>
        </p:nvSpPr>
        <p:spPr>
          <a:xfrm>
            <a:off x="560000" y="1080000"/>
            <a:ext cx="1700000" cy="45000"/>
          </a:xfrm>
          <a:prstGeom prst="rect">
            <a:avLst/>
          </a:prstGeom>
          <a:gradFill rotWithShape="1">
            <a:gsLst>
              <a:gs pos="0">
                <a:srgbClr val="22D3EE"/>
              </a:gs>
              <a:gs pos="100000">
                <a:srgbClr val="8B5CF6"/>
              </a:gs>
            </a:gsLst>
            <a:lin scaled="0" ang="0"/>
          </a:gra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TextBox 20"/>
          <p:cNvSpPr txBox="1"/>
          <p:nvPr/>
        </p:nvSpPr>
        <p:spPr>
          <a:xfrm>
            <a:off x="500000" y="6450000"/>
            <a:ext cx="9500000" cy="280000"/>
          </a:xfrm>
          <a:prstGeom prst="rect">
            <a:avLst/>
          </a:prstGeom>
          <a:noFill/>
        </p:spPr>
        <p:txBody>
          <a:bodyPr wrap="square" anchor="t" lIns="50800" rIns="50800">
            <a:spAutoFit/>
          </a:bodyPr>
          <a:lstStyle/>
          <a:p>
            <a:pPr algn="l"/>
            <a:r>
              <a:rPr sz="900" b="0">
                <a:solidFill>
                  <a:srgbClr val="707EAA"/>
                </a:solidFill>
                <a:latin typeface="Segoe UI"/>
              </a:rPr>
              <a:t>M9 · Tizimlarining ishonchliligi va axborot xavfsizligi</a:t>
            </a:r>
          </a:p>
        </p:txBody>
      </p:sp>
      <p:sp>
        <p:nvSpPr>
          <p:cNvPr id="22" name="Rounded Rectangle 21"/>
          <p:cNvSpPr/>
          <p:nvPr/>
        </p:nvSpPr>
        <p:spPr>
          <a:xfrm>
            <a:off x="11000000" y="6430000"/>
            <a:ext cx="700000" cy="270000"/>
          </a:xfrm>
          <a:prstGeom prst="roundRect">
            <a:avLst/>
          </a:prstGeom>
          <a:solidFill>
            <a:srgbClr val="121936"/>
          </a:solidFill>
          <a:ln w="12700">
            <a:solidFill>
              <a:srgbClr val="2A356E"/>
            </a:solidFill>
          </a:ln>
          <a:effectLst/>
        </p:spPr>
        <p:style>
          <a:lnRef idx="1">
            <a:schemeClr val="accent1"/>
          </a:lnRef>
          <a:fillRef idx="3">
            <a:schemeClr val="accent1"/>
          </a:fillRef>
          <a:effectRef idx="2">
            <a:schemeClr val="accent1"/>
          </a:effectRef>
          <a:fontRef idx="minor">
            <a:schemeClr val="lt1"/>
          </a:fontRef>
        </p:style>
        <p:txBody>
          <a:bodyPr rtlCol="0" anchor="ctr" tIns="0" bIns="0"/>
          <a:lstStyle/>
          <a:p>
            <a:pPr algn="ctr"/>
            <a:r>
              <a:rPr sz="1000" b="1">
                <a:solidFill>
                  <a:srgbClr val="22D3EE"/>
                </a:solidFill>
                <a:latin typeface="Segoe UI"/>
              </a:rPr>
              <a:t>4</a:t>
            </a:r>
          </a:p>
        </p:txBody>
      </p:sp>
      <p:sp>
        <p:nvSpPr>
          <p:cNvPr id="23" name="Rounded Rectangle 22"/>
          <p:cNvSpPr/>
          <p:nvPr/>
        </p:nvSpPr>
        <p:spPr>
          <a:xfrm>
            <a:off x="7520000" y="1330000"/>
            <a:ext cx="4250000" cy="4650000"/>
          </a:xfrm>
          <a:prstGeom prst="roundRect">
            <a:avLst>
              <a:gd name="adj" fmla="val 5000"/>
            </a:avLst>
          </a:prstGeom>
          <a:noFill/>
          <a:ln w="15875">
            <a:solidFill>
              <a:srgbClr val="8B5CF6"/>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24" name="Picture 23" descr="bb7bd69bee69eb7d.jpg"/>
          <p:cNvPicPr>
            <a:picLocks noChangeAspect="1"/>
          </p:cNvPicPr>
          <p:nvPr/>
        </p:nvPicPr>
        <p:blipFill>
          <a:blip r:embed="rId2"/>
          <a:srcRect l="18248" r="18248"/>
          <a:stretch>
            <a:fillRect/>
          </a:stretch>
        </p:blipFill>
        <p:spPr>
          <a:xfrm>
            <a:off x="7620000" y="1430000"/>
            <a:ext cx="4050000" cy="4250000"/>
          </a:xfrm>
          <a:prstGeom prst="roundRect">
            <a:avLst/>
          </a:prstGeom>
          <a:ln w="19050">
            <a:solidFill>
              <a:srgbClr val="22D3EE"/>
            </a:solidFill>
          </a:ln>
        </p:spPr>
      </p:pic>
      <p:sp>
        <p:nvSpPr>
          <p:cNvPr id="25" name="TextBox 24"/>
          <p:cNvSpPr txBox="1"/>
          <p:nvPr/>
        </p:nvSpPr>
        <p:spPr>
          <a:xfrm>
            <a:off x="7620000" y="5710000"/>
            <a:ext cx="4050000" cy="260000"/>
          </a:xfrm>
          <a:prstGeom prst="rect">
            <a:avLst/>
          </a:prstGeom>
          <a:noFill/>
        </p:spPr>
        <p:txBody>
          <a:bodyPr wrap="square" anchor="t" lIns="50800" rIns="50800">
            <a:spAutoFit/>
          </a:bodyPr>
          <a:lstStyle/>
          <a:p>
            <a:pPr algn="l"/>
            <a:r>
              <a:rPr sz="800" b="0">
                <a:solidFill>
                  <a:srgbClr val="707EAA"/>
                </a:solidFill>
                <a:latin typeface="Segoe UI"/>
              </a:rPr>
              <a:t>Rasm: Alexander Klink · Wikimedia Commons · CC BY 3.0</a:t>
            </a:r>
          </a:p>
        </p:txBody>
      </p:sp>
      <p:sp>
        <p:nvSpPr>
          <p:cNvPr id="26" name="Rounded Rectangle 25"/>
          <p:cNvSpPr/>
          <p:nvPr/>
        </p:nvSpPr>
        <p:spPr>
          <a:xfrm>
            <a:off x="7750000" y="1560000"/>
            <a:ext cx="1700000" cy="300000"/>
          </a:xfrm>
          <a:prstGeom prst="roundRect">
            <a:avLst/>
          </a:prstGeom>
          <a:solidFill>
            <a:srgbClr val="070B1A"/>
          </a:solidFill>
          <a:ln w="12700">
            <a:solidFill>
              <a:srgbClr val="22D3EE"/>
            </a:solidFill>
          </a:ln>
          <a:effectLst/>
        </p:spPr>
        <p:style>
          <a:lnRef idx="1">
            <a:schemeClr val="accent1"/>
          </a:lnRef>
          <a:fillRef idx="3">
            <a:schemeClr val="accent1"/>
          </a:fillRef>
          <a:effectRef idx="2">
            <a:schemeClr val="accent1"/>
          </a:effectRef>
          <a:fontRef idx="minor">
            <a:schemeClr val="lt1"/>
          </a:fontRef>
        </p:style>
        <p:txBody>
          <a:bodyPr rtlCol="0" anchor="ctr" tIns="0" bIns="0"/>
          <a:lstStyle/>
          <a:p>
            <a:pPr algn="ctr"/>
            <a:r>
              <a:rPr sz="900" b="1">
                <a:solidFill>
                  <a:srgbClr val="22D3EE"/>
                </a:solidFill>
                <a:latin typeface="Segoe UI"/>
              </a:rPr>
              <a:t>⚙ AMALIYOTDA</a:t>
            </a:r>
          </a:p>
        </p:txBody>
      </p:sp>
      <p:sp>
        <p:nvSpPr>
          <p:cNvPr id="27" name="Rounded Rectangle 26"/>
          <p:cNvSpPr/>
          <p:nvPr/>
        </p:nvSpPr>
        <p:spPr>
          <a:xfrm>
            <a:off x="550000" y="1661544"/>
            <a:ext cx="6750000" cy="2073456"/>
          </a:xfrm>
          <a:prstGeom prst="roundRect">
            <a:avLst>
              <a:gd name="adj" fmla="val 12000"/>
            </a:avLst>
          </a:prstGeom>
          <a:solidFill>
            <a:srgbClr val="121936"/>
          </a:solidFill>
          <a:ln w="12700">
            <a:solidFill>
              <a:srgbClr val="2A356E"/>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Rectangle 27"/>
          <p:cNvSpPr/>
          <p:nvPr/>
        </p:nvSpPr>
        <p:spPr>
          <a:xfrm>
            <a:off x="550000" y="1741544"/>
            <a:ext cx="50000" cy="1913456"/>
          </a:xfrm>
          <a:prstGeom prst="rect">
            <a:avLst/>
          </a:prstGeom>
          <a:solidFill>
            <a:srgbClr val="22D3E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Oval 28"/>
          <p:cNvSpPr/>
          <p:nvPr/>
        </p:nvSpPr>
        <p:spPr>
          <a:xfrm>
            <a:off x="760000" y="2498272"/>
            <a:ext cx="400000" cy="400000"/>
          </a:xfrm>
          <a:prstGeom prst="ellipse">
            <a:avLst/>
          </a:prstGeom>
          <a:noFill/>
          <a:ln w="25400">
            <a:solidFill>
              <a:srgbClr val="22D3EE"/>
            </a:solidFill>
          </a:ln>
          <a:effectLst/>
        </p:spPr>
        <p:style>
          <a:lnRef idx="1">
            <a:schemeClr val="accent1"/>
          </a:lnRef>
          <a:fillRef idx="3">
            <a:schemeClr val="accent1"/>
          </a:fillRef>
          <a:effectRef idx="2">
            <a:schemeClr val="accent1"/>
          </a:effectRef>
          <a:fontRef idx="minor">
            <a:schemeClr val="lt1"/>
          </a:fontRef>
        </p:style>
        <p:txBody>
          <a:bodyPr rtlCol="0" anchor="ctr" lIns="0" rIns="0"/>
          <a:lstStyle/>
          <a:p>
            <a:pPr algn="ctr"/>
            <a:r>
              <a:rPr sz="1200" b="1">
                <a:solidFill>
                  <a:srgbClr val="22D3EE"/>
                </a:solidFill>
                <a:latin typeface="Segoe UI"/>
              </a:rPr>
              <a:t>01</a:t>
            </a:r>
          </a:p>
        </p:txBody>
      </p:sp>
      <p:sp>
        <p:nvSpPr>
          <p:cNvPr id="30" name="TextBox 29"/>
          <p:cNvSpPr txBox="1"/>
          <p:nvPr/>
        </p:nvSpPr>
        <p:spPr>
          <a:xfrm>
            <a:off x="1300000" y="1701544"/>
            <a:ext cx="5900000" cy="1993456"/>
          </a:xfrm>
          <a:prstGeom prst="rect">
            <a:avLst/>
          </a:prstGeom>
          <a:noFill/>
        </p:spPr>
        <p:txBody>
          <a:bodyPr wrap="square" anchor="ctr">
            <a:spAutoFit/>
          </a:bodyPr>
          <a:lstStyle/>
          <a:p>
            <a:r>
              <a:rPr sz="1400" b="1">
                <a:solidFill>
                  <a:srgbClr val="E8EEFA"/>
                </a:solidFill>
                <a:latin typeface="Segoe UI"/>
              </a:rPr>
              <a:t>Ishonchlilik va xavfsizlik ko'pincha birgalikda tilga olinsa-da, ular turli savollarga javob beradi.</a:t>
            </a:r>
          </a:p>
          <a:p>
            <a:pPr>
              <a:spcBef>
                <a:spcPts val="400"/>
              </a:spcBef>
            </a:pPr>
            <a:r>
              <a:rPr sz="1300">
                <a:solidFill>
                  <a:srgbClr val="AEBBD9"/>
                </a:solidFill>
                <a:latin typeface="Segoe UI"/>
              </a:rPr>
              <a:t>Ishonchlilik tizimning tasodifiy nosozliklar — apparat xatolari, tarmoq uzilishi, ma'lumot taqsimotining tabiiy siljishi — sharoitida kutilgan vazifani bajarishda davom etishi haqida.</a:t>
            </a:r>
          </a:p>
        </p:txBody>
      </p:sp>
      <p:sp>
        <p:nvSpPr>
          <p:cNvPr id="31" name="Rounded Rectangle 30"/>
          <p:cNvSpPr/>
          <p:nvPr/>
        </p:nvSpPr>
        <p:spPr>
          <a:xfrm>
            <a:off x="550000" y="3845000"/>
            <a:ext cx="6750000" cy="2073456"/>
          </a:xfrm>
          <a:prstGeom prst="roundRect">
            <a:avLst>
              <a:gd name="adj" fmla="val 12000"/>
            </a:avLst>
          </a:prstGeom>
          <a:solidFill>
            <a:srgbClr val="121936"/>
          </a:solidFill>
          <a:ln w="12700">
            <a:solidFill>
              <a:srgbClr val="2A356E"/>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2" name="Rectangle 31"/>
          <p:cNvSpPr/>
          <p:nvPr/>
        </p:nvSpPr>
        <p:spPr>
          <a:xfrm>
            <a:off x="550000" y="3925000"/>
            <a:ext cx="50000" cy="1913456"/>
          </a:xfrm>
          <a:prstGeom prst="rect">
            <a:avLst/>
          </a:prstGeom>
          <a:solidFill>
            <a:srgbClr val="8B5CF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3" name="Oval 32"/>
          <p:cNvSpPr/>
          <p:nvPr/>
        </p:nvSpPr>
        <p:spPr>
          <a:xfrm>
            <a:off x="760000" y="4681728"/>
            <a:ext cx="400000" cy="400000"/>
          </a:xfrm>
          <a:prstGeom prst="ellipse">
            <a:avLst/>
          </a:prstGeom>
          <a:noFill/>
          <a:ln w="25400">
            <a:solidFill>
              <a:srgbClr val="8B5CF6"/>
            </a:solidFill>
          </a:ln>
          <a:effectLst/>
        </p:spPr>
        <p:style>
          <a:lnRef idx="1">
            <a:schemeClr val="accent1"/>
          </a:lnRef>
          <a:fillRef idx="3">
            <a:schemeClr val="accent1"/>
          </a:fillRef>
          <a:effectRef idx="2">
            <a:schemeClr val="accent1"/>
          </a:effectRef>
          <a:fontRef idx="minor">
            <a:schemeClr val="lt1"/>
          </a:fontRef>
        </p:style>
        <p:txBody>
          <a:bodyPr rtlCol="0" anchor="ctr" lIns="0" rIns="0"/>
          <a:lstStyle/>
          <a:p>
            <a:pPr algn="ctr"/>
            <a:r>
              <a:rPr sz="1200" b="1">
                <a:solidFill>
                  <a:srgbClr val="8B5CF6"/>
                </a:solidFill>
                <a:latin typeface="Segoe UI"/>
              </a:rPr>
              <a:t>02</a:t>
            </a:r>
          </a:p>
        </p:txBody>
      </p:sp>
      <p:sp>
        <p:nvSpPr>
          <p:cNvPr id="34" name="TextBox 33"/>
          <p:cNvSpPr txBox="1"/>
          <p:nvPr/>
        </p:nvSpPr>
        <p:spPr>
          <a:xfrm>
            <a:off x="1300000" y="3885000"/>
            <a:ext cx="5900000" cy="1993456"/>
          </a:xfrm>
          <a:prstGeom prst="rect">
            <a:avLst/>
          </a:prstGeom>
          <a:noFill/>
        </p:spPr>
        <p:txBody>
          <a:bodyPr wrap="square" anchor="ctr">
            <a:spAutoFit/>
          </a:bodyPr>
          <a:lstStyle/>
          <a:p>
            <a:r>
              <a:rPr sz="1400" b="1">
                <a:solidFill>
                  <a:srgbClr val="E8EEFA"/>
                </a:solidFill>
                <a:latin typeface="Segoe UI"/>
              </a:rPr>
              <a:t>Xavfsizlik esa ataylab harakat qiluvchi raqibga qarshi turish haqida.</a:t>
            </a:r>
          </a:p>
          <a:p>
            <a:pPr>
              <a:spcBef>
                <a:spcPts val="400"/>
              </a:spcBef>
            </a:pPr>
            <a:r>
              <a:rPr sz="1300">
                <a:solidFill>
                  <a:srgbClr val="AEBBD9"/>
                </a:solidFill>
                <a:latin typeface="Segoe UI"/>
              </a:rPr>
              <a:t>Shuning uchun har qanday xavfsizlik tahlili tahdid modelidan boshlanadi. AI tizimlari uchun tahdid modeli kamida uch o'qda tavsiflanadi. Birinchi o'q — hujumchining bilimi: oq quti (white-box) rejimida u model arxitekturasi va og'irliklarini biladi va gradientlarni hisoblay oladi; qora quti (black-box) rejimida faqat kirish-chiqishni kuzatadi; kulrang quti (gray-box) oraliq holat.</a:t>
            </a:r>
          </a:p>
        </p:txBody>
      </p:sp>
    </p:spTree>
  </p:cSld>
  <p:clrMapOvr>
    <a:masterClrMapping/>
  </p:clrMapOvr>
  <p:transition spd="med">
    <p:fade/>
  </p:transition>
  <p:timing>
    <p:tnLst>
      <p:par>
        <p:cTn id="1" dur="indefinite" restart="never" nodeType="tmRoot">
          <p:childTnLst>
            <p:seq concurrent="1" nextAc="seek">
              <p:cTn id="2" dur="indefinite" nodeType="mainSeq">
                <p:childTnLst>
                  <p:par>
                    <p:cTn id="80" fill="hold">
                      <p:stCondLst>
                        <p:cond delay="indefinite"/>
                        <p:cond evt="onBegin" delay="0">
                          <p:tn val="2"/>
                        </p:cond>
                      </p:stCondLst>
                      <p:childTnLst>
                        <p:par>
                          <p:cTn id="3" fill="hold">
                            <p:stCondLst>
                              <p:cond delay="0"/>
                            </p:stCondLst>
                            <p:childTnLst>
                              <p:par>
                                <p:cTn id="4" presetID="10" presetClass="entr" presetSubtype="0" fill="hold" grpId="0" nodeType="withEffect">
                                  <p:stCondLst>
                                    <p:cond delay="0"/>
                                  </p:stCondLst>
                                  <p:childTnLst>
                                    <p:set>
                                      <p:cBhvr>
                                        <p:cTn id="5" dur="1" fill="hold">
                                          <p:stCondLst>
                                            <p:cond delay="0"/>
                                          </p:stCondLst>
                                        </p:cTn>
                                        <p:tgtEl>
                                          <p:spTgt spid="19"/>
                                        </p:tgtEl>
                                        <p:attrNameLst>
                                          <p:attrName>style.visibility</p:attrName>
                                        </p:attrNameLst>
                                      </p:cBhvr>
                                      <p:to>
                                        <p:strVal val="visible"/>
                                      </p:to>
                                    </p:set>
                                    <p:animEffect transition="in" filter="fade">
                                      <p:cBhvr>
                                        <p:cTn id="6" dur="550"/>
                                        <p:tgtEl>
                                          <p:spTgt spid="19"/>
                                        </p:tgtEl>
                                      </p:cBhvr>
                                    </p:animEffect>
                                  </p:childTnLst>
                                </p:cTn>
                              </p:par>
                            </p:childTnLst>
                          </p:cTn>
                        </p:par>
                        <p:par>
                          <p:cTn id="7" fill="hold">
                            <p:stCondLst>
                              <p:cond delay="0"/>
                            </p:stCondLst>
                            <p:childTnLst>
                              <p:par>
                                <p:cTn id="8" presetID="22" presetClass="entr" presetSubtype="8" fill="hold" grpId="0" nodeType="afterEffect">
                                  <p:stCondLst>
                                    <p:cond delay="0"/>
                                  </p:stCondLst>
                                  <p:childTnLst>
                                    <p:set>
                                      <p:cBhvr>
                                        <p:cTn id="9" dur="1" fill="hold">
                                          <p:stCondLst>
                                            <p:cond delay="0"/>
                                          </p:stCondLst>
                                        </p:cTn>
                                        <p:tgtEl>
                                          <p:spTgt spid="20"/>
                                        </p:tgtEl>
                                        <p:attrNameLst>
                                          <p:attrName>style.visibility</p:attrName>
                                        </p:attrNameLst>
                                      </p:cBhvr>
                                      <p:to>
                                        <p:strVal val="visible"/>
                                      </p:to>
                                    </p:set>
                                    <p:animEffect transition="in" filter="wipe(left)">
                                      <p:cBhvr>
                                        <p:cTn id="11" dur="800"/>
                                        <p:tgtEl>
                                          <p:spTgt spid="20"/>
                                        </p:tgtEl>
                                      </p:cBhvr>
                                    </p:animEffect>
                                  </p:childTnLst>
                                </p:cTn>
                              </p:par>
                            </p:childTnLst>
                          </p:cTn>
                        </p:par>
                        <p:par>
                          <p:cTn id="12" fill="hold">
                            <p:stCondLst>
                              <p:cond delay="150"/>
                            </p:stCondLst>
                            <p:childTnLst>
                              <p:par>
                                <p:cTn id="13" presetID="53" presetClass="entr" presetSubtype="16" fill="hold" grpId="0" nodeType="afterEffect">
                                  <p:stCondLst>
                                    <p:cond delay="0"/>
                                  </p:stCondLst>
                                  <p:childTnLst>
                                    <p:set>
                                      <p:cBhvr>
                                        <p:cTn id="14" dur="1" fill="hold">
                                          <p:stCondLst>
                                            <p:cond delay="0"/>
                                          </p:stCondLst>
                                        </p:cTn>
                                        <p:tgtEl>
                                          <p:spTgt spid="23"/>
                                        </p:tgtEl>
                                        <p:attrNameLst>
                                          <p:attrName>style.visibility</p:attrName>
                                        </p:attrNameLst>
                                      </p:cBhvr>
                                      <p:to>
                                        <p:strVal val="visible"/>
                                      </p:to>
                                    </p:set>
                                    <p:animEffect transition="in" filter="fade">
                                      <p:cBhvr>
                                        <p:cTn id="15" dur="550"/>
                                        <p:tgtEl>
                                          <p:spTgt spid="23"/>
                                        </p:tgtEl>
                                      </p:cBhvr>
                                    </p:animEffect>
                                    <p:anim calcmode="lin" valueType="num">
                                      <p:cBhvr additive="base">
                                        <p:cTn id="16" dur="550" fill="hold"/>
                                        <p:tgtEl>
                                          <p:spTgt spid="23"/>
                                        </p:tgtEl>
                                        <p:attrNameLst>
                                          <p:attrName>ppt_w</p:attrName>
                                        </p:attrNameLst>
                                      </p:cBhvr>
                                      <p:tavLst>
                                        <p:tav tm="0">
                                          <p:val>
                                            <p:strVal val="0"/>
                                          </p:val>
                                        </p:tav>
                                        <p:tav tm="100000">
                                          <p:val>
                                            <p:strVal val="#ppt_w"/>
                                          </p:val>
                                        </p:tav>
                                      </p:tavLst>
                                    </p:anim>
                                    <p:anim calcmode="lin" valueType="num">
                                      <p:cBhvr additive="base">
                                        <p:cTn id="17" dur="550" fill="hold"/>
                                        <p:tgtEl>
                                          <p:spTgt spid="23"/>
                                        </p:tgtEl>
                                        <p:attrNameLst>
                                          <p:attrName>ppt_h</p:attrName>
                                        </p:attrNameLst>
                                      </p:cBhvr>
                                      <p:tavLst>
                                        <p:tav tm="0">
                                          <p:val>
                                            <p:strVal val="0"/>
                                          </p:val>
                                        </p:tav>
                                        <p:tav tm="100000">
                                          <p:val>
                                            <p:strVal val="#ppt_h"/>
                                          </p:val>
                                        </p:tav>
                                      </p:tavLst>
                                    </p:anim>
                                  </p:childTnLst>
                                </p:cTn>
                              </p:par>
                            </p:childTnLst>
                          </p:cTn>
                        </p:par>
                        <p:par>
                          <p:cTn id="18" fill="hold">
                            <p:stCondLst>
                              <p:cond delay="150"/>
                            </p:stCondLst>
                            <p:childTnLst>
                              <p:par>
                                <p:cTn id="19" presetID="53" presetClass="entr" presetSubtype="16" fill="hold" grpId="0" nodeType="afterEffect">
                                  <p:stCondLst>
                                    <p:cond delay="0"/>
                                  </p:stCondLst>
                                  <p:childTnLst>
                                    <p:set>
                                      <p:cBhvr>
                                        <p:cTn id="20" dur="1" fill="hold">
                                          <p:stCondLst>
                                            <p:cond delay="0"/>
                                          </p:stCondLst>
                                        </p:cTn>
                                        <p:tgtEl>
                                          <p:spTgt spid="24"/>
                                        </p:tgtEl>
                                        <p:attrNameLst>
                                          <p:attrName>style.visibility</p:attrName>
                                        </p:attrNameLst>
                                      </p:cBhvr>
                                      <p:to>
                                        <p:strVal val="visible"/>
                                      </p:to>
                                    </p:set>
                                    <p:animEffect transition="in" filter="fade">
                                      <p:cBhvr>
                                        <p:cTn id="21" dur="550"/>
                                        <p:tgtEl>
                                          <p:spTgt spid="24"/>
                                        </p:tgtEl>
                                      </p:cBhvr>
                                    </p:animEffect>
                                    <p:anim calcmode="lin" valueType="num">
                                      <p:cBhvr additive="base">
                                        <p:cTn id="22" dur="550" fill="hold"/>
                                        <p:tgtEl>
                                          <p:spTgt spid="24"/>
                                        </p:tgtEl>
                                        <p:attrNameLst>
                                          <p:attrName>ppt_w</p:attrName>
                                        </p:attrNameLst>
                                      </p:cBhvr>
                                      <p:tavLst>
                                        <p:tav tm="0">
                                          <p:val>
                                            <p:strVal val="0"/>
                                          </p:val>
                                        </p:tav>
                                        <p:tav tm="100000">
                                          <p:val>
                                            <p:strVal val="#ppt_w"/>
                                          </p:val>
                                        </p:tav>
                                      </p:tavLst>
                                    </p:anim>
                                    <p:anim calcmode="lin" valueType="num">
                                      <p:cBhvr additive="base">
                                        <p:cTn id="23" dur="550" fill="hold"/>
                                        <p:tgtEl>
                                          <p:spTgt spid="24"/>
                                        </p:tgtEl>
                                        <p:attrNameLst>
                                          <p:attrName>ppt_h</p:attrName>
                                        </p:attrNameLst>
                                      </p:cBhvr>
                                      <p:tavLst>
                                        <p:tav tm="0">
                                          <p:val>
                                            <p:strVal val="0"/>
                                          </p:val>
                                        </p:tav>
                                        <p:tav tm="100000">
                                          <p:val>
                                            <p:strVal val="#ppt_h"/>
                                          </p:val>
                                        </p:tav>
                                      </p:tavLst>
                                    </p:anim>
                                  </p:childTnLst>
                                </p:cTn>
                              </p:par>
                            </p:childTnLst>
                          </p:cTn>
                        </p:par>
                        <p:par>
                          <p:cTn id="24" fill="hold">
                            <p:stCondLst>
                              <p:cond delay="150"/>
                            </p:stCondLst>
                            <p:childTnLst>
                              <p:par>
                                <p:cTn id="25" presetID="10" presetClass="entr" presetSubtype="0" fill="hold" grpId="0" nodeType="afterEffect">
                                  <p:stCondLst>
                                    <p:cond delay="0"/>
                                  </p:stCondLst>
                                  <p:childTnLst>
                                    <p:set>
                                      <p:cBhvr>
                                        <p:cTn id="26" dur="1" fill="hold">
                                          <p:stCondLst>
                                            <p:cond delay="0"/>
                                          </p:stCondLst>
                                        </p:cTn>
                                        <p:tgtEl>
                                          <p:spTgt spid="26"/>
                                        </p:tgtEl>
                                        <p:attrNameLst>
                                          <p:attrName>style.visibility</p:attrName>
                                        </p:attrNameLst>
                                      </p:cBhvr>
                                      <p:to>
                                        <p:strVal val="visible"/>
                                      </p:to>
                                    </p:set>
                                    <p:animEffect transition="in" filter="fade">
                                      <p:cBhvr>
                                        <p:cTn id="27" dur="550"/>
                                        <p:tgtEl>
                                          <p:spTgt spid="26"/>
                                        </p:tgtEl>
                                      </p:cBhvr>
                                    </p:animEffect>
                                  </p:childTnLst>
                                </p:cTn>
                              </p:par>
                            </p:childTnLst>
                          </p:cTn>
                        </p:par>
                        <p:par>
                          <p:cTn id="28" fill="hold">
                            <p:stCondLst>
                              <p:cond delay="150"/>
                            </p:stCondLst>
                            <p:childTnLst>
                              <p:par>
                                <p:cTn id="29" presetID="10" presetClass="entr" presetSubtype="0" fill="hold" grpId="0" nodeType="afterEffect">
                                  <p:stCondLst>
                                    <p:cond delay="0"/>
                                  </p:stCondLst>
                                  <p:childTnLst>
                                    <p:set>
                                      <p:cBhvr>
                                        <p:cTn id="30" dur="1" fill="hold">
                                          <p:stCondLst>
                                            <p:cond delay="0"/>
                                          </p:stCondLst>
                                        </p:cTn>
                                        <p:tgtEl>
                                          <p:spTgt spid="25"/>
                                        </p:tgtEl>
                                        <p:attrNameLst>
                                          <p:attrName>style.visibility</p:attrName>
                                        </p:attrNameLst>
                                      </p:cBhvr>
                                      <p:to>
                                        <p:strVal val="visible"/>
                                      </p:to>
                                    </p:set>
                                    <p:animEffect transition="in" filter="fade">
                                      <p:cBhvr>
                                        <p:cTn id="31" dur="550"/>
                                        <p:tgtEl>
                                          <p:spTgt spid="25"/>
                                        </p:tgtEl>
                                      </p:cBhvr>
                                    </p:animEffect>
                                  </p:childTnLst>
                                </p:cTn>
                              </p:par>
                            </p:childTnLst>
                          </p:cTn>
                        </p:par>
                        <p:par>
                          <p:cTn id="32" fill="hold">
                            <p:stCondLst>
                              <p:cond delay="350"/>
                            </p:stCondLst>
                            <p:childTnLst>
                              <p:par>
                                <p:cTn id="33" presetID="42" presetClass="entr" presetSubtype="0" fill="hold" grpId="0" nodeType="afterEffect">
                                  <p:stCondLst>
                                    <p:cond delay="0"/>
                                  </p:stCondLst>
                                  <p:childTnLst>
                                    <p:set>
                                      <p:cBhvr>
                                        <p:cTn id="34" dur="1" fill="hold">
                                          <p:stCondLst>
                                            <p:cond delay="0"/>
                                          </p:stCondLst>
                                        </p:cTn>
                                        <p:tgtEl>
                                          <p:spTgt spid="27"/>
                                        </p:tgtEl>
                                        <p:attrNameLst>
                                          <p:attrName>style.visibility</p:attrName>
                                        </p:attrNameLst>
                                      </p:cBhvr>
                                      <p:to>
                                        <p:strVal val="visible"/>
                                      </p:to>
                                    </p:set>
                                    <p:animEffect transition="in" filter="fade">
                                      <p:cBhvr>
                                        <p:cTn id="35" dur="550"/>
                                        <p:tgtEl>
                                          <p:spTgt spid="27"/>
                                        </p:tgtEl>
                                      </p:cBhvr>
                                    </p:animEffect>
                                    <p:anim calcmode="lin" valueType="num">
                                      <p:cBhvr additive="base">
                                        <p:cTn id="36" dur="550" fill="hold"/>
                                        <p:tgtEl>
                                          <p:spTgt spid="27"/>
                                        </p:tgtEl>
                                        <p:attrNameLst>
                                          <p:attrName>ppt_x</p:attrName>
                                        </p:attrNameLst>
                                      </p:cBhvr>
                                      <p:tavLst>
                                        <p:tav tm="0">
                                          <p:val>
                                            <p:strVal val="#ppt_x"/>
                                          </p:val>
                                        </p:tav>
                                        <p:tav tm="100000">
                                          <p:val>
                                            <p:strVal val="#ppt_x"/>
                                          </p:val>
                                        </p:tav>
                                      </p:tavLst>
                                    </p:anim>
                                    <p:anim calcmode="lin" valueType="num">
                                      <p:cBhvr additive="base">
                                        <p:cTn id="37" dur="550" fill="hold"/>
                                        <p:tgtEl>
                                          <p:spTgt spid="27"/>
                                        </p:tgtEl>
                                        <p:attrNameLst>
                                          <p:attrName>ppt_y</p:attrName>
                                        </p:attrNameLst>
                                      </p:cBhvr>
                                      <p:tavLst>
                                        <p:tav tm="0">
                                          <p:val>
                                            <p:strVal val="#ppt_y+.08"/>
                                          </p:val>
                                        </p:tav>
                                        <p:tav tm="100000">
                                          <p:val>
                                            <p:strVal val="#ppt_y"/>
                                          </p:val>
                                        </p:tav>
                                      </p:tavLst>
                                    </p:anim>
                                  </p:childTnLst>
                                </p:cTn>
                              </p:par>
                            </p:childTnLst>
                          </p:cTn>
                        </p:par>
                        <p:par>
                          <p:cTn id="38" fill="hold">
                            <p:stCondLst>
                              <p:cond delay="350"/>
                            </p:stCondLst>
                            <p:childTnLst>
                              <p:par>
                                <p:cTn id="39" presetID="42" presetClass="entr" presetSubtype="0" fill="hold" grpId="0" nodeType="afterEffect">
                                  <p:stCondLst>
                                    <p:cond delay="0"/>
                                  </p:stCondLst>
                                  <p:childTnLst>
                                    <p:set>
                                      <p:cBhvr>
                                        <p:cTn id="40" dur="1" fill="hold">
                                          <p:stCondLst>
                                            <p:cond delay="0"/>
                                          </p:stCondLst>
                                        </p:cTn>
                                        <p:tgtEl>
                                          <p:spTgt spid="28"/>
                                        </p:tgtEl>
                                        <p:attrNameLst>
                                          <p:attrName>style.visibility</p:attrName>
                                        </p:attrNameLst>
                                      </p:cBhvr>
                                      <p:to>
                                        <p:strVal val="visible"/>
                                      </p:to>
                                    </p:set>
                                    <p:animEffect transition="in" filter="fade">
                                      <p:cBhvr>
                                        <p:cTn id="41" dur="550"/>
                                        <p:tgtEl>
                                          <p:spTgt spid="28"/>
                                        </p:tgtEl>
                                      </p:cBhvr>
                                    </p:animEffect>
                                    <p:anim calcmode="lin" valueType="num">
                                      <p:cBhvr additive="base">
                                        <p:cTn id="42" dur="550" fill="hold"/>
                                        <p:tgtEl>
                                          <p:spTgt spid="28"/>
                                        </p:tgtEl>
                                        <p:attrNameLst>
                                          <p:attrName>ppt_x</p:attrName>
                                        </p:attrNameLst>
                                      </p:cBhvr>
                                      <p:tavLst>
                                        <p:tav tm="0">
                                          <p:val>
                                            <p:strVal val="#ppt_x"/>
                                          </p:val>
                                        </p:tav>
                                        <p:tav tm="100000">
                                          <p:val>
                                            <p:strVal val="#ppt_x"/>
                                          </p:val>
                                        </p:tav>
                                      </p:tavLst>
                                    </p:anim>
                                    <p:anim calcmode="lin" valueType="num">
                                      <p:cBhvr additive="base">
                                        <p:cTn id="43" dur="550" fill="hold"/>
                                        <p:tgtEl>
                                          <p:spTgt spid="28"/>
                                        </p:tgtEl>
                                        <p:attrNameLst>
                                          <p:attrName>ppt_y</p:attrName>
                                        </p:attrNameLst>
                                      </p:cBhvr>
                                      <p:tavLst>
                                        <p:tav tm="0">
                                          <p:val>
                                            <p:strVal val="#ppt_y+.08"/>
                                          </p:val>
                                        </p:tav>
                                        <p:tav tm="100000">
                                          <p:val>
                                            <p:strVal val="#ppt_y"/>
                                          </p:val>
                                        </p:tav>
                                      </p:tavLst>
                                    </p:anim>
                                  </p:childTnLst>
                                </p:cTn>
                              </p:par>
                            </p:childTnLst>
                          </p:cTn>
                        </p:par>
                        <p:par>
                          <p:cTn id="44" fill="hold">
                            <p:stCondLst>
                              <p:cond delay="350"/>
                            </p:stCondLst>
                            <p:childTnLst>
                              <p:par>
                                <p:cTn id="45" presetID="53" presetClass="entr" presetSubtype="16" fill="hold" grpId="0" nodeType="afterEffect">
                                  <p:stCondLst>
                                    <p:cond delay="0"/>
                                  </p:stCondLst>
                                  <p:childTnLst>
                                    <p:set>
                                      <p:cBhvr>
                                        <p:cTn id="46" dur="1" fill="hold">
                                          <p:stCondLst>
                                            <p:cond delay="0"/>
                                          </p:stCondLst>
                                        </p:cTn>
                                        <p:tgtEl>
                                          <p:spTgt spid="29"/>
                                        </p:tgtEl>
                                        <p:attrNameLst>
                                          <p:attrName>style.visibility</p:attrName>
                                        </p:attrNameLst>
                                      </p:cBhvr>
                                      <p:to>
                                        <p:strVal val="visible"/>
                                      </p:to>
                                    </p:set>
                                    <p:animEffect transition="in" filter="fade">
                                      <p:cBhvr>
                                        <p:cTn id="47" dur="550"/>
                                        <p:tgtEl>
                                          <p:spTgt spid="29"/>
                                        </p:tgtEl>
                                      </p:cBhvr>
                                    </p:animEffect>
                                    <p:anim calcmode="lin" valueType="num">
                                      <p:cBhvr additive="base">
                                        <p:cTn id="48" dur="550" fill="hold"/>
                                        <p:tgtEl>
                                          <p:spTgt spid="29"/>
                                        </p:tgtEl>
                                        <p:attrNameLst>
                                          <p:attrName>ppt_w</p:attrName>
                                        </p:attrNameLst>
                                      </p:cBhvr>
                                      <p:tavLst>
                                        <p:tav tm="0">
                                          <p:val>
                                            <p:strVal val="0"/>
                                          </p:val>
                                        </p:tav>
                                        <p:tav tm="100000">
                                          <p:val>
                                            <p:strVal val="#ppt_w"/>
                                          </p:val>
                                        </p:tav>
                                      </p:tavLst>
                                    </p:anim>
                                    <p:anim calcmode="lin" valueType="num">
                                      <p:cBhvr additive="base">
                                        <p:cTn id="49" dur="550" fill="hold"/>
                                        <p:tgtEl>
                                          <p:spTgt spid="29"/>
                                        </p:tgtEl>
                                        <p:attrNameLst>
                                          <p:attrName>ppt_h</p:attrName>
                                        </p:attrNameLst>
                                      </p:cBhvr>
                                      <p:tavLst>
                                        <p:tav tm="0">
                                          <p:val>
                                            <p:strVal val="0"/>
                                          </p:val>
                                        </p:tav>
                                        <p:tav tm="100000">
                                          <p:val>
                                            <p:strVal val="#ppt_h"/>
                                          </p:val>
                                        </p:tav>
                                      </p:tavLst>
                                    </p:anim>
                                  </p:childTnLst>
                                </p:cTn>
                              </p:par>
                            </p:childTnLst>
                          </p:cTn>
                        </p:par>
                        <p:par>
                          <p:cTn id="50" fill="hold">
                            <p:stCondLst>
                              <p:cond delay="350"/>
                            </p:stCondLst>
                            <p:childTnLst>
                              <p:par>
                                <p:cTn id="51" presetID="42" presetClass="entr" presetSubtype="0" fill="hold" grpId="0" nodeType="afterEffect">
                                  <p:stCondLst>
                                    <p:cond delay="0"/>
                                  </p:stCondLst>
                                  <p:childTnLst>
                                    <p:set>
                                      <p:cBhvr>
                                        <p:cTn id="52" dur="1" fill="hold">
                                          <p:stCondLst>
                                            <p:cond delay="0"/>
                                          </p:stCondLst>
                                        </p:cTn>
                                        <p:tgtEl>
                                          <p:spTgt spid="30"/>
                                        </p:tgtEl>
                                        <p:attrNameLst>
                                          <p:attrName>style.visibility</p:attrName>
                                        </p:attrNameLst>
                                      </p:cBhvr>
                                      <p:to>
                                        <p:strVal val="visible"/>
                                      </p:to>
                                    </p:set>
                                    <p:animEffect transition="in" filter="fade">
                                      <p:cBhvr>
                                        <p:cTn id="53" dur="550"/>
                                        <p:tgtEl>
                                          <p:spTgt spid="30"/>
                                        </p:tgtEl>
                                      </p:cBhvr>
                                    </p:animEffect>
                                    <p:anim calcmode="lin" valueType="num">
                                      <p:cBhvr additive="base">
                                        <p:cTn id="54" dur="550" fill="hold"/>
                                        <p:tgtEl>
                                          <p:spTgt spid="30"/>
                                        </p:tgtEl>
                                        <p:attrNameLst>
                                          <p:attrName>ppt_x</p:attrName>
                                        </p:attrNameLst>
                                      </p:cBhvr>
                                      <p:tavLst>
                                        <p:tav tm="0">
                                          <p:val>
                                            <p:strVal val="#ppt_x"/>
                                          </p:val>
                                        </p:tav>
                                        <p:tav tm="100000">
                                          <p:val>
                                            <p:strVal val="#ppt_x"/>
                                          </p:val>
                                        </p:tav>
                                      </p:tavLst>
                                    </p:anim>
                                    <p:anim calcmode="lin" valueType="num">
                                      <p:cBhvr additive="base">
                                        <p:cTn id="55" dur="550" fill="hold"/>
                                        <p:tgtEl>
                                          <p:spTgt spid="30"/>
                                        </p:tgtEl>
                                        <p:attrNameLst>
                                          <p:attrName>ppt_y</p:attrName>
                                        </p:attrNameLst>
                                      </p:cBhvr>
                                      <p:tavLst>
                                        <p:tav tm="0">
                                          <p:val>
                                            <p:strVal val="#ppt_y+.08"/>
                                          </p:val>
                                        </p:tav>
                                        <p:tav tm="100000">
                                          <p:val>
                                            <p:strVal val="#ppt_y"/>
                                          </p:val>
                                        </p:tav>
                                      </p:tavLst>
                                    </p:anim>
                                  </p:childTnLst>
                                </p:cTn>
                              </p:par>
                            </p:childTnLst>
                          </p:cTn>
                        </p:par>
                        <p:par>
                          <p:cTn id="56" fill="hold">
                            <p:stCondLst>
                              <p:cond delay="550"/>
                            </p:stCondLst>
                            <p:childTnLst>
                              <p:par>
                                <p:cTn id="57" presetID="42" presetClass="entr" presetSubtype="0" fill="hold" grpId="0" nodeType="afterEffect">
                                  <p:stCondLst>
                                    <p:cond delay="0"/>
                                  </p:stCondLst>
                                  <p:childTnLst>
                                    <p:set>
                                      <p:cBhvr>
                                        <p:cTn id="58" dur="1" fill="hold">
                                          <p:stCondLst>
                                            <p:cond delay="0"/>
                                          </p:stCondLst>
                                        </p:cTn>
                                        <p:tgtEl>
                                          <p:spTgt spid="31"/>
                                        </p:tgtEl>
                                        <p:attrNameLst>
                                          <p:attrName>style.visibility</p:attrName>
                                        </p:attrNameLst>
                                      </p:cBhvr>
                                      <p:to>
                                        <p:strVal val="visible"/>
                                      </p:to>
                                    </p:set>
                                    <p:animEffect transition="in" filter="fade">
                                      <p:cBhvr>
                                        <p:cTn id="59" dur="550"/>
                                        <p:tgtEl>
                                          <p:spTgt spid="31"/>
                                        </p:tgtEl>
                                      </p:cBhvr>
                                    </p:animEffect>
                                    <p:anim calcmode="lin" valueType="num">
                                      <p:cBhvr additive="base">
                                        <p:cTn id="60" dur="550" fill="hold"/>
                                        <p:tgtEl>
                                          <p:spTgt spid="31"/>
                                        </p:tgtEl>
                                        <p:attrNameLst>
                                          <p:attrName>ppt_x</p:attrName>
                                        </p:attrNameLst>
                                      </p:cBhvr>
                                      <p:tavLst>
                                        <p:tav tm="0">
                                          <p:val>
                                            <p:strVal val="#ppt_x"/>
                                          </p:val>
                                        </p:tav>
                                        <p:tav tm="100000">
                                          <p:val>
                                            <p:strVal val="#ppt_x"/>
                                          </p:val>
                                        </p:tav>
                                      </p:tavLst>
                                    </p:anim>
                                    <p:anim calcmode="lin" valueType="num">
                                      <p:cBhvr additive="base">
                                        <p:cTn id="61" dur="550" fill="hold"/>
                                        <p:tgtEl>
                                          <p:spTgt spid="31"/>
                                        </p:tgtEl>
                                        <p:attrNameLst>
                                          <p:attrName>ppt_y</p:attrName>
                                        </p:attrNameLst>
                                      </p:cBhvr>
                                      <p:tavLst>
                                        <p:tav tm="0">
                                          <p:val>
                                            <p:strVal val="#ppt_y+.08"/>
                                          </p:val>
                                        </p:tav>
                                        <p:tav tm="100000">
                                          <p:val>
                                            <p:strVal val="#ppt_y"/>
                                          </p:val>
                                        </p:tav>
                                      </p:tavLst>
                                    </p:anim>
                                  </p:childTnLst>
                                </p:cTn>
                              </p:par>
                            </p:childTnLst>
                          </p:cTn>
                        </p:par>
                        <p:par>
                          <p:cTn id="62" fill="hold">
                            <p:stCondLst>
                              <p:cond delay="550"/>
                            </p:stCondLst>
                            <p:childTnLst>
                              <p:par>
                                <p:cTn id="63" presetID="42" presetClass="entr" presetSubtype="0" fill="hold" grpId="0" nodeType="afterEffect">
                                  <p:stCondLst>
                                    <p:cond delay="0"/>
                                  </p:stCondLst>
                                  <p:childTnLst>
                                    <p:set>
                                      <p:cBhvr>
                                        <p:cTn id="64" dur="1" fill="hold">
                                          <p:stCondLst>
                                            <p:cond delay="0"/>
                                          </p:stCondLst>
                                        </p:cTn>
                                        <p:tgtEl>
                                          <p:spTgt spid="32"/>
                                        </p:tgtEl>
                                        <p:attrNameLst>
                                          <p:attrName>style.visibility</p:attrName>
                                        </p:attrNameLst>
                                      </p:cBhvr>
                                      <p:to>
                                        <p:strVal val="visible"/>
                                      </p:to>
                                    </p:set>
                                    <p:animEffect transition="in" filter="fade">
                                      <p:cBhvr>
                                        <p:cTn id="65" dur="550"/>
                                        <p:tgtEl>
                                          <p:spTgt spid="32"/>
                                        </p:tgtEl>
                                      </p:cBhvr>
                                    </p:animEffect>
                                    <p:anim calcmode="lin" valueType="num">
                                      <p:cBhvr additive="base">
                                        <p:cTn id="66" dur="550" fill="hold"/>
                                        <p:tgtEl>
                                          <p:spTgt spid="32"/>
                                        </p:tgtEl>
                                        <p:attrNameLst>
                                          <p:attrName>ppt_x</p:attrName>
                                        </p:attrNameLst>
                                      </p:cBhvr>
                                      <p:tavLst>
                                        <p:tav tm="0">
                                          <p:val>
                                            <p:strVal val="#ppt_x"/>
                                          </p:val>
                                        </p:tav>
                                        <p:tav tm="100000">
                                          <p:val>
                                            <p:strVal val="#ppt_x"/>
                                          </p:val>
                                        </p:tav>
                                      </p:tavLst>
                                    </p:anim>
                                    <p:anim calcmode="lin" valueType="num">
                                      <p:cBhvr additive="base">
                                        <p:cTn id="67" dur="550" fill="hold"/>
                                        <p:tgtEl>
                                          <p:spTgt spid="32"/>
                                        </p:tgtEl>
                                        <p:attrNameLst>
                                          <p:attrName>ppt_y</p:attrName>
                                        </p:attrNameLst>
                                      </p:cBhvr>
                                      <p:tavLst>
                                        <p:tav tm="0">
                                          <p:val>
                                            <p:strVal val="#ppt_y+.08"/>
                                          </p:val>
                                        </p:tav>
                                        <p:tav tm="100000">
                                          <p:val>
                                            <p:strVal val="#ppt_y"/>
                                          </p:val>
                                        </p:tav>
                                      </p:tavLst>
                                    </p:anim>
                                  </p:childTnLst>
                                </p:cTn>
                              </p:par>
                            </p:childTnLst>
                          </p:cTn>
                        </p:par>
                        <p:par>
                          <p:cTn id="68" fill="hold">
                            <p:stCondLst>
                              <p:cond delay="550"/>
                            </p:stCondLst>
                            <p:childTnLst>
                              <p:par>
                                <p:cTn id="69" presetID="53" presetClass="entr" presetSubtype="16" fill="hold" grpId="0" nodeType="afterEffect">
                                  <p:stCondLst>
                                    <p:cond delay="0"/>
                                  </p:stCondLst>
                                  <p:childTnLst>
                                    <p:set>
                                      <p:cBhvr>
                                        <p:cTn id="70" dur="1" fill="hold">
                                          <p:stCondLst>
                                            <p:cond delay="0"/>
                                          </p:stCondLst>
                                        </p:cTn>
                                        <p:tgtEl>
                                          <p:spTgt spid="33"/>
                                        </p:tgtEl>
                                        <p:attrNameLst>
                                          <p:attrName>style.visibility</p:attrName>
                                        </p:attrNameLst>
                                      </p:cBhvr>
                                      <p:to>
                                        <p:strVal val="visible"/>
                                      </p:to>
                                    </p:set>
                                    <p:animEffect transition="in" filter="fade">
                                      <p:cBhvr>
                                        <p:cTn id="71" dur="550"/>
                                        <p:tgtEl>
                                          <p:spTgt spid="33"/>
                                        </p:tgtEl>
                                      </p:cBhvr>
                                    </p:animEffect>
                                    <p:anim calcmode="lin" valueType="num">
                                      <p:cBhvr additive="base">
                                        <p:cTn id="72" dur="550" fill="hold"/>
                                        <p:tgtEl>
                                          <p:spTgt spid="33"/>
                                        </p:tgtEl>
                                        <p:attrNameLst>
                                          <p:attrName>ppt_w</p:attrName>
                                        </p:attrNameLst>
                                      </p:cBhvr>
                                      <p:tavLst>
                                        <p:tav tm="0">
                                          <p:val>
                                            <p:strVal val="0"/>
                                          </p:val>
                                        </p:tav>
                                        <p:tav tm="100000">
                                          <p:val>
                                            <p:strVal val="#ppt_w"/>
                                          </p:val>
                                        </p:tav>
                                      </p:tavLst>
                                    </p:anim>
                                    <p:anim calcmode="lin" valueType="num">
                                      <p:cBhvr additive="base">
                                        <p:cTn id="73" dur="550" fill="hold"/>
                                        <p:tgtEl>
                                          <p:spTgt spid="33"/>
                                        </p:tgtEl>
                                        <p:attrNameLst>
                                          <p:attrName>ppt_h</p:attrName>
                                        </p:attrNameLst>
                                      </p:cBhvr>
                                      <p:tavLst>
                                        <p:tav tm="0">
                                          <p:val>
                                            <p:strVal val="0"/>
                                          </p:val>
                                        </p:tav>
                                        <p:tav tm="100000">
                                          <p:val>
                                            <p:strVal val="#ppt_h"/>
                                          </p:val>
                                        </p:tav>
                                      </p:tavLst>
                                    </p:anim>
                                  </p:childTnLst>
                                </p:cTn>
                              </p:par>
                            </p:childTnLst>
                          </p:cTn>
                        </p:par>
                        <p:par>
                          <p:cTn id="74" fill="hold">
                            <p:stCondLst>
                              <p:cond delay="550"/>
                            </p:stCondLst>
                            <p:childTnLst>
                              <p:par>
                                <p:cTn id="75" presetID="42" presetClass="entr" presetSubtype="0" fill="hold" grpId="0" nodeType="afterEffect">
                                  <p:stCondLst>
                                    <p:cond delay="0"/>
                                  </p:stCondLst>
                                  <p:childTnLst>
                                    <p:set>
                                      <p:cBhvr>
                                        <p:cTn id="76" dur="1" fill="hold">
                                          <p:stCondLst>
                                            <p:cond delay="0"/>
                                          </p:stCondLst>
                                        </p:cTn>
                                        <p:tgtEl>
                                          <p:spTgt spid="34"/>
                                        </p:tgtEl>
                                        <p:attrNameLst>
                                          <p:attrName>style.visibility</p:attrName>
                                        </p:attrNameLst>
                                      </p:cBhvr>
                                      <p:to>
                                        <p:strVal val="visible"/>
                                      </p:to>
                                    </p:set>
                                    <p:animEffect transition="in" filter="fade">
                                      <p:cBhvr>
                                        <p:cTn id="77" dur="550"/>
                                        <p:tgtEl>
                                          <p:spTgt spid="34"/>
                                        </p:tgtEl>
                                      </p:cBhvr>
                                    </p:animEffect>
                                    <p:anim calcmode="lin" valueType="num">
                                      <p:cBhvr additive="base">
                                        <p:cTn id="78" dur="550" fill="hold"/>
                                        <p:tgtEl>
                                          <p:spTgt spid="34"/>
                                        </p:tgtEl>
                                        <p:attrNameLst>
                                          <p:attrName>ppt_x</p:attrName>
                                        </p:attrNameLst>
                                      </p:cBhvr>
                                      <p:tavLst>
                                        <p:tav tm="0">
                                          <p:val>
                                            <p:strVal val="#ppt_x"/>
                                          </p:val>
                                        </p:tav>
                                        <p:tav tm="100000">
                                          <p:val>
                                            <p:strVal val="#ppt_x"/>
                                          </p:val>
                                        </p:tav>
                                      </p:tavLst>
                                    </p:anim>
                                    <p:anim calcmode="lin" valueType="num">
                                      <p:cBhvr additive="base">
                                        <p:cTn id="79" dur="550" fill="hold"/>
                                        <p:tgtEl>
                                          <p:spTgt spid="34"/>
                                        </p:tgtEl>
                                        <p:attrNameLst>
                                          <p:attrName>ppt_y</p:attrName>
                                        </p:attrNameLst>
                                      </p:cBhvr>
                                      <p:tavLst>
                                        <p:tav tm="0">
                                          <p:val>
                                            <p:strVal val="#ppt_y+.08"/>
                                          </p:val>
                                        </p:tav>
                                        <p:tav tm="100000">
                                          <p:val>
                                            <p:strVal val="#ppt_y"/>
                                          </p:val>
                                        </p:tav>
                                      </p:tavLst>
                                    </p:anim>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19" grpId="0" animBg="1"/>
      <p:bldP spid="20" grpId="0" animBg="1"/>
      <p:bldP spid="23" grpId="0" animBg="1"/>
      <p:bldP spid="26" grpId="0" animBg="1"/>
      <p:bldP spid="25" grpId="0" animBg="1"/>
      <p:bldP spid="27" grpId="0" animBg="1"/>
      <p:bldP spid="28" grpId="0" animBg="1"/>
      <p:bldP spid="29" grpId="0" animBg="1"/>
      <p:bldP spid="30" grpId="0" animBg="1"/>
      <p:bldP spid="31" grpId="0" animBg="1"/>
      <p:bldP spid="32" grpId="0" animBg="1"/>
      <p:bldP spid="33" grpId="0" animBg="1"/>
      <p:bldP spid="34" grpId="0" animBg="1"/>
    </p:bldLst>
  </p:timing>
</p:sld>
</file>

<file path=ppt/slides/slide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2000" cy="6858000"/>
          </a:xfrm>
          <a:prstGeom prst="rect">
            <a:avLst/>
          </a:prstGeom>
          <a:gradFill rotWithShape="1">
            <a:gsLst>
              <a:gs pos="0">
                <a:srgbClr val="070B1A"/>
              </a:gs>
              <a:gs pos="100000">
                <a:srgbClr val="141C44"/>
              </a:gs>
            </a:gsLst>
            <a:lin scaled="0" ang="13500000"/>
          </a:gra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cxnSp>
        <p:nvCxnSpPr>
          <p:cNvPr id="3" name="Connector 2"/>
          <p:cNvCxnSpPr/>
          <p:nvPr/>
        </p:nvCxnSpPr>
        <p:spPr>
          <a:xfrm>
            <a:off x="10350000" y="380000"/>
            <a:ext cx="750000" cy="150000"/>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cxnSp>
        <p:nvCxnSpPr>
          <p:cNvPr id="4" name="Connector 3"/>
          <p:cNvCxnSpPr/>
          <p:nvPr/>
        </p:nvCxnSpPr>
        <p:spPr>
          <a:xfrm>
            <a:off x="10350000" y="380000"/>
            <a:ext cx="750000" cy="375000"/>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cxnSp>
        <p:nvCxnSpPr>
          <p:cNvPr id="5" name="Connector 4"/>
          <p:cNvCxnSpPr/>
          <p:nvPr/>
        </p:nvCxnSpPr>
        <p:spPr>
          <a:xfrm flipV="1">
            <a:off x="10350000" y="305000"/>
            <a:ext cx="750000" cy="375000"/>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cxnSp>
        <p:nvCxnSpPr>
          <p:cNvPr id="6" name="Connector 5"/>
          <p:cNvCxnSpPr/>
          <p:nvPr/>
        </p:nvCxnSpPr>
        <p:spPr>
          <a:xfrm>
            <a:off x="10350000" y="680000"/>
            <a:ext cx="750000" cy="75000"/>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cxnSp>
        <p:nvCxnSpPr>
          <p:cNvPr id="7" name="Connector 6"/>
          <p:cNvCxnSpPr/>
          <p:nvPr/>
        </p:nvCxnSpPr>
        <p:spPr>
          <a:xfrm>
            <a:off x="11100000" y="305000"/>
            <a:ext cx="750000" cy="75000"/>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cxnSp>
        <p:nvCxnSpPr>
          <p:cNvPr id="8" name="Connector 7"/>
          <p:cNvCxnSpPr/>
          <p:nvPr/>
        </p:nvCxnSpPr>
        <p:spPr>
          <a:xfrm flipV="1">
            <a:off x="11100000" y="380000"/>
            <a:ext cx="750000" cy="150000"/>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cxnSp>
        <p:nvCxnSpPr>
          <p:cNvPr id="9" name="Connector 8"/>
          <p:cNvCxnSpPr/>
          <p:nvPr/>
        </p:nvCxnSpPr>
        <p:spPr>
          <a:xfrm>
            <a:off x="11100000" y="530000"/>
            <a:ext cx="750000" cy="150000"/>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cxnSp>
        <p:nvCxnSpPr>
          <p:cNvPr id="10" name="Connector 9"/>
          <p:cNvCxnSpPr/>
          <p:nvPr/>
        </p:nvCxnSpPr>
        <p:spPr>
          <a:xfrm flipV="1">
            <a:off x="11100000" y="380000"/>
            <a:ext cx="750000" cy="375000"/>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cxnSp>
        <p:nvCxnSpPr>
          <p:cNvPr id="11" name="Connector 10"/>
          <p:cNvCxnSpPr/>
          <p:nvPr/>
        </p:nvCxnSpPr>
        <p:spPr>
          <a:xfrm flipV="1">
            <a:off x="11100000" y="680000"/>
            <a:ext cx="750000" cy="75000"/>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sp>
        <p:nvSpPr>
          <p:cNvPr id="12" name="Oval 11"/>
          <p:cNvSpPr/>
          <p:nvPr/>
        </p:nvSpPr>
        <p:spPr>
          <a:xfrm>
            <a:off x="10280000" y="310000"/>
            <a:ext cx="140000" cy="140000"/>
          </a:xfrm>
          <a:prstGeom prst="ellipse">
            <a:avLst/>
          </a:prstGeom>
          <a:solidFill>
            <a:srgbClr val="3B4C8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Oval 12"/>
          <p:cNvSpPr/>
          <p:nvPr/>
        </p:nvSpPr>
        <p:spPr>
          <a:xfrm>
            <a:off x="10280000" y="610000"/>
            <a:ext cx="140000" cy="140000"/>
          </a:xfrm>
          <a:prstGeom prst="ellipse">
            <a:avLst/>
          </a:prstGeom>
          <a:solidFill>
            <a:srgbClr val="3B4C8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Oval 13"/>
          <p:cNvSpPr/>
          <p:nvPr/>
        </p:nvSpPr>
        <p:spPr>
          <a:xfrm>
            <a:off x="11030000" y="235000"/>
            <a:ext cx="140000" cy="140000"/>
          </a:xfrm>
          <a:prstGeom prst="ellipse">
            <a:avLst/>
          </a:prstGeom>
          <a:solidFill>
            <a:srgbClr val="3B4C8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Oval 14"/>
          <p:cNvSpPr/>
          <p:nvPr/>
        </p:nvSpPr>
        <p:spPr>
          <a:xfrm>
            <a:off x="11030000" y="460000"/>
            <a:ext cx="140000" cy="140000"/>
          </a:xfrm>
          <a:prstGeom prst="ellipse">
            <a:avLst/>
          </a:prstGeom>
          <a:solidFill>
            <a:srgbClr val="3B4C8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Oval 15"/>
          <p:cNvSpPr/>
          <p:nvPr/>
        </p:nvSpPr>
        <p:spPr>
          <a:xfrm>
            <a:off x="11030000" y="685000"/>
            <a:ext cx="140000" cy="140000"/>
          </a:xfrm>
          <a:prstGeom prst="ellipse">
            <a:avLst/>
          </a:prstGeom>
          <a:solidFill>
            <a:srgbClr val="3B4C8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Oval 16"/>
          <p:cNvSpPr/>
          <p:nvPr/>
        </p:nvSpPr>
        <p:spPr>
          <a:xfrm>
            <a:off x="11780000" y="310000"/>
            <a:ext cx="140000" cy="140000"/>
          </a:xfrm>
          <a:prstGeom prst="ellipse">
            <a:avLst/>
          </a:prstGeom>
          <a:solidFill>
            <a:srgbClr val="3B4C8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Oval 17"/>
          <p:cNvSpPr/>
          <p:nvPr/>
        </p:nvSpPr>
        <p:spPr>
          <a:xfrm>
            <a:off x="11780000" y="610000"/>
            <a:ext cx="140000" cy="140000"/>
          </a:xfrm>
          <a:prstGeom prst="ellipse">
            <a:avLst/>
          </a:prstGeom>
          <a:solidFill>
            <a:srgbClr val="3B4C8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500000" y="160000"/>
            <a:ext cx="9600000" cy="300000"/>
          </a:xfrm>
          <a:prstGeom prst="rect">
            <a:avLst/>
          </a:prstGeom>
          <a:noFill/>
        </p:spPr>
        <p:txBody>
          <a:bodyPr wrap="square" anchor="t" lIns="50800" rIns="50800">
            <a:spAutoFit/>
          </a:bodyPr>
          <a:lstStyle/>
          <a:p>
            <a:pPr algn="l"/>
            <a:r>
              <a:rPr sz="1100" b="1">
                <a:solidFill>
                  <a:srgbClr val="22D3EE"/>
                </a:solidFill>
                <a:latin typeface="Segoe UI"/>
              </a:rPr>
              <a:t>◆ 1-REJA</a:t>
            </a:r>
          </a:p>
        </p:txBody>
      </p:sp>
      <p:sp>
        <p:nvSpPr>
          <p:cNvPr id="20" name="TextBox 19"/>
          <p:cNvSpPr txBox="1"/>
          <p:nvPr/>
        </p:nvSpPr>
        <p:spPr>
          <a:xfrm>
            <a:off x="500000" y="400000"/>
            <a:ext cx="9800000" cy="650000"/>
          </a:xfrm>
          <a:prstGeom prst="rect">
            <a:avLst/>
          </a:prstGeom>
          <a:noFill/>
        </p:spPr>
        <p:txBody>
          <a:bodyPr wrap="square" anchor="ctr" lIns="50800" rIns="50800">
            <a:spAutoFit/>
          </a:bodyPr>
          <a:lstStyle/>
          <a:p>
            <a:pPr algn="l"/>
            <a:r>
              <a:rPr sz="2600" b="1">
                <a:solidFill>
                  <a:srgbClr val="E8EEFA"/>
                </a:solidFill>
                <a:latin typeface="Segoe UI"/>
              </a:rPr>
              <a:t>Ishonchlilik, xavfsizlik va tahdid modeli</a:t>
            </a:r>
          </a:p>
        </p:txBody>
      </p:sp>
      <p:sp>
        <p:nvSpPr>
          <p:cNvPr id="21" name="Rectangle 20"/>
          <p:cNvSpPr/>
          <p:nvPr/>
        </p:nvSpPr>
        <p:spPr>
          <a:xfrm>
            <a:off x="560000" y="1080000"/>
            <a:ext cx="1700000" cy="45000"/>
          </a:xfrm>
          <a:prstGeom prst="rect">
            <a:avLst/>
          </a:prstGeom>
          <a:gradFill rotWithShape="1">
            <a:gsLst>
              <a:gs pos="0">
                <a:srgbClr val="22D3EE"/>
              </a:gs>
              <a:gs pos="100000">
                <a:srgbClr val="8B5CF6"/>
              </a:gs>
            </a:gsLst>
            <a:lin scaled="0" ang="0"/>
          </a:gra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TextBox 21"/>
          <p:cNvSpPr txBox="1"/>
          <p:nvPr/>
        </p:nvSpPr>
        <p:spPr>
          <a:xfrm>
            <a:off x="500000" y="6450000"/>
            <a:ext cx="9500000" cy="280000"/>
          </a:xfrm>
          <a:prstGeom prst="rect">
            <a:avLst/>
          </a:prstGeom>
          <a:noFill/>
        </p:spPr>
        <p:txBody>
          <a:bodyPr wrap="square" anchor="t" lIns="50800" rIns="50800">
            <a:spAutoFit/>
          </a:bodyPr>
          <a:lstStyle/>
          <a:p>
            <a:pPr algn="l"/>
            <a:r>
              <a:rPr sz="900" b="0">
                <a:solidFill>
                  <a:srgbClr val="707EAA"/>
                </a:solidFill>
                <a:latin typeface="Segoe UI"/>
              </a:rPr>
              <a:t>M9 · Tizimlarining ishonchliligi va axborot xavfsizligi</a:t>
            </a:r>
          </a:p>
        </p:txBody>
      </p:sp>
      <p:sp>
        <p:nvSpPr>
          <p:cNvPr id="23" name="Rounded Rectangle 22"/>
          <p:cNvSpPr/>
          <p:nvPr/>
        </p:nvSpPr>
        <p:spPr>
          <a:xfrm>
            <a:off x="11000000" y="6430000"/>
            <a:ext cx="700000" cy="270000"/>
          </a:xfrm>
          <a:prstGeom prst="roundRect">
            <a:avLst/>
          </a:prstGeom>
          <a:solidFill>
            <a:srgbClr val="121936"/>
          </a:solidFill>
          <a:ln w="12700">
            <a:solidFill>
              <a:srgbClr val="2A356E"/>
            </a:solidFill>
          </a:ln>
          <a:effectLst/>
        </p:spPr>
        <p:style>
          <a:lnRef idx="1">
            <a:schemeClr val="accent1"/>
          </a:lnRef>
          <a:fillRef idx="3">
            <a:schemeClr val="accent1"/>
          </a:fillRef>
          <a:effectRef idx="2">
            <a:schemeClr val="accent1"/>
          </a:effectRef>
          <a:fontRef idx="minor">
            <a:schemeClr val="lt1"/>
          </a:fontRef>
        </p:style>
        <p:txBody>
          <a:bodyPr rtlCol="0" anchor="ctr" tIns="0" bIns="0"/>
          <a:lstStyle/>
          <a:p>
            <a:pPr algn="ctr"/>
            <a:r>
              <a:rPr sz="1000" b="1">
                <a:solidFill>
                  <a:srgbClr val="22D3EE"/>
                </a:solidFill>
                <a:latin typeface="Segoe UI"/>
              </a:rPr>
              <a:t>5</a:t>
            </a:r>
          </a:p>
        </p:txBody>
      </p:sp>
      <p:sp>
        <p:nvSpPr>
          <p:cNvPr id="24" name="Rounded Rectangle 23"/>
          <p:cNvSpPr/>
          <p:nvPr/>
        </p:nvSpPr>
        <p:spPr>
          <a:xfrm>
            <a:off x="7520000" y="1330000"/>
            <a:ext cx="4250000" cy="4650000"/>
          </a:xfrm>
          <a:prstGeom prst="roundRect">
            <a:avLst>
              <a:gd name="adj" fmla="val 5000"/>
            </a:avLst>
          </a:prstGeom>
          <a:noFill/>
          <a:ln w="15875">
            <a:solidFill>
              <a:srgbClr val="8B5CF6"/>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25" name="Picture 24" descr="c3bf51a6fe71b1fc.jpg"/>
          <p:cNvPicPr>
            <a:picLocks noChangeAspect="1"/>
          </p:cNvPicPr>
          <p:nvPr/>
        </p:nvPicPr>
        <p:blipFill>
          <a:blip r:embed="rId2"/>
          <a:srcRect l="18285" r="18285"/>
          <a:stretch>
            <a:fillRect/>
          </a:stretch>
        </p:blipFill>
        <p:spPr>
          <a:xfrm>
            <a:off x="7620000" y="1430000"/>
            <a:ext cx="4050000" cy="4250000"/>
          </a:xfrm>
          <a:prstGeom prst="roundRect">
            <a:avLst/>
          </a:prstGeom>
          <a:ln w="19050">
            <a:solidFill>
              <a:srgbClr val="22D3EE"/>
            </a:solidFill>
          </a:ln>
        </p:spPr>
      </p:pic>
      <p:sp>
        <p:nvSpPr>
          <p:cNvPr id="26" name="TextBox 25"/>
          <p:cNvSpPr txBox="1"/>
          <p:nvPr/>
        </p:nvSpPr>
        <p:spPr>
          <a:xfrm>
            <a:off x="7620000" y="5710000"/>
            <a:ext cx="4050000" cy="260000"/>
          </a:xfrm>
          <a:prstGeom prst="rect">
            <a:avLst/>
          </a:prstGeom>
          <a:noFill/>
        </p:spPr>
        <p:txBody>
          <a:bodyPr wrap="square" anchor="t" lIns="50800" rIns="50800">
            <a:spAutoFit/>
          </a:bodyPr>
          <a:lstStyle/>
          <a:p>
            <a:pPr algn="l"/>
            <a:r>
              <a:rPr sz="800" b="0">
                <a:solidFill>
                  <a:srgbClr val="707EAA"/>
                </a:solidFill>
                <a:latin typeface="Segoe UI"/>
              </a:rPr>
              <a:t>Rasm: Aisart · Wikimedia Commons · CC BY-SA 3.0</a:t>
            </a:r>
          </a:p>
        </p:txBody>
      </p:sp>
      <p:sp>
        <p:nvSpPr>
          <p:cNvPr id="27" name="Rounded Rectangle 26"/>
          <p:cNvSpPr/>
          <p:nvPr/>
        </p:nvSpPr>
        <p:spPr>
          <a:xfrm>
            <a:off x="7750000" y="1560000"/>
            <a:ext cx="1700000" cy="300000"/>
          </a:xfrm>
          <a:prstGeom prst="roundRect">
            <a:avLst/>
          </a:prstGeom>
          <a:solidFill>
            <a:srgbClr val="070B1A"/>
          </a:solidFill>
          <a:ln w="12700">
            <a:solidFill>
              <a:srgbClr val="22D3EE"/>
            </a:solidFill>
          </a:ln>
          <a:effectLst/>
        </p:spPr>
        <p:style>
          <a:lnRef idx="1">
            <a:schemeClr val="accent1"/>
          </a:lnRef>
          <a:fillRef idx="3">
            <a:schemeClr val="accent1"/>
          </a:fillRef>
          <a:effectRef idx="2">
            <a:schemeClr val="accent1"/>
          </a:effectRef>
          <a:fontRef idx="minor">
            <a:schemeClr val="lt1"/>
          </a:fontRef>
        </p:style>
        <p:txBody>
          <a:bodyPr rtlCol="0" anchor="ctr" tIns="0" bIns="0"/>
          <a:lstStyle/>
          <a:p>
            <a:pPr algn="ctr"/>
            <a:r>
              <a:rPr sz="900" b="1">
                <a:solidFill>
                  <a:srgbClr val="22D3EE"/>
                </a:solidFill>
                <a:latin typeface="Segoe UI"/>
              </a:rPr>
              <a:t>⚙ AMALIYOTDA</a:t>
            </a:r>
          </a:p>
        </p:txBody>
      </p:sp>
      <p:sp>
        <p:nvSpPr>
          <p:cNvPr id="28" name="Rounded Rectangle 27"/>
          <p:cNvSpPr/>
          <p:nvPr/>
        </p:nvSpPr>
        <p:spPr>
          <a:xfrm>
            <a:off x="550000" y="2417992"/>
            <a:ext cx="6750000" cy="2744016"/>
          </a:xfrm>
          <a:prstGeom prst="roundRect">
            <a:avLst>
              <a:gd name="adj" fmla="val 12000"/>
            </a:avLst>
          </a:prstGeom>
          <a:solidFill>
            <a:srgbClr val="121936"/>
          </a:solidFill>
          <a:ln w="12700">
            <a:solidFill>
              <a:srgbClr val="2A356E"/>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Rectangle 28"/>
          <p:cNvSpPr/>
          <p:nvPr/>
        </p:nvSpPr>
        <p:spPr>
          <a:xfrm>
            <a:off x="550000" y="2497992"/>
            <a:ext cx="50000" cy="2584016"/>
          </a:xfrm>
          <a:prstGeom prst="rect">
            <a:avLst/>
          </a:prstGeom>
          <a:solidFill>
            <a:srgbClr val="EC489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 name="Oval 29"/>
          <p:cNvSpPr/>
          <p:nvPr/>
        </p:nvSpPr>
        <p:spPr>
          <a:xfrm>
            <a:off x="760000" y="3590000"/>
            <a:ext cx="400000" cy="400000"/>
          </a:xfrm>
          <a:prstGeom prst="ellipse">
            <a:avLst/>
          </a:prstGeom>
          <a:noFill/>
          <a:ln w="25400">
            <a:solidFill>
              <a:srgbClr val="EC4899"/>
            </a:solidFill>
          </a:ln>
          <a:effectLst/>
        </p:spPr>
        <p:style>
          <a:lnRef idx="1">
            <a:schemeClr val="accent1"/>
          </a:lnRef>
          <a:fillRef idx="3">
            <a:schemeClr val="accent1"/>
          </a:fillRef>
          <a:effectRef idx="2">
            <a:schemeClr val="accent1"/>
          </a:effectRef>
          <a:fontRef idx="minor">
            <a:schemeClr val="lt1"/>
          </a:fontRef>
        </p:style>
        <p:txBody>
          <a:bodyPr rtlCol="0" anchor="ctr" lIns="0" rIns="0"/>
          <a:lstStyle/>
          <a:p>
            <a:pPr algn="ctr"/>
            <a:r>
              <a:rPr sz="1200" b="1">
                <a:solidFill>
                  <a:srgbClr val="EC4899"/>
                </a:solidFill>
                <a:latin typeface="Segoe UI"/>
              </a:rPr>
              <a:t>03</a:t>
            </a:r>
          </a:p>
        </p:txBody>
      </p:sp>
      <p:sp>
        <p:nvSpPr>
          <p:cNvPr id="31" name="TextBox 30"/>
          <p:cNvSpPr txBox="1"/>
          <p:nvPr/>
        </p:nvSpPr>
        <p:spPr>
          <a:xfrm>
            <a:off x="1300000" y="2457992"/>
            <a:ext cx="5900000" cy="2664016"/>
          </a:xfrm>
          <a:prstGeom prst="rect">
            <a:avLst/>
          </a:prstGeom>
          <a:noFill/>
        </p:spPr>
        <p:txBody>
          <a:bodyPr wrap="square" anchor="ctr">
            <a:spAutoFit/>
          </a:bodyPr>
          <a:lstStyle/>
          <a:p>
            <a:r>
              <a:rPr sz="1700" b="1">
                <a:solidFill>
                  <a:srgbClr val="E8EEFA"/>
                </a:solidFill>
                <a:latin typeface="Segoe UI"/>
              </a:rPr>
              <a:t>Ikkinchi o'q — ta'sir nuqtasi: inferens vaqtidagi kirish (evasion), o'qitish to'plami (poisoning), model fayli yoki ta'minot zanjiri, ishlash muhiti (apparat, drayverlar).</a:t>
            </a:r>
          </a:p>
          <a:p>
            <a:pPr>
              <a:spcBef>
                <a:spcPts val="400"/>
              </a:spcBef>
            </a:pPr>
            <a:r>
              <a:rPr sz="1600">
                <a:solidFill>
                  <a:srgbClr val="AEBBD9"/>
                </a:solidFill>
                <a:latin typeface="Segoe UI"/>
              </a:rPr>
              <a:t>Uchinchi o'q — maqsad: yaxlitlikni buzish (noto'g'ri javob olish), mavjudlikni buzish (xizmatni to'xtatish, masalan, hisoblash jihatidan og'ir kirishlar bilan), maxfiylikni buzish (o'qitish ma'lumotlari yoki modelning o'zini o'g'irlash).</a:t>
            </a:r>
          </a:p>
        </p:txBody>
      </p:sp>
    </p:spTree>
  </p:cSld>
  <p:clrMapOvr>
    <a:masterClrMapping/>
  </p:clrMapOvr>
  <p:transition spd="med">
    <p:fade/>
  </p:transition>
  <p:timing>
    <p:tnLst>
      <p:par>
        <p:cTn id="1" dur="indefinite" restart="never" nodeType="tmRoot">
          <p:childTnLst>
            <p:seq concurrent="1" nextAc="seek">
              <p:cTn id="2" dur="indefinite" nodeType="mainSeq">
                <p:childTnLst>
                  <p:par>
                    <p:cTn id="56" fill="hold">
                      <p:stCondLst>
                        <p:cond delay="indefinite"/>
                        <p:cond evt="onBegin" delay="0">
                          <p:tn val="2"/>
                        </p:cond>
                      </p:stCondLst>
                      <p:childTnLst>
                        <p:par>
                          <p:cTn id="3" fill="hold">
                            <p:stCondLst>
                              <p:cond delay="0"/>
                            </p:stCondLst>
                            <p:childTnLst>
                              <p:par>
                                <p:cTn id="4" presetID="10" presetClass="entr" presetSubtype="0" fill="hold" grpId="0" nodeType="withEffect">
                                  <p:stCondLst>
                                    <p:cond delay="0"/>
                                  </p:stCondLst>
                                  <p:childTnLst>
                                    <p:set>
                                      <p:cBhvr>
                                        <p:cTn id="5" dur="1" fill="hold">
                                          <p:stCondLst>
                                            <p:cond delay="0"/>
                                          </p:stCondLst>
                                        </p:cTn>
                                        <p:tgtEl>
                                          <p:spTgt spid="20"/>
                                        </p:tgtEl>
                                        <p:attrNameLst>
                                          <p:attrName>style.visibility</p:attrName>
                                        </p:attrNameLst>
                                      </p:cBhvr>
                                      <p:to>
                                        <p:strVal val="visible"/>
                                      </p:to>
                                    </p:set>
                                    <p:animEffect transition="in" filter="fade">
                                      <p:cBhvr>
                                        <p:cTn id="6" dur="550"/>
                                        <p:tgtEl>
                                          <p:spTgt spid="20"/>
                                        </p:tgtEl>
                                      </p:cBhvr>
                                    </p:animEffect>
                                  </p:childTnLst>
                                </p:cTn>
                              </p:par>
                            </p:childTnLst>
                          </p:cTn>
                        </p:par>
                        <p:par>
                          <p:cTn id="7" fill="hold">
                            <p:stCondLst>
                              <p:cond delay="0"/>
                            </p:stCondLst>
                            <p:childTnLst>
                              <p:par>
                                <p:cTn id="8" presetID="22" presetClass="entr" presetSubtype="8" fill="hold" grpId="0" nodeType="afterEffect">
                                  <p:stCondLst>
                                    <p:cond delay="0"/>
                                  </p:stCondLst>
                                  <p:childTnLst>
                                    <p:set>
                                      <p:cBhvr>
                                        <p:cTn id="9" dur="1" fill="hold">
                                          <p:stCondLst>
                                            <p:cond delay="0"/>
                                          </p:stCondLst>
                                        </p:cTn>
                                        <p:tgtEl>
                                          <p:spTgt spid="21"/>
                                        </p:tgtEl>
                                        <p:attrNameLst>
                                          <p:attrName>style.visibility</p:attrName>
                                        </p:attrNameLst>
                                      </p:cBhvr>
                                      <p:to>
                                        <p:strVal val="visible"/>
                                      </p:to>
                                    </p:set>
                                    <p:animEffect transition="in" filter="wipe(left)">
                                      <p:cBhvr>
                                        <p:cTn id="11" dur="800"/>
                                        <p:tgtEl>
                                          <p:spTgt spid="21"/>
                                        </p:tgtEl>
                                      </p:cBhvr>
                                    </p:animEffect>
                                  </p:childTnLst>
                                </p:cTn>
                              </p:par>
                            </p:childTnLst>
                          </p:cTn>
                        </p:par>
                        <p:par>
                          <p:cTn id="12" fill="hold">
                            <p:stCondLst>
                              <p:cond delay="150"/>
                            </p:stCondLst>
                            <p:childTnLst>
                              <p:par>
                                <p:cTn id="13" presetID="53" presetClass="entr" presetSubtype="16" fill="hold" grpId="0" nodeType="afterEffect">
                                  <p:stCondLst>
                                    <p:cond delay="0"/>
                                  </p:stCondLst>
                                  <p:childTnLst>
                                    <p:set>
                                      <p:cBhvr>
                                        <p:cTn id="14" dur="1" fill="hold">
                                          <p:stCondLst>
                                            <p:cond delay="0"/>
                                          </p:stCondLst>
                                        </p:cTn>
                                        <p:tgtEl>
                                          <p:spTgt spid="24"/>
                                        </p:tgtEl>
                                        <p:attrNameLst>
                                          <p:attrName>style.visibility</p:attrName>
                                        </p:attrNameLst>
                                      </p:cBhvr>
                                      <p:to>
                                        <p:strVal val="visible"/>
                                      </p:to>
                                    </p:set>
                                    <p:animEffect transition="in" filter="fade">
                                      <p:cBhvr>
                                        <p:cTn id="15" dur="550"/>
                                        <p:tgtEl>
                                          <p:spTgt spid="24"/>
                                        </p:tgtEl>
                                      </p:cBhvr>
                                    </p:animEffect>
                                    <p:anim calcmode="lin" valueType="num">
                                      <p:cBhvr additive="base">
                                        <p:cTn id="16" dur="550" fill="hold"/>
                                        <p:tgtEl>
                                          <p:spTgt spid="24"/>
                                        </p:tgtEl>
                                        <p:attrNameLst>
                                          <p:attrName>ppt_w</p:attrName>
                                        </p:attrNameLst>
                                      </p:cBhvr>
                                      <p:tavLst>
                                        <p:tav tm="0">
                                          <p:val>
                                            <p:strVal val="0"/>
                                          </p:val>
                                        </p:tav>
                                        <p:tav tm="100000">
                                          <p:val>
                                            <p:strVal val="#ppt_w"/>
                                          </p:val>
                                        </p:tav>
                                      </p:tavLst>
                                    </p:anim>
                                    <p:anim calcmode="lin" valueType="num">
                                      <p:cBhvr additive="base">
                                        <p:cTn id="17" dur="550" fill="hold"/>
                                        <p:tgtEl>
                                          <p:spTgt spid="24"/>
                                        </p:tgtEl>
                                        <p:attrNameLst>
                                          <p:attrName>ppt_h</p:attrName>
                                        </p:attrNameLst>
                                      </p:cBhvr>
                                      <p:tavLst>
                                        <p:tav tm="0">
                                          <p:val>
                                            <p:strVal val="0"/>
                                          </p:val>
                                        </p:tav>
                                        <p:tav tm="100000">
                                          <p:val>
                                            <p:strVal val="#ppt_h"/>
                                          </p:val>
                                        </p:tav>
                                      </p:tavLst>
                                    </p:anim>
                                  </p:childTnLst>
                                </p:cTn>
                              </p:par>
                            </p:childTnLst>
                          </p:cTn>
                        </p:par>
                        <p:par>
                          <p:cTn id="18" fill="hold">
                            <p:stCondLst>
                              <p:cond delay="150"/>
                            </p:stCondLst>
                            <p:childTnLst>
                              <p:par>
                                <p:cTn id="19" presetID="53" presetClass="entr" presetSubtype="16" fill="hold" grpId="0" nodeType="afterEffect">
                                  <p:stCondLst>
                                    <p:cond delay="0"/>
                                  </p:stCondLst>
                                  <p:childTnLst>
                                    <p:set>
                                      <p:cBhvr>
                                        <p:cTn id="20" dur="1" fill="hold">
                                          <p:stCondLst>
                                            <p:cond delay="0"/>
                                          </p:stCondLst>
                                        </p:cTn>
                                        <p:tgtEl>
                                          <p:spTgt spid="25"/>
                                        </p:tgtEl>
                                        <p:attrNameLst>
                                          <p:attrName>style.visibility</p:attrName>
                                        </p:attrNameLst>
                                      </p:cBhvr>
                                      <p:to>
                                        <p:strVal val="visible"/>
                                      </p:to>
                                    </p:set>
                                    <p:animEffect transition="in" filter="fade">
                                      <p:cBhvr>
                                        <p:cTn id="21" dur="550"/>
                                        <p:tgtEl>
                                          <p:spTgt spid="25"/>
                                        </p:tgtEl>
                                      </p:cBhvr>
                                    </p:animEffect>
                                    <p:anim calcmode="lin" valueType="num">
                                      <p:cBhvr additive="base">
                                        <p:cTn id="22" dur="550" fill="hold"/>
                                        <p:tgtEl>
                                          <p:spTgt spid="25"/>
                                        </p:tgtEl>
                                        <p:attrNameLst>
                                          <p:attrName>ppt_w</p:attrName>
                                        </p:attrNameLst>
                                      </p:cBhvr>
                                      <p:tavLst>
                                        <p:tav tm="0">
                                          <p:val>
                                            <p:strVal val="0"/>
                                          </p:val>
                                        </p:tav>
                                        <p:tav tm="100000">
                                          <p:val>
                                            <p:strVal val="#ppt_w"/>
                                          </p:val>
                                        </p:tav>
                                      </p:tavLst>
                                    </p:anim>
                                    <p:anim calcmode="lin" valueType="num">
                                      <p:cBhvr additive="base">
                                        <p:cTn id="23" dur="550" fill="hold"/>
                                        <p:tgtEl>
                                          <p:spTgt spid="25"/>
                                        </p:tgtEl>
                                        <p:attrNameLst>
                                          <p:attrName>ppt_h</p:attrName>
                                        </p:attrNameLst>
                                      </p:cBhvr>
                                      <p:tavLst>
                                        <p:tav tm="0">
                                          <p:val>
                                            <p:strVal val="0"/>
                                          </p:val>
                                        </p:tav>
                                        <p:tav tm="100000">
                                          <p:val>
                                            <p:strVal val="#ppt_h"/>
                                          </p:val>
                                        </p:tav>
                                      </p:tavLst>
                                    </p:anim>
                                  </p:childTnLst>
                                </p:cTn>
                              </p:par>
                            </p:childTnLst>
                          </p:cTn>
                        </p:par>
                        <p:par>
                          <p:cTn id="24" fill="hold">
                            <p:stCondLst>
                              <p:cond delay="150"/>
                            </p:stCondLst>
                            <p:childTnLst>
                              <p:par>
                                <p:cTn id="25" presetID="10" presetClass="entr" presetSubtype="0" fill="hold" grpId="0" nodeType="afterEffect">
                                  <p:stCondLst>
                                    <p:cond delay="0"/>
                                  </p:stCondLst>
                                  <p:childTnLst>
                                    <p:set>
                                      <p:cBhvr>
                                        <p:cTn id="26" dur="1" fill="hold">
                                          <p:stCondLst>
                                            <p:cond delay="0"/>
                                          </p:stCondLst>
                                        </p:cTn>
                                        <p:tgtEl>
                                          <p:spTgt spid="27"/>
                                        </p:tgtEl>
                                        <p:attrNameLst>
                                          <p:attrName>style.visibility</p:attrName>
                                        </p:attrNameLst>
                                      </p:cBhvr>
                                      <p:to>
                                        <p:strVal val="visible"/>
                                      </p:to>
                                    </p:set>
                                    <p:animEffect transition="in" filter="fade">
                                      <p:cBhvr>
                                        <p:cTn id="27" dur="550"/>
                                        <p:tgtEl>
                                          <p:spTgt spid="27"/>
                                        </p:tgtEl>
                                      </p:cBhvr>
                                    </p:animEffect>
                                  </p:childTnLst>
                                </p:cTn>
                              </p:par>
                            </p:childTnLst>
                          </p:cTn>
                        </p:par>
                        <p:par>
                          <p:cTn id="28" fill="hold">
                            <p:stCondLst>
                              <p:cond delay="150"/>
                            </p:stCondLst>
                            <p:childTnLst>
                              <p:par>
                                <p:cTn id="29" presetID="10" presetClass="entr" presetSubtype="0" fill="hold" grpId="0" nodeType="afterEffect">
                                  <p:stCondLst>
                                    <p:cond delay="0"/>
                                  </p:stCondLst>
                                  <p:childTnLst>
                                    <p:set>
                                      <p:cBhvr>
                                        <p:cTn id="30" dur="1" fill="hold">
                                          <p:stCondLst>
                                            <p:cond delay="0"/>
                                          </p:stCondLst>
                                        </p:cTn>
                                        <p:tgtEl>
                                          <p:spTgt spid="26"/>
                                        </p:tgtEl>
                                        <p:attrNameLst>
                                          <p:attrName>style.visibility</p:attrName>
                                        </p:attrNameLst>
                                      </p:cBhvr>
                                      <p:to>
                                        <p:strVal val="visible"/>
                                      </p:to>
                                    </p:set>
                                    <p:animEffect transition="in" filter="fade">
                                      <p:cBhvr>
                                        <p:cTn id="31" dur="550"/>
                                        <p:tgtEl>
                                          <p:spTgt spid="26"/>
                                        </p:tgtEl>
                                      </p:cBhvr>
                                    </p:animEffect>
                                  </p:childTnLst>
                                </p:cTn>
                              </p:par>
                            </p:childTnLst>
                          </p:cTn>
                        </p:par>
                        <p:par>
                          <p:cTn id="32" fill="hold">
                            <p:stCondLst>
                              <p:cond delay="350"/>
                            </p:stCondLst>
                            <p:childTnLst>
                              <p:par>
                                <p:cTn id="33" presetID="42" presetClass="entr" presetSubtype="0" fill="hold" grpId="0" nodeType="afterEffect">
                                  <p:stCondLst>
                                    <p:cond delay="0"/>
                                  </p:stCondLst>
                                  <p:childTnLst>
                                    <p:set>
                                      <p:cBhvr>
                                        <p:cTn id="34" dur="1" fill="hold">
                                          <p:stCondLst>
                                            <p:cond delay="0"/>
                                          </p:stCondLst>
                                        </p:cTn>
                                        <p:tgtEl>
                                          <p:spTgt spid="28"/>
                                        </p:tgtEl>
                                        <p:attrNameLst>
                                          <p:attrName>style.visibility</p:attrName>
                                        </p:attrNameLst>
                                      </p:cBhvr>
                                      <p:to>
                                        <p:strVal val="visible"/>
                                      </p:to>
                                    </p:set>
                                    <p:animEffect transition="in" filter="fade">
                                      <p:cBhvr>
                                        <p:cTn id="35" dur="550"/>
                                        <p:tgtEl>
                                          <p:spTgt spid="28"/>
                                        </p:tgtEl>
                                      </p:cBhvr>
                                    </p:animEffect>
                                    <p:anim calcmode="lin" valueType="num">
                                      <p:cBhvr additive="base">
                                        <p:cTn id="36" dur="550" fill="hold"/>
                                        <p:tgtEl>
                                          <p:spTgt spid="28"/>
                                        </p:tgtEl>
                                        <p:attrNameLst>
                                          <p:attrName>ppt_x</p:attrName>
                                        </p:attrNameLst>
                                      </p:cBhvr>
                                      <p:tavLst>
                                        <p:tav tm="0">
                                          <p:val>
                                            <p:strVal val="#ppt_x"/>
                                          </p:val>
                                        </p:tav>
                                        <p:tav tm="100000">
                                          <p:val>
                                            <p:strVal val="#ppt_x"/>
                                          </p:val>
                                        </p:tav>
                                      </p:tavLst>
                                    </p:anim>
                                    <p:anim calcmode="lin" valueType="num">
                                      <p:cBhvr additive="base">
                                        <p:cTn id="37" dur="550" fill="hold"/>
                                        <p:tgtEl>
                                          <p:spTgt spid="28"/>
                                        </p:tgtEl>
                                        <p:attrNameLst>
                                          <p:attrName>ppt_y</p:attrName>
                                        </p:attrNameLst>
                                      </p:cBhvr>
                                      <p:tavLst>
                                        <p:tav tm="0">
                                          <p:val>
                                            <p:strVal val="#ppt_y+.08"/>
                                          </p:val>
                                        </p:tav>
                                        <p:tav tm="100000">
                                          <p:val>
                                            <p:strVal val="#ppt_y"/>
                                          </p:val>
                                        </p:tav>
                                      </p:tavLst>
                                    </p:anim>
                                  </p:childTnLst>
                                </p:cTn>
                              </p:par>
                            </p:childTnLst>
                          </p:cTn>
                        </p:par>
                        <p:par>
                          <p:cTn id="38" fill="hold">
                            <p:stCondLst>
                              <p:cond delay="350"/>
                            </p:stCondLst>
                            <p:childTnLst>
                              <p:par>
                                <p:cTn id="39" presetID="42" presetClass="entr" presetSubtype="0" fill="hold" grpId="0" nodeType="afterEffect">
                                  <p:stCondLst>
                                    <p:cond delay="0"/>
                                  </p:stCondLst>
                                  <p:childTnLst>
                                    <p:set>
                                      <p:cBhvr>
                                        <p:cTn id="40" dur="1" fill="hold">
                                          <p:stCondLst>
                                            <p:cond delay="0"/>
                                          </p:stCondLst>
                                        </p:cTn>
                                        <p:tgtEl>
                                          <p:spTgt spid="29"/>
                                        </p:tgtEl>
                                        <p:attrNameLst>
                                          <p:attrName>style.visibility</p:attrName>
                                        </p:attrNameLst>
                                      </p:cBhvr>
                                      <p:to>
                                        <p:strVal val="visible"/>
                                      </p:to>
                                    </p:set>
                                    <p:animEffect transition="in" filter="fade">
                                      <p:cBhvr>
                                        <p:cTn id="41" dur="550"/>
                                        <p:tgtEl>
                                          <p:spTgt spid="29"/>
                                        </p:tgtEl>
                                      </p:cBhvr>
                                    </p:animEffect>
                                    <p:anim calcmode="lin" valueType="num">
                                      <p:cBhvr additive="base">
                                        <p:cTn id="42" dur="550" fill="hold"/>
                                        <p:tgtEl>
                                          <p:spTgt spid="29"/>
                                        </p:tgtEl>
                                        <p:attrNameLst>
                                          <p:attrName>ppt_x</p:attrName>
                                        </p:attrNameLst>
                                      </p:cBhvr>
                                      <p:tavLst>
                                        <p:tav tm="0">
                                          <p:val>
                                            <p:strVal val="#ppt_x"/>
                                          </p:val>
                                        </p:tav>
                                        <p:tav tm="100000">
                                          <p:val>
                                            <p:strVal val="#ppt_x"/>
                                          </p:val>
                                        </p:tav>
                                      </p:tavLst>
                                    </p:anim>
                                    <p:anim calcmode="lin" valueType="num">
                                      <p:cBhvr additive="base">
                                        <p:cTn id="43" dur="550" fill="hold"/>
                                        <p:tgtEl>
                                          <p:spTgt spid="29"/>
                                        </p:tgtEl>
                                        <p:attrNameLst>
                                          <p:attrName>ppt_y</p:attrName>
                                        </p:attrNameLst>
                                      </p:cBhvr>
                                      <p:tavLst>
                                        <p:tav tm="0">
                                          <p:val>
                                            <p:strVal val="#ppt_y+.08"/>
                                          </p:val>
                                        </p:tav>
                                        <p:tav tm="100000">
                                          <p:val>
                                            <p:strVal val="#ppt_y"/>
                                          </p:val>
                                        </p:tav>
                                      </p:tavLst>
                                    </p:anim>
                                  </p:childTnLst>
                                </p:cTn>
                              </p:par>
                            </p:childTnLst>
                          </p:cTn>
                        </p:par>
                        <p:par>
                          <p:cTn id="44" fill="hold">
                            <p:stCondLst>
                              <p:cond delay="350"/>
                            </p:stCondLst>
                            <p:childTnLst>
                              <p:par>
                                <p:cTn id="45" presetID="53" presetClass="entr" presetSubtype="16" fill="hold" grpId="0" nodeType="afterEffect">
                                  <p:stCondLst>
                                    <p:cond delay="0"/>
                                  </p:stCondLst>
                                  <p:childTnLst>
                                    <p:set>
                                      <p:cBhvr>
                                        <p:cTn id="46" dur="1" fill="hold">
                                          <p:stCondLst>
                                            <p:cond delay="0"/>
                                          </p:stCondLst>
                                        </p:cTn>
                                        <p:tgtEl>
                                          <p:spTgt spid="30"/>
                                        </p:tgtEl>
                                        <p:attrNameLst>
                                          <p:attrName>style.visibility</p:attrName>
                                        </p:attrNameLst>
                                      </p:cBhvr>
                                      <p:to>
                                        <p:strVal val="visible"/>
                                      </p:to>
                                    </p:set>
                                    <p:animEffect transition="in" filter="fade">
                                      <p:cBhvr>
                                        <p:cTn id="47" dur="550"/>
                                        <p:tgtEl>
                                          <p:spTgt spid="30"/>
                                        </p:tgtEl>
                                      </p:cBhvr>
                                    </p:animEffect>
                                    <p:anim calcmode="lin" valueType="num">
                                      <p:cBhvr additive="base">
                                        <p:cTn id="48" dur="550" fill="hold"/>
                                        <p:tgtEl>
                                          <p:spTgt spid="30"/>
                                        </p:tgtEl>
                                        <p:attrNameLst>
                                          <p:attrName>ppt_w</p:attrName>
                                        </p:attrNameLst>
                                      </p:cBhvr>
                                      <p:tavLst>
                                        <p:tav tm="0">
                                          <p:val>
                                            <p:strVal val="0"/>
                                          </p:val>
                                        </p:tav>
                                        <p:tav tm="100000">
                                          <p:val>
                                            <p:strVal val="#ppt_w"/>
                                          </p:val>
                                        </p:tav>
                                      </p:tavLst>
                                    </p:anim>
                                    <p:anim calcmode="lin" valueType="num">
                                      <p:cBhvr additive="base">
                                        <p:cTn id="49" dur="550" fill="hold"/>
                                        <p:tgtEl>
                                          <p:spTgt spid="30"/>
                                        </p:tgtEl>
                                        <p:attrNameLst>
                                          <p:attrName>ppt_h</p:attrName>
                                        </p:attrNameLst>
                                      </p:cBhvr>
                                      <p:tavLst>
                                        <p:tav tm="0">
                                          <p:val>
                                            <p:strVal val="0"/>
                                          </p:val>
                                        </p:tav>
                                        <p:tav tm="100000">
                                          <p:val>
                                            <p:strVal val="#ppt_h"/>
                                          </p:val>
                                        </p:tav>
                                      </p:tavLst>
                                    </p:anim>
                                  </p:childTnLst>
                                </p:cTn>
                              </p:par>
                            </p:childTnLst>
                          </p:cTn>
                        </p:par>
                        <p:par>
                          <p:cTn id="50" fill="hold">
                            <p:stCondLst>
                              <p:cond delay="350"/>
                            </p:stCondLst>
                            <p:childTnLst>
                              <p:par>
                                <p:cTn id="51" presetID="42" presetClass="entr" presetSubtype="0" fill="hold" grpId="0" nodeType="afterEffect">
                                  <p:stCondLst>
                                    <p:cond delay="0"/>
                                  </p:stCondLst>
                                  <p:childTnLst>
                                    <p:set>
                                      <p:cBhvr>
                                        <p:cTn id="52" dur="1" fill="hold">
                                          <p:stCondLst>
                                            <p:cond delay="0"/>
                                          </p:stCondLst>
                                        </p:cTn>
                                        <p:tgtEl>
                                          <p:spTgt spid="31"/>
                                        </p:tgtEl>
                                        <p:attrNameLst>
                                          <p:attrName>style.visibility</p:attrName>
                                        </p:attrNameLst>
                                      </p:cBhvr>
                                      <p:to>
                                        <p:strVal val="visible"/>
                                      </p:to>
                                    </p:set>
                                    <p:animEffect transition="in" filter="fade">
                                      <p:cBhvr>
                                        <p:cTn id="53" dur="550"/>
                                        <p:tgtEl>
                                          <p:spTgt spid="31"/>
                                        </p:tgtEl>
                                      </p:cBhvr>
                                    </p:animEffect>
                                    <p:anim calcmode="lin" valueType="num">
                                      <p:cBhvr additive="base">
                                        <p:cTn id="54" dur="550" fill="hold"/>
                                        <p:tgtEl>
                                          <p:spTgt spid="31"/>
                                        </p:tgtEl>
                                        <p:attrNameLst>
                                          <p:attrName>ppt_x</p:attrName>
                                        </p:attrNameLst>
                                      </p:cBhvr>
                                      <p:tavLst>
                                        <p:tav tm="0">
                                          <p:val>
                                            <p:strVal val="#ppt_x"/>
                                          </p:val>
                                        </p:tav>
                                        <p:tav tm="100000">
                                          <p:val>
                                            <p:strVal val="#ppt_x"/>
                                          </p:val>
                                        </p:tav>
                                      </p:tavLst>
                                    </p:anim>
                                    <p:anim calcmode="lin" valueType="num">
                                      <p:cBhvr additive="base">
                                        <p:cTn id="55" dur="550" fill="hold"/>
                                        <p:tgtEl>
                                          <p:spTgt spid="31"/>
                                        </p:tgtEl>
                                        <p:attrNameLst>
                                          <p:attrName>ppt_y</p:attrName>
                                        </p:attrNameLst>
                                      </p:cBhvr>
                                      <p:tavLst>
                                        <p:tav tm="0">
                                          <p:val>
                                            <p:strVal val="#ppt_y+.08"/>
                                          </p:val>
                                        </p:tav>
                                        <p:tav tm="100000">
                                          <p:val>
                                            <p:strVal val="#ppt_y"/>
                                          </p:val>
                                        </p:tav>
                                      </p:tavLst>
                                    </p:anim>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20" grpId="0" animBg="1"/>
      <p:bldP spid="21" grpId="0" animBg="1"/>
      <p:bldP spid="24" grpId="0" animBg="1"/>
      <p:bldP spid="27" grpId="0" animBg="1"/>
      <p:bldP spid="26" grpId="0" animBg="1"/>
      <p:bldP spid="28" grpId="0" animBg="1"/>
      <p:bldP spid="29" grpId="0" animBg="1"/>
      <p:bldP spid="30" grpId="0" animBg="1"/>
      <p:bldP spid="31" grpId="0" animBg="1"/>
    </p:bldLst>
  </p:timing>
</p:sld>
</file>

<file path=ppt/slides/slide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2000" cy="6858000"/>
          </a:xfrm>
          <a:prstGeom prst="rect">
            <a:avLst/>
          </a:prstGeom>
          <a:gradFill rotWithShape="1">
            <a:gsLst>
              <a:gs pos="0">
                <a:srgbClr val="070B1A"/>
              </a:gs>
              <a:gs pos="100000">
                <a:srgbClr val="141C44"/>
              </a:gs>
            </a:gsLst>
            <a:lin scaled="0" ang="13500000"/>
          </a:gra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cxnSp>
        <p:nvCxnSpPr>
          <p:cNvPr id="3" name="Connector 2"/>
          <p:cNvCxnSpPr/>
          <p:nvPr/>
        </p:nvCxnSpPr>
        <p:spPr>
          <a:xfrm>
            <a:off x="10350000" y="380000"/>
            <a:ext cx="750000" cy="375000"/>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cxnSp>
        <p:nvCxnSpPr>
          <p:cNvPr id="4" name="Connector 3"/>
          <p:cNvCxnSpPr/>
          <p:nvPr/>
        </p:nvCxnSpPr>
        <p:spPr>
          <a:xfrm flipV="1">
            <a:off x="10350000" y="305000"/>
            <a:ext cx="750000" cy="375000"/>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cxnSp>
        <p:nvCxnSpPr>
          <p:cNvPr id="5" name="Connector 4"/>
          <p:cNvCxnSpPr/>
          <p:nvPr/>
        </p:nvCxnSpPr>
        <p:spPr>
          <a:xfrm flipV="1">
            <a:off x="10350000" y="530000"/>
            <a:ext cx="750000" cy="150000"/>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cxnSp>
        <p:nvCxnSpPr>
          <p:cNvPr id="6" name="Connector 5"/>
          <p:cNvCxnSpPr/>
          <p:nvPr/>
        </p:nvCxnSpPr>
        <p:spPr>
          <a:xfrm>
            <a:off x="10350000" y="680000"/>
            <a:ext cx="750000" cy="75000"/>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cxnSp>
        <p:nvCxnSpPr>
          <p:cNvPr id="7" name="Connector 6"/>
          <p:cNvCxnSpPr/>
          <p:nvPr/>
        </p:nvCxnSpPr>
        <p:spPr>
          <a:xfrm>
            <a:off x="11100000" y="305000"/>
            <a:ext cx="750000" cy="75000"/>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cxnSp>
        <p:nvCxnSpPr>
          <p:cNvPr id="8" name="Connector 7"/>
          <p:cNvCxnSpPr/>
          <p:nvPr/>
        </p:nvCxnSpPr>
        <p:spPr>
          <a:xfrm>
            <a:off x="11100000" y="305000"/>
            <a:ext cx="750000" cy="375000"/>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cxnSp>
        <p:nvCxnSpPr>
          <p:cNvPr id="9" name="Connector 8"/>
          <p:cNvCxnSpPr/>
          <p:nvPr/>
        </p:nvCxnSpPr>
        <p:spPr>
          <a:xfrm flipV="1">
            <a:off x="11100000" y="380000"/>
            <a:ext cx="750000" cy="150000"/>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cxnSp>
        <p:nvCxnSpPr>
          <p:cNvPr id="10" name="Connector 9"/>
          <p:cNvCxnSpPr/>
          <p:nvPr/>
        </p:nvCxnSpPr>
        <p:spPr>
          <a:xfrm flipV="1">
            <a:off x="11100000" y="680000"/>
            <a:ext cx="750000" cy="75000"/>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sp>
        <p:nvSpPr>
          <p:cNvPr id="11" name="Oval 10"/>
          <p:cNvSpPr/>
          <p:nvPr/>
        </p:nvSpPr>
        <p:spPr>
          <a:xfrm>
            <a:off x="10280000" y="310000"/>
            <a:ext cx="140000" cy="140000"/>
          </a:xfrm>
          <a:prstGeom prst="ellipse">
            <a:avLst/>
          </a:prstGeom>
          <a:solidFill>
            <a:srgbClr val="3B4C8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10280000" y="610000"/>
            <a:ext cx="140000" cy="140000"/>
          </a:xfrm>
          <a:prstGeom prst="ellipse">
            <a:avLst/>
          </a:prstGeom>
          <a:solidFill>
            <a:srgbClr val="3B4C8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Oval 12"/>
          <p:cNvSpPr/>
          <p:nvPr/>
        </p:nvSpPr>
        <p:spPr>
          <a:xfrm>
            <a:off x="11030000" y="235000"/>
            <a:ext cx="140000" cy="140000"/>
          </a:xfrm>
          <a:prstGeom prst="ellipse">
            <a:avLst/>
          </a:prstGeom>
          <a:solidFill>
            <a:srgbClr val="3B4C8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Oval 13"/>
          <p:cNvSpPr/>
          <p:nvPr/>
        </p:nvSpPr>
        <p:spPr>
          <a:xfrm>
            <a:off x="11030000" y="460000"/>
            <a:ext cx="140000" cy="140000"/>
          </a:xfrm>
          <a:prstGeom prst="ellipse">
            <a:avLst/>
          </a:prstGeom>
          <a:solidFill>
            <a:srgbClr val="3B4C8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Oval 14"/>
          <p:cNvSpPr/>
          <p:nvPr/>
        </p:nvSpPr>
        <p:spPr>
          <a:xfrm>
            <a:off x="11030000" y="685000"/>
            <a:ext cx="140000" cy="140000"/>
          </a:xfrm>
          <a:prstGeom prst="ellipse">
            <a:avLst/>
          </a:prstGeom>
          <a:solidFill>
            <a:srgbClr val="3B4C8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Oval 15"/>
          <p:cNvSpPr/>
          <p:nvPr/>
        </p:nvSpPr>
        <p:spPr>
          <a:xfrm>
            <a:off x="11780000" y="310000"/>
            <a:ext cx="140000" cy="140000"/>
          </a:xfrm>
          <a:prstGeom prst="ellipse">
            <a:avLst/>
          </a:prstGeom>
          <a:solidFill>
            <a:srgbClr val="3B4C8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Oval 16"/>
          <p:cNvSpPr/>
          <p:nvPr/>
        </p:nvSpPr>
        <p:spPr>
          <a:xfrm>
            <a:off x="11780000" y="610000"/>
            <a:ext cx="140000" cy="140000"/>
          </a:xfrm>
          <a:prstGeom prst="ellipse">
            <a:avLst/>
          </a:prstGeom>
          <a:solidFill>
            <a:srgbClr val="3B4C8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500000" y="160000"/>
            <a:ext cx="9600000" cy="300000"/>
          </a:xfrm>
          <a:prstGeom prst="rect">
            <a:avLst/>
          </a:prstGeom>
          <a:noFill/>
        </p:spPr>
        <p:txBody>
          <a:bodyPr wrap="square" anchor="t" lIns="50800" rIns="50800">
            <a:spAutoFit/>
          </a:bodyPr>
          <a:lstStyle/>
          <a:p>
            <a:pPr algn="l"/>
            <a:r>
              <a:rPr sz="1100" b="1">
                <a:solidFill>
                  <a:srgbClr val="22D3EE"/>
                </a:solidFill>
                <a:latin typeface="Segoe UI"/>
              </a:rPr>
              <a:t>◆ 1-REJA</a:t>
            </a:r>
          </a:p>
        </p:txBody>
      </p:sp>
      <p:sp>
        <p:nvSpPr>
          <p:cNvPr id="19" name="TextBox 18"/>
          <p:cNvSpPr txBox="1"/>
          <p:nvPr/>
        </p:nvSpPr>
        <p:spPr>
          <a:xfrm>
            <a:off x="500000" y="400000"/>
            <a:ext cx="9800000" cy="650000"/>
          </a:xfrm>
          <a:prstGeom prst="rect">
            <a:avLst/>
          </a:prstGeom>
          <a:noFill/>
        </p:spPr>
        <p:txBody>
          <a:bodyPr wrap="square" anchor="ctr" lIns="50800" rIns="50800">
            <a:spAutoFit/>
          </a:bodyPr>
          <a:lstStyle/>
          <a:p>
            <a:pPr algn="l"/>
            <a:r>
              <a:rPr sz="2600" b="1">
                <a:solidFill>
                  <a:srgbClr val="E8EEFA"/>
                </a:solidFill>
                <a:latin typeface="Segoe UI"/>
              </a:rPr>
              <a:t>Ishonchlilik, xavfsizlik va tahdid modeli</a:t>
            </a:r>
          </a:p>
        </p:txBody>
      </p:sp>
      <p:sp>
        <p:nvSpPr>
          <p:cNvPr id="20" name="Rectangle 19"/>
          <p:cNvSpPr/>
          <p:nvPr/>
        </p:nvSpPr>
        <p:spPr>
          <a:xfrm>
            <a:off x="560000" y="1080000"/>
            <a:ext cx="1700000" cy="45000"/>
          </a:xfrm>
          <a:prstGeom prst="rect">
            <a:avLst/>
          </a:prstGeom>
          <a:gradFill rotWithShape="1">
            <a:gsLst>
              <a:gs pos="0">
                <a:srgbClr val="22D3EE"/>
              </a:gs>
              <a:gs pos="100000">
                <a:srgbClr val="8B5CF6"/>
              </a:gs>
            </a:gsLst>
            <a:lin scaled="0" ang="0"/>
          </a:gra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TextBox 20"/>
          <p:cNvSpPr txBox="1"/>
          <p:nvPr/>
        </p:nvSpPr>
        <p:spPr>
          <a:xfrm>
            <a:off x="500000" y="6450000"/>
            <a:ext cx="9500000" cy="280000"/>
          </a:xfrm>
          <a:prstGeom prst="rect">
            <a:avLst/>
          </a:prstGeom>
          <a:noFill/>
        </p:spPr>
        <p:txBody>
          <a:bodyPr wrap="square" anchor="t" lIns="50800" rIns="50800">
            <a:spAutoFit/>
          </a:bodyPr>
          <a:lstStyle/>
          <a:p>
            <a:pPr algn="l"/>
            <a:r>
              <a:rPr sz="900" b="0">
                <a:solidFill>
                  <a:srgbClr val="707EAA"/>
                </a:solidFill>
                <a:latin typeface="Segoe UI"/>
              </a:rPr>
              <a:t>M9 · Tizimlarining ishonchliligi va axborot xavfsizligi</a:t>
            </a:r>
          </a:p>
        </p:txBody>
      </p:sp>
      <p:sp>
        <p:nvSpPr>
          <p:cNvPr id="22" name="Rounded Rectangle 21"/>
          <p:cNvSpPr/>
          <p:nvPr/>
        </p:nvSpPr>
        <p:spPr>
          <a:xfrm>
            <a:off x="11000000" y="6430000"/>
            <a:ext cx="700000" cy="270000"/>
          </a:xfrm>
          <a:prstGeom prst="roundRect">
            <a:avLst/>
          </a:prstGeom>
          <a:solidFill>
            <a:srgbClr val="121936"/>
          </a:solidFill>
          <a:ln w="12700">
            <a:solidFill>
              <a:srgbClr val="2A356E"/>
            </a:solidFill>
          </a:ln>
          <a:effectLst/>
        </p:spPr>
        <p:style>
          <a:lnRef idx="1">
            <a:schemeClr val="accent1"/>
          </a:lnRef>
          <a:fillRef idx="3">
            <a:schemeClr val="accent1"/>
          </a:fillRef>
          <a:effectRef idx="2">
            <a:schemeClr val="accent1"/>
          </a:effectRef>
          <a:fontRef idx="minor">
            <a:schemeClr val="lt1"/>
          </a:fontRef>
        </p:style>
        <p:txBody>
          <a:bodyPr rtlCol="0" anchor="ctr" tIns="0" bIns="0"/>
          <a:lstStyle/>
          <a:p>
            <a:pPr algn="ctr"/>
            <a:r>
              <a:rPr sz="1000" b="1">
                <a:solidFill>
                  <a:srgbClr val="22D3EE"/>
                </a:solidFill>
                <a:latin typeface="Segoe UI"/>
              </a:rPr>
              <a:t>6</a:t>
            </a:r>
          </a:p>
        </p:txBody>
      </p:sp>
      <p:graphicFrame>
        <p:nvGraphicFramePr>
          <p:cNvPr id="23" name="Table 22"/>
          <p:cNvGraphicFramePr>
            <a:graphicFrameLocks noGrp="1"/>
          </p:cNvGraphicFramePr>
          <p:nvPr/>
        </p:nvGraphicFramePr>
        <p:xfrm>
          <a:off x="550000" y="1400000"/>
          <a:ext cx="11100000" cy="2080000"/>
        </p:xfrm>
        <a:graphic>
          <a:graphicData uri="http://schemas.openxmlformats.org/drawingml/2006/table">
            <a:tbl>
              <a:tblPr firstRow="1" bandRow="1">
                <a:tableStyleId>{5C22544A-7EE6-4342-B048-85BDC9FD1C3A}</a:tableStyleId>
              </a:tblPr>
              <a:tblGrid>
                <a:gridCol w="3700000"/>
                <a:gridCol w="3700000"/>
                <a:gridCol w="3700000"/>
              </a:tblGrid>
              <a:tr h="520000">
                <a:tc>
                  <a:txBody>
                    <a:bodyPr/>
                    <a:lstStyle/>
                    <a:p>
                      <a:r>
                        <a:rPr sz="1000" b="1">
                          <a:solidFill>
                            <a:srgbClr val="22D3EE"/>
                          </a:solidFill>
                          <a:latin typeface="Segoe UI"/>
                        </a:rPr>
                        <a:t>Xususiyat</a:t>
                      </a:r>
                    </a:p>
                  </a:txBody>
                  <a:tcPr>
                    <a:solidFill>
                      <a:srgbClr val="1C2755"/>
                    </a:solidFill>
                  </a:tcPr>
                </a:tc>
                <a:tc>
                  <a:txBody>
                    <a:bodyPr/>
                    <a:lstStyle/>
                    <a:p>
                      <a:r>
                        <a:rPr sz="1000" b="1">
                          <a:solidFill>
                            <a:srgbClr val="22D3EE"/>
                          </a:solidFill>
                          <a:latin typeface="Segoe UI"/>
                        </a:rPr>
                        <a:t>An'anaviy tizimda</a:t>
                      </a:r>
                    </a:p>
                  </a:txBody>
                  <a:tcPr>
                    <a:solidFill>
                      <a:srgbClr val="1C2755"/>
                    </a:solidFill>
                  </a:tcPr>
                </a:tc>
                <a:tc>
                  <a:txBody>
                    <a:bodyPr/>
                    <a:lstStyle/>
                    <a:p>
                      <a:r>
                        <a:rPr sz="1000" b="1">
                          <a:solidFill>
                            <a:srgbClr val="22D3EE"/>
                          </a:solidFill>
                          <a:latin typeface="Segoe UI"/>
                        </a:rPr>
                        <a:t>AI tizimida qo'shimcha ma'no</a:t>
                      </a:r>
                    </a:p>
                  </a:txBody>
                  <a:tcPr>
                    <a:solidFill>
                      <a:srgbClr val="1C2755"/>
                    </a:solidFill>
                  </a:tcPr>
                </a:tc>
              </a:tr>
              <a:tr h="520000">
                <a:tc>
                  <a:txBody>
                    <a:bodyPr/>
                    <a:lstStyle/>
                    <a:p>
                      <a:r>
                        <a:rPr sz="1000" b="0">
                          <a:solidFill>
                            <a:srgbClr val="E8EEFA"/>
                          </a:solidFill>
                          <a:latin typeface="Segoe UI"/>
                        </a:rPr>
                        <a:t>Maxfiylik</a:t>
                      </a:r>
                    </a:p>
                  </a:txBody>
                  <a:tcPr>
                    <a:solidFill>
                      <a:srgbClr val="111834"/>
                    </a:solidFill>
                  </a:tcPr>
                </a:tc>
                <a:tc>
                  <a:txBody>
                    <a:bodyPr/>
                    <a:lstStyle/>
                    <a:p>
                      <a:r>
                        <a:rPr sz="1000" b="0">
                          <a:solidFill>
                            <a:srgbClr val="E8EEFA"/>
                          </a:solidFill>
                          <a:latin typeface="Segoe UI"/>
                        </a:rPr>
                        <a:t>Ma'lumotlar bazasi, kalitlar</a:t>
                      </a:r>
                    </a:p>
                  </a:txBody>
                  <a:tcPr>
                    <a:solidFill>
                      <a:srgbClr val="111834"/>
                    </a:solidFill>
                  </a:tcPr>
                </a:tc>
                <a:tc>
                  <a:txBody>
                    <a:bodyPr/>
                    <a:lstStyle/>
                    <a:p>
                      <a:r>
                        <a:rPr sz="1000" b="0">
                          <a:solidFill>
                            <a:srgbClr val="E8EEFA"/>
                          </a:solidFill>
                          <a:latin typeface="Segoe UI"/>
                        </a:rPr>
                        <a:t>O'qitish to'plami, model og'irliklari, tizim prompti, foydalanuvchi so'rovlari</a:t>
                      </a:r>
                    </a:p>
                  </a:txBody>
                  <a:tcPr>
                    <a:solidFill>
                      <a:srgbClr val="111834"/>
                    </a:solidFill>
                  </a:tcPr>
                </a:tc>
              </a:tr>
              <a:tr h="520000">
                <a:tc>
                  <a:txBody>
                    <a:bodyPr/>
                    <a:lstStyle/>
                    <a:p>
                      <a:r>
                        <a:rPr sz="1000" b="0">
                          <a:solidFill>
                            <a:srgbClr val="E8EEFA"/>
                          </a:solidFill>
                          <a:latin typeface="Segoe UI"/>
                        </a:rPr>
                        <a:t>Yaxlitlik</a:t>
                      </a:r>
                    </a:p>
                  </a:txBody>
                  <a:tcPr>
                    <a:solidFill>
                      <a:srgbClr val="161F40"/>
                    </a:solidFill>
                  </a:tcPr>
                </a:tc>
                <a:tc>
                  <a:txBody>
                    <a:bodyPr/>
                    <a:lstStyle/>
                    <a:p>
                      <a:r>
                        <a:rPr sz="1000" b="0">
                          <a:solidFill>
                            <a:srgbClr val="E8EEFA"/>
                          </a:solidFill>
                          <a:latin typeface="Segoe UI"/>
                        </a:rPr>
                        <a:t>Kod va ma'lumot o'zgartirilmasligi</a:t>
                      </a:r>
                    </a:p>
                  </a:txBody>
                  <a:tcPr>
                    <a:solidFill>
                      <a:srgbClr val="161F40"/>
                    </a:solidFill>
                  </a:tcPr>
                </a:tc>
                <a:tc>
                  <a:txBody>
                    <a:bodyPr/>
                    <a:lstStyle/>
                    <a:p>
                      <a:r>
                        <a:rPr sz="1000" b="0">
                          <a:solidFill>
                            <a:srgbClr val="E8EEFA"/>
                          </a:solidFill>
                          <a:latin typeface="Segoe UI"/>
                        </a:rPr>
                        <a:t>Model qarori manipulyatsiya qilinmasligi, zaharlanmagan o'qitish, orqa eshik yo'qligi</a:t>
                      </a:r>
                    </a:p>
                  </a:txBody>
                  <a:tcPr>
                    <a:solidFill>
                      <a:srgbClr val="161F40"/>
                    </a:solidFill>
                  </a:tcPr>
                </a:tc>
              </a:tr>
              <a:tr h="520000">
                <a:tc>
                  <a:txBody>
                    <a:bodyPr/>
                    <a:lstStyle/>
                    <a:p>
                      <a:r>
                        <a:rPr sz="1000" b="0">
                          <a:solidFill>
                            <a:srgbClr val="E8EEFA"/>
                          </a:solidFill>
                          <a:latin typeface="Segoe UI"/>
                        </a:rPr>
                        <a:t>Mavjudlik</a:t>
                      </a:r>
                    </a:p>
                  </a:txBody>
                  <a:tcPr>
                    <a:solidFill>
                      <a:srgbClr val="111834"/>
                    </a:solidFill>
                  </a:tcPr>
                </a:tc>
                <a:tc>
                  <a:txBody>
                    <a:bodyPr/>
                    <a:lstStyle/>
                    <a:p>
                      <a:r>
                        <a:rPr sz="1000" b="0">
                          <a:solidFill>
                            <a:srgbClr val="E8EEFA"/>
                          </a:solidFill>
                          <a:latin typeface="Segoe UI"/>
                        </a:rPr>
                        <a:t>Xizmat ishlab turishi</a:t>
                      </a:r>
                    </a:p>
                  </a:txBody>
                  <a:tcPr>
                    <a:solidFill>
                      <a:srgbClr val="111834"/>
                    </a:solidFill>
                  </a:tcPr>
                </a:tc>
                <a:tc>
                  <a:txBody>
                    <a:bodyPr/>
                    <a:lstStyle/>
                    <a:p>
                      <a:r>
                        <a:rPr sz="1000" b="0">
                          <a:solidFill>
                            <a:srgbClr val="E8EEFA"/>
                          </a:solidFill>
                          <a:latin typeface="Segoe UI"/>
                        </a:rPr>
                        <a:t>Adversarial kirishlar bilan latency portlatilmasligi, GPU resursini egallab olish (sponge attacks)</a:t>
                      </a:r>
                    </a:p>
                  </a:txBody>
                  <a:tcPr>
                    <a:solidFill>
                      <a:srgbClr val="111834"/>
                    </a:solidFill>
                  </a:tcPr>
                </a:tc>
              </a:tr>
            </a:tbl>
          </a:graphicData>
        </a:graphic>
      </p:graphicFrame>
    </p:spTree>
  </p:cSld>
  <p:clrMapOvr>
    <a:masterClrMapping/>
  </p:clrMapOvr>
  <p:transition spd="med">
    <p:fade/>
  </p:transition>
  <p:timing>
    <p:tnLst>
      <p:par>
        <p:cTn id="1" dur="indefinite" restart="never" nodeType="tmRoot">
          <p:childTnLst>
            <p:seq concurrent="1" nextAc="seek">
              <p:cTn id="2" dur="indefinite" nodeType="mainSeq">
                <p:childTnLst>
                  <p:par>
                    <p:cTn id="17" fill="hold">
                      <p:stCondLst>
                        <p:cond delay="indefinite"/>
                        <p:cond evt="onBegin" delay="0">
                          <p:tn val="2"/>
                        </p:cond>
                      </p:stCondLst>
                      <p:childTnLst>
                        <p:par>
                          <p:cTn id="3" fill="hold">
                            <p:stCondLst>
                              <p:cond delay="0"/>
                            </p:stCondLst>
                            <p:childTnLst>
                              <p:par>
                                <p:cTn id="4" presetID="10" presetClass="entr" presetSubtype="0" fill="hold" grpId="0" nodeType="withEffect">
                                  <p:stCondLst>
                                    <p:cond delay="0"/>
                                  </p:stCondLst>
                                  <p:childTnLst>
                                    <p:set>
                                      <p:cBhvr>
                                        <p:cTn id="5" dur="1" fill="hold">
                                          <p:stCondLst>
                                            <p:cond delay="0"/>
                                          </p:stCondLst>
                                        </p:cTn>
                                        <p:tgtEl>
                                          <p:spTgt spid="19"/>
                                        </p:tgtEl>
                                        <p:attrNameLst>
                                          <p:attrName>style.visibility</p:attrName>
                                        </p:attrNameLst>
                                      </p:cBhvr>
                                      <p:to>
                                        <p:strVal val="visible"/>
                                      </p:to>
                                    </p:set>
                                    <p:animEffect transition="in" filter="fade">
                                      <p:cBhvr>
                                        <p:cTn id="6" dur="550"/>
                                        <p:tgtEl>
                                          <p:spTgt spid="19"/>
                                        </p:tgtEl>
                                      </p:cBhvr>
                                    </p:animEffect>
                                  </p:childTnLst>
                                </p:cTn>
                              </p:par>
                            </p:childTnLst>
                          </p:cTn>
                        </p:par>
                        <p:par>
                          <p:cTn id="7" fill="hold">
                            <p:stCondLst>
                              <p:cond delay="0"/>
                            </p:stCondLst>
                            <p:childTnLst>
                              <p:par>
                                <p:cTn id="8" presetID="22" presetClass="entr" presetSubtype="8" fill="hold" grpId="0" nodeType="afterEffect">
                                  <p:stCondLst>
                                    <p:cond delay="0"/>
                                  </p:stCondLst>
                                  <p:childTnLst>
                                    <p:set>
                                      <p:cBhvr>
                                        <p:cTn id="9" dur="1" fill="hold">
                                          <p:stCondLst>
                                            <p:cond delay="0"/>
                                          </p:stCondLst>
                                        </p:cTn>
                                        <p:tgtEl>
                                          <p:spTgt spid="20"/>
                                        </p:tgtEl>
                                        <p:attrNameLst>
                                          <p:attrName>style.visibility</p:attrName>
                                        </p:attrNameLst>
                                      </p:cBhvr>
                                      <p:to>
                                        <p:strVal val="visible"/>
                                      </p:to>
                                    </p:set>
                                    <p:animEffect transition="in" filter="wipe(left)">
                                      <p:cBhvr>
                                        <p:cTn id="11" dur="800"/>
                                        <p:tgtEl>
                                          <p:spTgt spid="20"/>
                                        </p:tgtEl>
                                      </p:cBhvr>
                                    </p:animEffect>
                                  </p:childTnLst>
                                </p:cTn>
                              </p:par>
                            </p:childTnLst>
                          </p:cTn>
                        </p:par>
                        <p:par>
                          <p:cTn id="12" fill="hold">
                            <p:stCondLst>
                              <p:cond delay="200"/>
                            </p:stCondLst>
                            <p:childTnLst>
                              <p:par>
                                <p:cTn id="13" presetID="22" presetClass="entr" presetSubtype="8" fill="hold" grpId="0" nodeType="afterEffect">
                                  <p:stCondLst>
                                    <p:cond delay="0"/>
                                  </p:stCondLst>
                                  <p:childTnLst>
                                    <p:set>
                                      <p:cBhvr>
                                        <p:cTn id="14" dur="1" fill="hold">
                                          <p:stCondLst>
                                            <p:cond delay="0"/>
                                          </p:stCondLst>
                                        </p:cTn>
                                        <p:tgtEl>
                                          <p:spTgt spid="23"/>
                                        </p:tgtEl>
                                        <p:attrNameLst>
                                          <p:attrName>style.visibility</p:attrName>
                                        </p:attrNameLst>
                                      </p:cBhvr>
                                      <p:to>
                                        <p:strVal val="visible"/>
                                      </p:to>
                                    </p:set>
                                    <p:animEffect transition="in" filter="wipe(left)">
                                      <p:cBhvr>
                                        <p:cTn id="16" dur="800"/>
                                        <p:tgtEl>
                                          <p:spTgt spid="23"/>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19" grpId="0" animBg="1"/>
      <p:bldP spid="20" grpId="0" animBg="1"/>
    </p:bldLst>
  </p:timing>
</p:sld>
</file>

<file path=ppt/slides/slide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2000" cy="6858000"/>
          </a:xfrm>
          <a:prstGeom prst="rect">
            <a:avLst/>
          </a:prstGeom>
          <a:gradFill rotWithShape="1">
            <a:gsLst>
              <a:gs pos="0">
                <a:srgbClr val="070B1A"/>
              </a:gs>
              <a:gs pos="100000">
                <a:srgbClr val="141C44"/>
              </a:gs>
            </a:gsLst>
            <a:lin scaled="0" ang="18900000"/>
          </a:gra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cxnSp>
        <p:nvCxnSpPr>
          <p:cNvPr id="3" name="Connector 2"/>
          <p:cNvCxnSpPr/>
          <p:nvPr/>
        </p:nvCxnSpPr>
        <p:spPr>
          <a:xfrm flipV="1">
            <a:off x="400000" y="5040000"/>
            <a:ext cx="1666666" cy="226666"/>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cxnSp>
        <p:nvCxnSpPr>
          <p:cNvPr id="4" name="Connector 3"/>
          <p:cNvCxnSpPr/>
          <p:nvPr/>
        </p:nvCxnSpPr>
        <p:spPr>
          <a:xfrm>
            <a:off x="400000" y="5266666"/>
            <a:ext cx="1666666" cy="113334"/>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cxnSp>
        <p:nvCxnSpPr>
          <p:cNvPr id="5" name="Connector 4"/>
          <p:cNvCxnSpPr/>
          <p:nvPr/>
        </p:nvCxnSpPr>
        <p:spPr>
          <a:xfrm>
            <a:off x="400000" y="5266666"/>
            <a:ext cx="1666666" cy="453334"/>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cxnSp>
        <p:nvCxnSpPr>
          <p:cNvPr id="6" name="Connector 5"/>
          <p:cNvCxnSpPr/>
          <p:nvPr/>
        </p:nvCxnSpPr>
        <p:spPr>
          <a:xfrm>
            <a:off x="400000" y="5266666"/>
            <a:ext cx="1666666" cy="793334"/>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cxnSp>
        <p:nvCxnSpPr>
          <p:cNvPr id="7" name="Connector 6"/>
          <p:cNvCxnSpPr/>
          <p:nvPr/>
        </p:nvCxnSpPr>
        <p:spPr>
          <a:xfrm flipV="1">
            <a:off x="400000" y="5040000"/>
            <a:ext cx="1666666" cy="793333"/>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cxnSp>
        <p:nvCxnSpPr>
          <p:cNvPr id="8" name="Connector 7"/>
          <p:cNvCxnSpPr/>
          <p:nvPr/>
        </p:nvCxnSpPr>
        <p:spPr>
          <a:xfrm flipV="1">
            <a:off x="400000" y="5380000"/>
            <a:ext cx="1666666" cy="453333"/>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cxnSp>
        <p:nvCxnSpPr>
          <p:cNvPr id="9" name="Connector 8"/>
          <p:cNvCxnSpPr/>
          <p:nvPr/>
        </p:nvCxnSpPr>
        <p:spPr>
          <a:xfrm flipV="1">
            <a:off x="400000" y="5720000"/>
            <a:ext cx="1666666" cy="113333"/>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cxnSp>
        <p:nvCxnSpPr>
          <p:cNvPr id="10" name="Connector 9"/>
          <p:cNvCxnSpPr/>
          <p:nvPr/>
        </p:nvCxnSpPr>
        <p:spPr>
          <a:xfrm>
            <a:off x="2066666" y="5040000"/>
            <a:ext cx="1666667" cy="0"/>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cxnSp>
        <p:nvCxnSpPr>
          <p:cNvPr id="11" name="Connector 10"/>
          <p:cNvCxnSpPr/>
          <p:nvPr/>
        </p:nvCxnSpPr>
        <p:spPr>
          <a:xfrm>
            <a:off x="2066666" y="5040000"/>
            <a:ext cx="1666667" cy="340000"/>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cxnSp>
        <p:nvCxnSpPr>
          <p:cNvPr id="12" name="Connector 11"/>
          <p:cNvCxnSpPr/>
          <p:nvPr/>
        </p:nvCxnSpPr>
        <p:spPr>
          <a:xfrm>
            <a:off x="2066666" y="5040000"/>
            <a:ext cx="1666667" cy="680000"/>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cxnSp>
        <p:nvCxnSpPr>
          <p:cNvPr id="13" name="Connector 12"/>
          <p:cNvCxnSpPr/>
          <p:nvPr/>
        </p:nvCxnSpPr>
        <p:spPr>
          <a:xfrm>
            <a:off x="2066666" y="5380000"/>
            <a:ext cx="1666667" cy="0"/>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cxnSp>
        <p:nvCxnSpPr>
          <p:cNvPr id="14" name="Connector 13"/>
          <p:cNvCxnSpPr/>
          <p:nvPr/>
        </p:nvCxnSpPr>
        <p:spPr>
          <a:xfrm>
            <a:off x="2066666" y="5380000"/>
            <a:ext cx="1666667" cy="340000"/>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cxnSp>
        <p:nvCxnSpPr>
          <p:cNvPr id="15" name="Connector 14"/>
          <p:cNvCxnSpPr/>
          <p:nvPr/>
        </p:nvCxnSpPr>
        <p:spPr>
          <a:xfrm flipV="1">
            <a:off x="2066666" y="5040000"/>
            <a:ext cx="1666667" cy="680000"/>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cxnSp>
        <p:nvCxnSpPr>
          <p:cNvPr id="16" name="Connector 15"/>
          <p:cNvCxnSpPr/>
          <p:nvPr/>
        </p:nvCxnSpPr>
        <p:spPr>
          <a:xfrm flipV="1">
            <a:off x="2066666" y="5380000"/>
            <a:ext cx="1666667" cy="340000"/>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cxnSp>
        <p:nvCxnSpPr>
          <p:cNvPr id="17" name="Connector 16"/>
          <p:cNvCxnSpPr/>
          <p:nvPr/>
        </p:nvCxnSpPr>
        <p:spPr>
          <a:xfrm>
            <a:off x="2066666" y="5720000"/>
            <a:ext cx="1666667" cy="0"/>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cxnSp>
        <p:nvCxnSpPr>
          <p:cNvPr id="18" name="Connector 17"/>
          <p:cNvCxnSpPr/>
          <p:nvPr/>
        </p:nvCxnSpPr>
        <p:spPr>
          <a:xfrm>
            <a:off x="2066666" y="5720000"/>
            <a:ext cx="1666667" cy="340000"/>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cxnSp>
        <p:nvCxnSpPr>
          <p:cNvPr id="19" name="Connector 18"/>
          <p:cNvCxnSpPr/>
          <p:nvPr/>
        </p:nvCxnSpPr>
        <p:spPr>
          <a:xfrm flipV="1">
            <a:off x="2066666" y="5040000"/>
            <a:ext cx="1666667" cy="1020000"/>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cxnSp>
        <p:nvCxnSpPr>
          <p:cNvPr id="20" name="Connector 19"/>
          <p:cNvCxnSpPr/>
          <p:nvPr/>
        </p:nvCxnSpPr>
        <p:spPr>
          <a:xfrm flipV="1">
            <a:off x="2066666" y="5380000"/>
            <a:ext cx="1666667" cy="680000"/>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cxnSp>
        <p:nvCxnSpPr>
          <p:cNvPr id="21" name="Connector 20"/>
          <p:cNvCxnSpPr/>
          <p:nvPr/>
        </p:nvCxnSpPr>
        <p:spPr>
          <a:xfrm flipV="1">
            <a:off x="2066666" y="5720000"/>
            <a:ext cx="1666667" cy="340000"/>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cxnSp>
        <p:nvCxnSpPr>
          <p:cNvPr id="22" name="Connector 21"/>
          <p:cNvCxnSpPr/>
          <p:nvPr/>
        </p:nvCxnSpPr>
        <p:spPr>
          <a:xfrm>
            <a:off x="2066666" y="6060000"/>
            <a:ext cx="1666667" cy="0"/>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cxnSp>
        <p:nvCxnSpPr>
          <p:cNvPr id="23" name="Connector 22"/>
          <p:cNvCxnSpPr/>
          <p:nvPr/>
        </p:nvCxnSpPr>
        <p:spPr>
          <a:xfrm>
            <a:off x="3733333" y="5040000"/>
            <a:ext cx="1666667" cy="226666"/>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cxnSp>
        <p:nvCxnSpPr>
          <p:cNvPr id="24" name="Connector 23"/>
          <p:cNvCxnSpPr/>
          <p:nvPr/>
        </p:nvCxnSpPr>
        <p:spPr>
          <a:xfrm flipV="1">
            <a:off x="3733333" y="5266666"/>
            <a:ext cx="1666667" cy="113334"/>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cxnSp>
        <p:nvCxnSpPr>
          <p:cNvPr id="25" name="Connector 24"/>
          <p:cNvCxnSpPr/>
          <p:nvPr/>
        </p:nvCxnSpPr>
        <p:spPr>
          <a:xfrm>
            <a:off x="3733333" y="5380000"/>
            <a:ext cx="1666667" cy="453333"/>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cxnSp>
        <p:nvCxnSpPr>
          <p:cNvPr id="26" name="Connector 25"/>
          <p:cNvCxnSpPr/>
          <p:nvPr/>
        </p:nvCxnSpPr>
        <p:spPr>
          <a:xfrm>
            <a:off x="3733333" y="5720000"/>
            <a:ext cx="1666667" cy="113333"/>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cxnSp>
        <p:nvCxnSpPr>
          <p:cNvPr id="27" name="Connector 26"/>
          <p:cNvCxnSpPr/>
          <p:nvPr/>
        </p:nvCxnSpPr>
        <p:spPr>
          <a:xfrm flipV="1">
            <a:off x="3733333" y="5266666"/>
            <a:ext cx="1666667" cy="793334"/>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cxnSp>
        <p:nvCxnSpPr>
          <p:cNvPr id="28" name="Connector 27"/>
          <p:cNvCxnSpPr/>
          <p:nvPr/>
        </p:nvCxnSpPr>
        <p:spPr>
          <a:xfrm flipV="1">
            <a:off x="3733333" y="5833333"/>
            <a:ext cx="1666667" cy="226667"/>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sp>
        <p:nvSpPr>
          <p:cNvPr id="29" name="Oval 28"/>
          <p:cNvSpPr/>
          <p:nvPr/>
        </p:nvSpPr>
        <p:spPr>
          <a:xfrm>
            <a:off x="330000" y="5196666"/>
            <a:ext cx="140000" cy="140000"/>
          </a:xfrm>
          <a:prstGeom prst="ellipse">
            <a:avLst/>
          </a:prstGeom>
          <a:solidFill>
            <a:srgbClr val="3B4C8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 name="Oval 29"/>
          <p:cNvSpPr/>
          <p:nvPr/>
        </p:nvSpPr>
        <p:spPr>
          <a:xfrm>
            <a:off x="330000" y="5763333"/>
            <a:ext cx="140000" cy="140000"/>
          </a:xfrm>
          <a:prstGeom prst="ellipse">
            <a:avLst/>
          </a:prstGeom>
          <a:solidFill>
            <a:srgbClr val="3B4C8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1" name="Oval 30"/>
          <p:cNvSpPr/>
          <p:nvPr/>
        </p:nvSpPr>
        <p:spPr>
          <a:xfrm>
            <a:off x="1996666" y="4970000"/>
            <a:ext cx="140000" cy="140000"/>
          </a:xfrm>
          <a:prstGeom prst="ellipse">
            <a:avLst/>
          </a:prstGeom>
          <a:solidFill>
            <a:srgbClr val="3B4C8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2" name="Oval 31"/>
          <p:cNvSpPr/>
          <p:nvPr/>
        </p:nvSpPr>
        <p:spPr>
          <a:xfrm>
            <a:off x="1996666" y="5310000"/>
            <a:ext cx="140000" cy="140000"/>
          </a:xfrm>
          <a:prstGeom prst="ellipse">
            <a:avLst/>
          </a:prstGeom>
          <a:solidFill>
            <a:srgbClr val="3B4C8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3" name="Oval 32"/>
          <p:cNvSpPr/>
          <p:nvPr/>
        </p:nvSpPr>
        <p:spPr>
          <a:xfrm>
            <a:off x="1996666" y="5650000"/>
            <a:ext cx="140000" cy="140000"/>
          </a:xfrm>
          <a:prstGeom prst="ellipse">
            <a:avLst/>
          </a:prstGeom>
          <a:solidFill>
            <a:srgbClr val="3B4C8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4" name="Oval 33"/>
          <p:cNvSpPr/>
          <p:nvPr/>
        </p:nvSpPr>
        <p:spPr>
          <a:xfrm>
            <a:off x="1996666" y="5990000"/>
            <a:ext cx="140000" cy="140000"/>
          </a:xfrm>
          <a:prstGeom prst="ellipse">
            <a:avLst/>
          </a:prstGeom>
          <a:solidFill>
            <a:srgbClr val="3B4C8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5" name="Oval 34"/>
          <p:cNvSpPr/>
          <p:nvPr/>
        </p:nvSpPr>
        <p:spPr>
          <a:xfrm>
            <a:off x="3663333" y="4970000"/>
            <a:ext cx="140000" cy="140000"/>
          </a:xfrm>
          <a:prstGeom prst="ellipse">
            <a:avLst/>
          </a:prstGeom>
          <a:solidFill>
            <a:srgbClr val="3B4C8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6" name="Oval 35"/>
          <p:cNvSpPr/>
          <p:nvPr/>
        </p:nvSpPr>
        <p:spPr>
          <a:xfrm>
            <a:off x="3663333" y="5310000"/>
            <a:ext cx="140000" cy="140000"/>
          </a:xfrm>
          <a:prstGeom prst="ellipse">
            <a:avLst/>
          </a:prstGeom>
          <a:solidFill>
            <a:srgbClr val="3B4C8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7" name="Oval 36"/>
          <p:cNvSpPr/>
          <p:nvPr/>
        </p:nvSpPr>
        <p:spPr>
          <a:xfrm>
            <a:off x="3663333" y="5650000"/>
            <a:ext cx="140000" cy="140000"/>
          </a:xfrm>
          <a:prstGeom prst="ellipse">
            <a:avLst/>
          </a:prstGeom>
          <a:solidFill>
            <a:srgbClr val="3B4C8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8" name="Oval 37"/>
          <p:cNvSpPr/>
          <p:nvPr/>
        </p:nvSpPr>
        <p:spPr>
          <a:xfrm>
            <a:off x="3663333" y="5990000"/>
            <a:ext cx="140000" cy="140000"/>
          </a:xfrm>
          <a:prstGeom prst="ellipse">
            <a:avLst/>
          </a:prstGeom>
          <a:solidFill>
            <a:srgbClr val="3B4C8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9" name="Oval 38"/>
          <p:cNvSpPr/>
          <p:nvPr/>
        </p:nvSpPr>
        <p:spPr>
          <a:xfrm>
            <a:off x="5330000" y="5196666"/>
            <a:ext cx="140000" cy="140000"/>
          </a:xfrm>
          <a:prstGeom prst="ellipse">
            <a:avLst/>
          </a:prstGeom>
          <a:solidFill>
            <a:srgbClr val="3B4C8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0" name="Oval 39"/>
          <p:cNvSpPr/>
          <p:nvPr/>
        </p:nvSpPr>
        <p:spPr>
          <a:xfrm>
            <a:off x="5330000" y="5763333"/>
            <a:ext cx="140000" cy="140000"/>
          </a:xfrm>
          <a:prstGeom prst="ellipse">
            <a:avLst/>
          </a:prstGeom>
          <a:solidFill>
            <a:srgbClr val="3B4C8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1" name="Rounded Rectangle 40"/>
          <p:cNvSpPr/>
          <p:nvPr/>
        </p:nvSpPr>
        <p:spPr>
          <a:xfrm>
            <a:off x="6150000" y="650000"/>
            <a:ext cx="5600000" cy="5250000"/>
          </a:xfrm>
          <a:prstGeom prst="roundRect">
            <a:avLst>
              <a:gd name="adj" fmla="val 6000"/>
            </a:avLst>
          </a:prstGeom>
          <a:noFill/>
          <a:ln w="19050">
            <a:solidFill>
              <a:srgbClr val="8B5CF6"/>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2" name="Picture 41" descr="26ba187219b59583.jpg"/>
          <p:cNvPicPr>
            <a:picLocks noChangeAspect="1"/>
          </p:cNvPicPr>
          <p:nvPr/>
        </p:nvPicPr>
        <p:blipFill>
          <a:blip r:embed="rId2"/>
          <a:srcRect l="13362" r="13362"/>
          <a:stretch>
            <a:fillRect/>
          </a:stretch>
        </p:blipFill>
        <p:spPr>
          <a:xfrm>
            <a:off x="6300000" y="800000"/>
            <a:ext cx="5300000" cy="4950000"/>
          </a:xfrm>
          <a:prstGeom prst="roundRect">
            <a:avLst/>
          </a:prstGeom>
          <a:ln w="19050">
            <a:solidFill>
              <a:srgbClr val="22D3EE"/>
            </a:solidFill>
          </a:ln>
        </p:spPr>
      </p:pic>
      <p:sp>
        <p:nvSpPr>
          <p:cNvPr id="43" name="TextBox 42"/>
          <p:cNvSpPr txBox="1"/>
          <p:nvPr/>
        </p:nvSpPr>
        <p:spPr>
          <a:xfrm>
            <a:off x="6300000" y="5780000"/>
            <a:ext cx="5300000" cy="260000"/>
          </a:xfrm>
          <a:prstGeom prst="rect">
            <a:avLst/>
          </a:prstGeom>
          <a:noFill/>
        </p:spPr>
        <p:txBody>
          <a:bodyPr wrap="square" anchor="t" lIns="50800" rIns="50800">
            <a:spAutoFit/>
          </a:bodyPr>
          <a:lstStyle/>
          <a:p>
            <a:pPr algn="l"/>
            <a:r>
              <a:rPr sz="800" b="0">
                <a:solidFill>
                  <a:srgbClr val="707EAA"/>
                </a:solidFill>
                <a:latin typeface="Segoe UI"/>
              </a:rPr>
              <a:t>Rasm: tamingtheaibeast.org · Wikimedia Commons · CC BY-SA 4.0</a:t>
            </a:r>
          </a:p>
        </p:txBody>
      </p:sp>
      <p:sp>
        <p:nvSpPr>
          <p:cNvPr id="44" name="TextBox 43"/>
          <p:cNvSpPr txBox="1"/>
          <p:nvPr/>
        </p:nvSpPr>
        <p:spPr>
          <a:xfrm>
            <a:off x="600000" y="700000"/>
            <a:ext cx="3500000" cy="1600000"/>
          </a:xfrm>
          <a:prstGeom prst="rect">
            <a:avLst/>
          </a:prstGeom>
          <a:noFill/>
        </p:spPr>
        <p:txBody>
          <a:bodyPr wrap="square" anchor="t" lIns="50800" rIns="50800">
            <a:spAutoFit/>
          </a:bodyPr>
          <a:lstStyle/>
          <a:p>
            <a:pPr algn="l"/>
            <a:r>
              <a:rPr sz="8800" b="1">
                <a:solidFill>
                  <a:srgbClr val="22D3EE"/>
                </a:solidFill>
                <a:latin typeface="Segoe UI"/>
              </a:rPr>
              <a:t>02</a:t>
            </a:r>
          </a:p>
        </p:txBody>
      </p:sp>
      <p:sp>
        <p:nvSpPr>
          <p:cNvPr id="45" name="TextBox 44"/>
          <p:cNvSpPr txBox="1"/>
          <p:nvPr/>
        </p:nvSpPr>
        <p:spPr>
          <a:xfrm>
            <a:off x="650000" y="2250000"/>
            <a:ext cx="5200000" cy="350000"/>
          </a:xfrm>
          <a:prstGeom prst="rect">
            <a:avLst/>
          </a:prstGeom>
          <a:noFill/>
        </p:spPr>
        <p:txBody>
          <a:bodyPr wrap="square" anchor="t" lIns="50800" rIns="50800">
            <a:spAutoFit/>
          </a:bodyPr>
          <a:lstStyle/>
          <a:p>
            <a:pPr algn="l"/>
            <a:r>
              <a:rPr sz="1200" b="1">
                <a:solidFill>
                  <a:srgbClr val="8B5CF6"/>
                </a:solidFill>
                <a:latin typeface="Segoe UI"/>
              </a:rPr>
              <a:t>REJA BANDI</a:t>
            </a:r>
          </a:p>
        </p:txBody>
      </p:sp>
      <p:sp>
        <p:nvSpPr>
          <p:cNvPr id="46" name="TextBox 45"/>
          <p:cNvSpPr txBox="1"/>
          <p:nvPr/>
        </p:nvSpPr>
        <p:spPr>
          <a:xfrm>
            <a:off x="600000" y="2650000"/>
            <a:ext cx="5400000" cy="1800000"/>
          </a:xfrm>
          <a:prstGeom prst="rect">
            <a:avLst/>
          </a:prstGeom>
          <a:noFill/>
        </p:spPr>
        <p:txBody>
          <a:bodyPr wrap="square" anchor="t" lIns="50800" rIns="50800">
            <a:spAutoFit/>
          </a:bodyPr>
          <a:lstStyle/>
          <a:p>
            <a:pPr algn="l"/>
            <a:r>
              <a:rPr sz="3200" b="1">
                <a:solidFill>
                  <a:srgbClr val="E8EEFA"/>
                </a:solidFill>
                <a:latin typeface="Segoe UI"/>
              </a:rPr>
              <a:t>Hujumlar taksonomiyasi</a:t>
            </a:r>
          </a:p>
        </p:txBody>
      </p:sp>
      <p:sp>
        <p:nvSpPr>
          <p:cNvPr id="47" name="Rectangle 46"/>
          <p:cNvSpPr/>
          <p:nvPr/>
        </p:nvSpPr>
        <p:spPr>
          <a:xfrm>
            <a:off x="660000" y="4450000"/>
            <a:ext cx="2200000" cy="60000"/>
          </a:xfrm>
          <a:prstGeom prst="rect">
            <a:avLst/>
          </a:prstGeom>
          <a:gradFill rotWithShape="1">
            <a:gsLst>
              <a:gs pos="0">
                <a:srgbClr val="22D3EE"/>
              </a:gs>
              <a:gs pos="100000">
                <a:srgbClr val="8B5CF6"/>
              </a:gs>
            </a:gsLst>
            <a:lin scaled="0" ang="0"/>
          </a:gra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Tree>
  </p:cSld>
  <p:clrMapOvr>
    <a:masterClrMapping/>
  </p:clrMapOvr>
  <p:transition spd="med">
    <p:push dir="u"/>
  </p:transition>
  <p:timing>
    <p:tnLst>
      <p:par>
        <p:cTn id="1" dur="indefinite" restart="never" nodeType="tmRoot">
          <p:childTnLst>
            <p:seq concurrent="1" nextAc="seek">
              <p:cTn id="2" dur="indefinite" nodeType="mainSeq">
                <p:childTnLst>
                  <p:par>
                    <p:cTn id="192" fill="hold">
                      <p:stCondLst>
                        <p:cond delay="indefinite"/>
                        <p:cond evt="onBegin" delay="0">
                          <p:tn val="2"/>
                        </p:cond>
                      </p:stCondLst>
                      <p:childTnLst>
                        <p:par>
                          <p:cTn id="3" fill="hold">
                            <p:stCondLst>
                              <p:cond delay="0"/>
                            </p:stCondLst>
                            <p:childTnLst>
                              <p:par>
                                <p:cTn id="4" presetID="10" presetClass="entr" presetSubtype="0" fill="hold" grpId="0" nodeType="withEffect">
                                  <p:stCondLst>
                                    <p:cond delay="0"/>
                                  </p:stCondLst>
                                  <p:childTnLst>
                                    <p:set>
                                      <p:cBhvr>
                                        <p:cTn id="5" dur="1" fill="hold">
                                          <p:stCondLst>
                                            <p:cond delay="0"/>
                                          </p:stCondLst>
                                        </p:cTn>
                                        <p:tgtEl>
                                          <p:spTgt spid="3"/>
                                        </p:tgtEl>
                                        <p:attrNameLst>
                                          <p:attrName>style.visibility</p:attrName>
                                        </p:attrNameLst>
                                      </p:cBhvr>
                                      <p:to>
                                        <p:strVal val="visible"/>
                                      </p:to>
                                    </p:set>
                                    <p:animEffect transition="in" filter="fade">
                                      <p:cBhvr>
                                        <p:cTn id="6" dur="550"/>
                                        <p:tgtEl>
                                          <p:spTgt spid="3"/>
                                        </p:tgtEl>
                                      </p:cBhvr>
                                    </p:animEffect>
                                  </p:childTnLst>
                                </p:cTn>
                              </p:par>
                            </p:childTnLst>
                          </p:cTn>
                        </p:par>
                        <p:par>
                          <p:cTn id="7" fill="hold">
                            <p:stCondLst>
                              <p:cond delay="0"/>
                            </p:stCondLst>
                            <p:childTnLst>
                              <p:par>
                                <p:cTn id="8" presetID="10" presetClass="entr" presetSubtype="0" fill="hold" grpId="0" nodeType="afterEffect">
                                  <p:stCondLst>
                                    <p:cond delay="0"/>
                                  </p:stCondLst>
                                  <p:childTnLst>
                                    <p:set>
                                      <p:cBhvr>
                                        <p:cTn id="9" dur="1" fill="hold">
                                          <p:stCondLst>
                                            <p:cond delay="0"/>
                                          </p:stCondLst>
                                        </p:cTn>
                                        <p:tgtEl>
                                          <p:spTgt spid="4"/>
                                        </p:tgtEl>
                                        <p:attrNameLst>
                                          <p:attrName>style.visibility</p:attrName>
                                        </p:attrNameLst>
                                      </p:cBhvr>
                                      <p:to>
                                        <p:strVal val="visible"/>
                                      </p:to>
                                    </p:set>
                                    <p:animEffect transition="in" filter="fade">
                                      <p:cBhvr>
                                        <p:cTn id="10" dur="550"/>
                                        <p:tgtEl>
                                          <p:spTgt spid="4"/>
                                        </p:tgtEl>
                                      </p:cBhvr>
                                    </p:animEffect>
                                  </p:childTnLst>
                                </p:cTn>
                              </p:par>
                            </p:childTnLst>
                          </p:cTn>
                        </p:par>
                        <p:par>
                          <p:cTn id="11" fill="hold">
                            <p:stCondLst>
                              <p:cond delay="0"/>
                            </p:stCondLst>
                            <p:childTnLst>
                              <p:par>
                                <p:cTn id="12" presetID="10" presetClass="entr" presetSubtype="0" fill="hold" grpId="0" nodeType="afterEffect">
                                  <p:stCondLst>
                                    <p:cond delay="0"/>
                                  </p:stCondLst>
                                  <p:childTnLst>
                                    <p:set>
                                      <p:cBhvr>
                                        <p:cTn id="13" dur="1" fill="hold">
                                          <p:stCondLst>
                                            <p:cond delay="0"/>
                                          </p:stCondLst>
                                        </p:cTn>
                                        <p:tgtEl>
                                          <p:spTgt spid="5"/>
                                        </p:tgtEl>
                                        <p:attrNameLst>
                                          <p:attrName>style.visibility</p:attrName>
                                        </p:attrNameLst>
                                      </p:cBhvr>
                                      <p:to>
                                        <p:strVal val="visible"/>
                                      </p:to>
                                    </p:set>
                                    <p:animEffect transition="in" filter="fade">
                                      <p:cBhvr>
                                        <p:cTn id="14" dur="550"/>
                                        <p:tgtEl>
                                          <p:spTgt spid="5"/>
                                        </p:tgtEl>
                                      </p:cBhvr>
                                    </p:animEffect>
                                  </p:childTnLst>
                                </p:cTn>
                              </p:par>
                            </p:childTnLst>
                          </p:cTn>
                        </p:par>
                        <p:par>
                          <p:cTn id="15" fill="hold">
                            <p:stCondLst>
                              <p:cond delay="0"/>
                            </p:stCondLst>
                            <p:childTnLst>
                              <p:par>
                                <p:cTn id="16" presetID="10" presetClass="entr" presetSubtype="0" fill="hold" grpId="0" nodeType="afterEffect">
                                  <p:stCondLst>
                                    <p:cond delay="0"/>
                                  </p:stCondLst>
                                  <p:childTnLst>
                                    <p:set>
                                      <p:cBhvr>
                                        <p:cTn id="17" dur="1" fill="hold">
                                          <p:stCondLst>
                                            <p:cond delay="0"/>
                                          </p:stCondLst>
                                        </p:cTn>
                                        <p:tgtEl>
                                          <p:spTgt spid="6"/>
                                        </p:tgtEl>
                                        <p:attrNameLst>
                                          <p:attrName>style.visibility</p:attrName>
                                        </p:attrNameLst>
                                      </p:cBhvr>
                                      <p:to>
                                        <p:strVal val="visible"/>
                                      </p:to>
                                    </p:set>
                                    <p:animEffect transition="in" filter="fade">
                                      <p:cBhvr>
                                        <p:cTn id="18" dur="550"/>
                                        <p:tgtEl>
                                          <p:spTgt spid="6"/>
                                        </p:tgtEl>
                                      </p:cBhvr>
                                    </p:animEffect>
                                  </p:childTnLst>
                                </p:cTn>
                              </p:par>
                            </p:childTnLst>
                          </p:cTn>
                        </p:par>
                        <p:par>
                          <p:cTn id="19" fill="hold">
                            <p:stCondLst>
                              <p:cond delay="0"/>
                            </p:stCondLst>
                            <p:childTnLst>
                              <p:par>
                                <p:cTn id="20" presetID="10" presetClass="entr" presetSubtype="0" fill="hold" grpId="0" nodeType="afterEffect">
                                  <p:stCondLst>
                                    <p:cond delay="0"/>
                                  </p:stCondLst>
                                  <p:childTnLst>
                                    <p:set>
                                      <p:cBhvr>
                                        <p:cTn id="21" dur="1" fill="hold">
                                          <p:stCondLst>
                                            <p:cond delay="0"/>
                                          </p:stCondLst>
                                        </p:cTn>
                                        <p:tgtEl>
                                          <p:spTgt spid="7"/>
                                        </p:tgtEl>
                                        <p:attrNameLst>
                                          <p:attrName>style.visibility</p:attrName>
                                        </p:attrNameLst>
                                      </p:cBhvr>
                                      <p:to>
                                        <p:strVal val="visible"/>
                                      </p:to>
                                    </p:set>
                                    <p:animEffect transition="in" filter="fade">
                                      <p:cBhvr>
                                        <p:cTn id="22" dur="550"/>
                                        <p:tgtEl>
                                          <p:spTgt spid="7"/>
                                        </p:tgtEl>
                                      </p:cBhvr>
                                    </p:animEffect>
                                  </p:childTnLst>
                                </p:cTn>
                              </p:par>
                            </p:childTnLst>
                          </p:cTn>
                        </p:par>
                        <p:par>
                          <p:cTn id="23" fill="hold">
                            <p:stCondLst>
                              <p:cond delay="0"/>
                            </p:stCondLst>
                            <p:childTnLst>
                              <p:par>
                                <p:cTn id="24" presetID="10" presetClass="entr" presetSubtype="0" fill="hold" grpId="0" nodeType="afterEffect">
                                  <p:stCondLst>
                                    <p:cond delay="0"/>
                                  </p:stCondLst>
                                  <p:childTnLst>
                                    <p:set>
                                      <p:cBhvr>
                                        <p:cTn id="25" dur="1" fill="hold">
                                          <p:stCondLst>
                                            <p:cond delay="0"/>
                                          </p:stCondLst>
                                        </p:cTn>
                                        <p:tgtEl>
                                          <p:spTgt spid="8"/>
                                        </p:tgtEl>
                                        <p:attrNameLst>
                                          <p:attrName>style.visibility</p:attrName>
                                        </p:attrNameLst>
                                      </p:cBhvr>
                                      <p:to>
                                        <p:strVal val="visible"/>
                                      </p:to>
                                    </p:set>
                                    <p:animEffect transition="in" filter="fade">
                                      <p:cBhvr>
                                        <p:cTn id="26" dur="550"/>
                                        <p:tgtEl>
                                          <p:spTgt spid="8"/>
                                        </p:tgtEl>
                                      </p:cBhvr>
                                    </p:animEffect>
                                  </p:childTnLst>
                                </p:cTn>
                              </p:par>
                            </p:childTnLst>
                          </p:cTn>
                        </p:par>
                        <p:par>
                          <p:cTn id="27" fill="hold">
                            <p:stCondLst>
                              <p:cond delay="0"/>
                            </p:stCondLst>
                            <p:childTnLst>
                              <p:par>
                                <p:cTn id="28" presetID="10" presetClass="entr" presetSubtype="0" fill="hold" grpId="0" nodeType="afterEffect">
                                  <p:stCondLst>
                                    <p:cond delay="0"/>
                                  </p:stCondLst>
                                  <p:childTnLst>
                                    <p:set>
                                      <p:cBhvr>
                                        <p:cTn id="29" dur="1" fill="hold">
                                          <p:stCondLst>
                                            <p:cond delay="0"/>
                                          </p:stCondLst>
                                        </p:cTn>
                                        <p:tgtEl>
                                          <p:spTgt spid="9"/>
                                        </p:tgtEl>
                                        <p:attrNameLst>
                                          <p:attrName>style.visibility</p:attrName>
                                        </p:attrNameLst>
                                      </p:cBhvr>
                                      <p:to>
                                        <p:strVal val="visible"/>
                                      </p:to>
                                    </p:set>
                                    <p:animEffect transition="in" filter="fade">
                                      <p:cBhvr>
                                        <p:cTn id="30" dur="550"/>
                                        <p:tgtEl>
                                          <p:spTgt spid="9"/>
                                        </p:tgtEl>
                                      </p:cBhvr>
                                    </p:animEffect>
                                  </p:childTnLst>
                                </p:cTn>
                              </p:par>
                            </p:childTnLst>
                          </p:cTn>
                        </p:par>
                        <p:par>
                          <p:cTn id="31" fill="hold">
                            <p:stCondLst>
                              <p:cond delay="0"/>
                            </p:stCondLst>
                            <p:childTnLst>
                              <p:par>
                                <p:cTn id="32" presetID="10" presetClass="entr" presetSubtype="0" fill="hold" grpId="0" nodeType="afterEffect">
                                  <p:stCondLst>
                                    <p:cond delay="0"/>
                                  </p:stCondLst>
                                  <p:childTnLst>
                                    <p:set>
                                      <p:cBhvr>
                                        <p:cTn id="33" dur="1" fill="hold">
                                          <p:stCondLst>
                                            <p:cond delay="0"/>
                                          </p:stCondLst>
                                        </p:cTn>
                                        <p:tgtEl>
                                          <p:spTgt spid="10"/>
                                        </p:tgtEl>
                                        <p:attrNameLst>
                                          <p:attrName>style.visibility</p:attrName>
                                        </p:attrNameLst>
                                      </p:cBhvr>
                                      <p:to>
                                        <p:strVal val="visible"/>
                                      </p:to>
                                    </p:set>
                                    <p:animEffect transition="in" filter="fade">
                                      <p:cBhvr>
                                        <p:cTn id="34" dur="550"/>
                                        <p:tgtEl>
                                          <p:spTgt spid="10"/>
                                        </p:tgtEl>
                                      </p:cBhvr>
                                    </p:animEffect>
                                  </p:childTnLst>
                                </p:cTn>
                              </p:par>
                            </p:childTnLst>
                          </p:cTn>
                        </p:par>
                        <p:par>
                          <p:cTn id="35" fill="hold">
                            <p:stCondLst>
                              <p:cond delay="0"/>
                            </p:stCondLst>
                            <p:childTnLst>
                              <p:par>
                                <p:cTn id="36" presetID="10" presetClass="entr" presetSubtype="0" fill="hold" grpId="0" nodeType="afterEffect">
                                  <p:stCondLst>
                                    <p:cond delay="0"/>
                                  </p:stCondLst>
                                  <p:childTnLst>
                                    <p:set>
                                      <p:cBhvr>
                                        <p:cTn id="37" dur="1" fill="hold">
                                          <p:stCondLst>
                                            <p:cond delay="0"/>
                                          </p:stCondLst>
                                        </p:cTn>
                                        <p:tgtEl>
                                          <p:spTgt spid="11"/>
                                        </p:tgtEl>
                                        <p:attrNameLst>
                                          <p:attrName>style.visibility</p:attrName>
                                        </p:attrNameLst>
                                      </p:cBhvr>
                                      <p:to>
                                        <p:strVal val="visible"/>
                                      </p:to>
                                    </p:set>
                                    <p:animEffect transition="in" filter="fade">
                                      <p:cBhvr>
                                        <p:cTn id="38" dur="550"/>
                                        <p:tgtEl>
                                          <p:spTgt spid="11"/>
                                        </p:tgtEl>
                                      </p:cBhvr>
                                    </p:animEffect>
                                  </p:childTnLst>
                                </p:cTn>
                              </p:par>
                            </p:childTnLst>
                          </p:cTn>
                        </p:par>
                        <p:par>
                          <p:cTn id="39" fill="hold">
                            <p:stCondLst>
                              <p:cond delay="0"/>
                            </p:stCondLst>
                            <p:childTnLst>
                              <p:par>
                                <p:cTn id="40" presetID="10" presetClass="entr" presetSubtype="0" fill="hold" grpId="0" nodeType="afterEffect">
                                  <p:stCondLst>
                                    <p:cond delay="0"/>
                                  </p:stCondLst>
                                  <p:childTnLst>
                                    <p:set>
                                      <p:cBhvr>
                                        <p:cTn id="41" dur="1" fill="hold">
                                          <p:stCondLst>
                                            <p:cond delay="0"/>
                                          </p:stCondLst>
                                        </p:cTn>
                                        <p:tgtEl>
                                          <p:spTgt spid="12"/>
                                        </p:tgtEl>
                                        <p:attrNameLst>
                                          <p:attrName>style.visibility</p:attrName>
                                        </p:attrNameLst>
                                      </p:cBhvr>
                                      <p:to>
                                        <p:strVal val="visible"/>
                                      </p:to>
                                    </p:set>
                                    <p:animEffect transition="in" filter="fade">
                                      <p:cBhvr>
                                        <p:cTn id="42" dur="550"/>
                                        <p:tgtEl>
                                          <p:spTgt spid="12"/>
                                        </p:tgtEl>
                                      </p:cBhvr>
                                    </p:animEffect>
                                  </p:childTnLst>
                                </p:cTn>
                              </p:par>
                            </p:childTnLst>
                          </p:cTn>
                        </p:par>
                        <p:par>
                          <p:cTn id="43" fill="hold">
                            <p:stCondLst>
                              <p:cond delay="0"/>
                            </p:stCondLst>
                            <p:childTnLst>
                              <p:par>
                                <p:cTn id="44" presetID="10" presetClass="entr" presetSubtype="0" fill="hold" grpId="0" nodeType="afterEffect">
                                  <p:stCondLst>
                                    <p:cond delay="0"/>
                                  </p:stCondLst>
                                  <p:childTnLst>
                                    <p:set>
                                      <p:cBhvr>
                                        <p:cTn id="45" dur="1" fill="hold">
                                          <p:stCondLst>
                                            <p:cond delay="0"/>
                                          </p:stCondLst>
                                        </p:cTn>
                                        <p:tgtEl>
                                          <p:spTgt spid="13"/>
                                        </p:tgtEl>
                                        <p:attrNameLst>
                                          <p:attrName>style.visibility</p:attrName>
                                        </p:attrNameLst>
                                      </p:cBhvr>
                                      <p:to>
                                        <p:strVal val="visible"/>
                                      </p:to>
                                    </p:set>
                                    <p:animEffect transition="in" filter="fade">
                                      <p:cBhvr>
                                        <p:cTn id="46" dur="550"/>
                                        <p:tgtEl>
                                          <p:spTgt spid="13"/>
                                        </p:tgtEl>
                                      </p:cBhvr>
                                    </p:animEffect>
                                  </p:childTnLst>
                                </p:cTn>
                              </p:par>
                            </p:childTnLst>
                          </p:cTn>
                        </p:par>
                        <p:par>
                          <p:cTn id="47" fill="hold">
                            <p:stCondLst>
                              <p:cond delay="0"/>
                            </p:stCondLst>
                            <p:childTnLst>
                              <p:par>
                                <p:cTn id="48" presetID="10" presetClass="entr" presetSubtype="0" fill="hold" grpId="0" nodeType="afterEffect">
                                  <p:stCondLst>
                                    <p:cond delay="0"/>
                                  </p:stCondLst>
                                  <p:childTnLst>
                                    <p:set>
                                      <p:cBhvr>
                                        <p:cTn id="49" dur="1" fill="hold">
                                          <p:stCondLst>
                                            <p:cond delay="0"/>
                                          </p:stCondLst>
                                        </p:cTn>
                                        <p:tgtEl>
                                          <p:spTgt spid="14"/>
                                        </p:tgtEl>
                                        <p:attrNameLst>
                                          <p:attrName>style.visibility</p:attrName>
                                        </p:attrNameLst>
                                      </p:cBhvr>
                                      <p:to>
                                        <p:strVal val="visible"/>
                                      </p:to>
                                    </p:set>
                                    <p:animEffect transition="in" filter="fade">
                                      <p:cBhvr>
                                        <p:cTn id="50" dur="550"/>
                                        <p:tgtEl>
                                          <p:spTgt spid="14"/>
                                        </p:tgtEl>
                                      </p:cBhvr>
                                    </p:animEffect>
                                  </p:childTnLst>
                                </p:cTn>
                              </p:par>
                            </p:childTnLst>
                          </p:cTn>
                        </p:par>
                        <p:par>
                          <p:cTn id="51" fill="hold">
                            <p:stCondLst>
                              <p:cond delay="0"/>
                            </p:stCondLst>
                            <p:childTnLst>
                              <p:par>
                                <p:cTn id="52" presetID="10" presetClass="entr" presetSubtype="0" fill="hold" grpId="0" nodeType="afterEffect">
                                  <p:stCondLst>
                                    <p:cond delay="0"/>
                                  </p:stCondLst>
                                  <p:childTnLst>
                                    <p:set>
                                      <p:cBhvr>
                                        <p:cTn id="53" dur="1" fill="hold">
                                          <p:stCondLst>
                                            <p:cond delay="0"/>
                                          </p:stCondLst>
                                        </p:cTn>
                                        <p:tgtEl>
                                          <p:spTgt spid="15"/>
                                        </p:tgtEl>
                                        <p:attrNameLst>
                                          <p:attrName>style.visibility</p:attrName>
                                        </p:attrNameLst>
                                      </p:cBhvr>
                                      <p:to>
                                        <p:strVal val="visible"/>
                                      </p:to>
                                    </p:set>
                                    <p:animEffect transition="in" filter="fade">
                                      <p:cBhvr>
                                        <p:cTn id="54" dur="550"/>
                                        <p:tgtEl>
                                          <p:spTgt spid="15"/>
                                        </p:tgtEl>
                                      </p:cBhvr>
                                    </p:animEffect>
                                  </p:childTnLst>
                                </p:cTn>
                              </p:par>
                            </p:childTnLst>
                          </p:cTn>
                        </p:par>
                        <p:par>
                          <p:cTn id="55" fill="hold">
                            <p:stCondLst>
                              <p:cond delay="0"/>
                            </p:stCondLst>
                            <p:childTnLst>
                              <p:par>
                                <p:cTn id="56" presetID="10" presetClass="entr" presetSubtype="0" fill="hold" grpId="0" nodeType="afterEffect">
                                  <p:stCondLst>
                                    <p:cond delay="0"/>
                                  </p:stCondLst>
                                  <p:childTnLst>
                                    <p:set>
                                      <p:cBhvr>
                                        <p:cTn id="57" dur="1" fill="hold">
                                          <p:stCondLst>
                                            <p:cond delay="0"/>
                                          </p:stCondLst>
                                        </p:cTn>
                                        <p:tgtEl>
                                          <p:spTgt spid="16"/>
                                        </p:tgtEl>
                                        <p:attrNameLst>
                                          <p:attrName>style.visibility</p:attrName>
                                        </p:attrNameLst>
                                      </p:cBhvr>
                                      <p:to>
                                        <p:strVal val="visible"/>
                                      </p:to>
                                    </p:set>
                                    <p:animEffect transition="in" filter="fade">
                                      <p:cBhvr>
                                        <p:cTn id="58" dur="550"/>
                                        <p:tgtEl>
                                          <p:spTgt spid="16"/>
                                        </p:tgtEl>
                                      </p:cBhvr>
                                    </p:animEffect>
                                  </p:childTnLst>
                                </p:cTn>
                              </p:par>
                            </p:childTnLst>
                          </p:cTn>
                        </p:par>
                        <p:par>
                          <p:cTn id="59" fill="hold">
                            <p:stCondLst>
                              <p:cond delay="0"/>
                            </p:stCondLst>
                            <p:childTnLst>
                              <p:par>
                                <p:cTn id="60" presetID="10" presetClass="entr" presetSubtype="0" fill="hold" grpId="0" nodeType="afterEffect">
                                  <p:stCondLst>
                                    <p:cond delay="0"/>
                                  </p:stCondLst>
                                  <p:childTnLst>
                                    <p:set>
                                      <p:cBhvr>
                                        <p:cTn id="61" dur="1" fill="hold">
                                          <p:stCondLst>
                                            <p:cond delay="0"/>
                                          </p:stCondLst>
                                        </p:cTn>
                                        <p:tgtEl>
                                          <p:spTgt spid="17"/>
                                        </p:tgtEl>
                                        <p:attrNameLst>
                                          <p:attrName>style.visibility</p:attrName>
                                        </p:attrNameLst>
                                      </p:cBhvr>
                                      <p:to>
                                        <p:strVal val="visible"/>
                                      </p:to>
                                    </p:set>
                                    <p:animEffect transition="in" filter="fade">
                                      <p:cBhvr>
                                        <p:cTn id="62" dur="550"/>
                                        <p:tgtEl>
                                          <p:spTgt spid="17"/>
                                        </p:tgtEl>
                                      </p:cBhvr>
                                    </p:animEffect>
                                  </p:childTnLst>
                                </p:cTn>
                              </p:par>
                            </p:childTnLst>
                          </p:cTn>
                        </p:par>
                        <p:par>
                          <p:cTn id="63" fill="hold">
                            <p:stCondLst>
                              <p:cond delay="0"/>
                            </p:stCondLst>
                            <p:childTnLst>
                              <p:par>
                                <p:cTn id="64" presetID="10" presetClass="entr" presetSubtype="0" fill="hold" grpId="0" nodeType="afterEffect">
                                  <p:stCondLst>
                                    <p:cond delay="0"/>
                                  </p:stCondLst>
                                  <p:childTnLst>
                                    <p:set>
                                      <p:cBhvr>
                                        <p:cTn id="65" dur="1" fill="hold">
                                          <p:stCondLst>
                                            <p:cond delay="0"/>
                                          </p:stCondLst>
                                        </p:cTn>
                                        <p:tgtEl>
                                          <p:spTgt spid="18"/>
                                        </p:tgtEl>
                                        <p:attrNameLst>
                                          <p:attrName>style.visibility</p:attrName>
                                        </p:attrNameLst>
                                      </p:cBhvr>
                                      <p:to>
                                        <p:strVal val="visible"/>
                                      </p:to>
                                    </p:set>
                                    <p:animEffect transition="in" filter="fade">
                                      <p:cBhvr>
                                        <p:cTn id="66" dur="550"/>
                                        <p:tgtEl>
                                          <p:spTgt spid="18"/>
                                        </p:tgtEl>
                                      </p:cBhvr>
                                    </p:animEffect>
                                  </p:childTnLst>
                                </p:cTn>
                              </p:par>
                            </p:childTnLst>
                          </p:cTn>
                        </p:par>
                        <p:par>
                          <p:cTn id="67" fill="hold">
                            <p:stCondLst>
                              <p:cond delay="0"/>
                            </p:stCondLst>
                            <p:childTnLst>
                              <p:par>
                                <p:cTn id="68" presetID="10" presetClass="entr" presetSubtype="0" fill="hold" grpId="0" nodeType="afterEffect">
                                  <p:stCondLst>
                                    <p:cond delay="0"/>
                                  </p:stCondLst>
                                  <p:childTnLst>
                                    <p:set>
                                      <p:cBhvr>
                                        <p:cTn id="69" dur="1" fill="hold">
                                          <p:stCondLst>
                                            <p:cond delay="0"/>
                                          </p:stCondLst>
                                        </p:cTn>
                                        <p:tgtEl>
                                          <p:spTgt spid="19"/>
                                        </p:tgtEl>
                                        <p:attrNameLst>
                                          <p:attrName>style.visibility</p:attrName>
                                        </p:attrNameLst>
                                      </p:cBhvr>
                                      <p:to>
                                        <p:strVal val="visible"/>
                                      </p:to>
                                    </p:set>
                                    <p:animEffect transition="in" filter="fade">
                                      <p:cBhvr>
                                        <p:cTn id="70" dur="550"/>
                                        <p:tgtEl>
                                          <p:spTgt spid="19"/>
                                        </p:tgtEl>
                                      </p:cBhvr>
                                    </p:animEffect>
                                  </p:childTnLst>
                                </p:cTn>
                              </p:par>
                            </p:childTnLst>
                          </p:cTn>
                        </p:par>
                        <p:par>
                          <p:cTn id="71" fill="hold">
                            <p:stCondLst>
                              <p:cond delay="0"/>
                            </p:stCondLst>
                            <p:childTnLst>
                              <p:par>
                                <p:cTn id="72" presetID="10" presetClass="entr" presetSubtype="0" fill="hold" grpId="0" nodeType="afterEffect">
                                  <p:stCondLst>
                                    <p:cond delay="0"/>
                                  </p:stCondLst>
                                  <p:childTnLst>
                                    <p:set>
                                      <p:cBhvr>
                                        <p:cTn id="73" dur="1" fill="hold">
                                          <p:stCondLst>
                                            <p:cond delay="0"/>
                                          </p:stCondLst>
                                        </p:cTn>
                                        <p:tgtEl>
                                          <p:spTgt spid="20"/>
                                        </p:tgtEl>
                                        <p:attrNameLst>
                                          <p:attrName>style.visibility</p:attrName>
                                        </p:attrNameLst>
                                      </p:cBhvr>
                                      <p:to>
                                        <p:strVal val="visible"/>
                                      </p:to>
                                    </p:set>
                                    <p:animEffect transition="in" filter="fade">
                                      <p:cBhvr>
                                        <p:cTn id="74" dur="550"/>
                                        <p:tgtEl>
                                          <p:spTgt spid="20"/>
                                        </p:tgtEl>
                                      </p:cBhvr>
                                    </p:animEffect>
                                  </p:childTnLst>
                                </p:cTn>
                              </p:par>
                            </p:childTnLst>
                          </p:cTn>
                        </p:par>
                        <p:par>
                          <p:cTn id="75" fill="hold">
                            <p:stCondLst>
                              <p:cond delay="0"/>
                            </p:stCondLst>
                            <p:childTnLst>
                              <p:par>
                                <p:cTn id="76" presetID="10" presetClass="entr" presetSubtype="0" fill="hold" grpId="0" nodeType="afterEffect">
                                  <p:stCondLst>
                                    <p:cond delay="0"/>
                                  </p:stCondLst>
                                  <p:childTnLst>
                                    <p:set>
                                      <p:cBhvr>
                                        <p:cTn id="77" dur="1" fill="hold">
                                          <p:stCondLst>
                                            <p:cond delay="0"/>
                                          </p:stCondLst>
                                        </p:cTn>
                                        <p:tgtEl>
                                          <p:spTgt spid="21"/>
                                        </p:tgtEl>
                                        <p:attrNameLst>
                                          <p:attrName>style.visibility</p:attrName>
                                        </p:attrNameLst>
                                      </p:cBhvr>
                                      <p:to>
                                        <p:strVal val="visible"/>
                                      </p:to>
                                    </p:set>
                                    <p:animEffect transition="in" filter="fade">
                                      <p:cBhvr>
                                        <p:cTn id="78" dur="550"/>
                                        <p:tgtEl>
                                          <p:spTgt spid="21"/>
                                        </p:tgtEl>
                                      </p:cBhvr>
                                    </p:animEffect>
                                  </p:childTnLst>
                                </p:cTn>
                              </p:par>
                            </p:childTnLst>
                          </p:cTn>
                        </p:par>
                        <p:par>
                          <p:cTn id="79" fill="hold">
                            <p:stCondLst>
                              <p:cond delay="0"/>
                            </p:stCondLst>
                            <p:childTnLst>
                              <p:par>
                                <p:cTn id="80" presetID="10" presetClass="entr" presetSubtype="0" fill="hold" grpId="0" nodeType="afterEffect">
                                  <p:stCondLst>
                                    <p:cond delay="0"/>
                                  </p:stCondLst>
                                  <p:childTnLst>
                                    <p:set>
                                      <p:cBhvr>
                                        <p:cTn id="81" dur="1" fill="hold">
                                          <p:stCondLst>
                                            <p:cond delay="0"/>
                                          </p:stCondLst>
                                        </p:cTn>
                                        <p:tgtEl>
                                          <p:spTgt spid="22"/>
                                        </p:tgtEl>
                                        <p:attrNameLst>
                                          <p:attrName>style.visibility</p:attrName>
                                        </p:attrNameLst>
                                      </p:cBhvr>
                                      <p:to>
                                        <p:strVal val="visible"/>
                                      </p:to>
                                    </p:set>
                                    <p:animEffect transition="in" filter="fade">
                                      <p:cBhvr>
                                        <p:cTn id="82" dur="550"/>
                                        <p:tgtEl>
                                          <p:spTgt spid="22"/>
                                        </p:tgtEl>
                                      </p:cBhvr>
                                    </p:animEffect>
                                  </p:childTnLst>
                                </p:cTn>
                              </p:par>
                            </p:childTnLst>
                          </p:cTn>
                        </p:par>
                        <p:par>
                          <p:cTn id="83" fill="hold">
                            <p:stCondLst>
                              <p:cond delay="0"/>
                            </p:stCondLst>
                            <p:childTnLst>
                              <p:par>
                                <p:cTn id="84" presetID="10" presetClass="entr" presetSubtype="0" fill="hold" grpId="0" nodeType="afterEffect">
                                  <p:stCondLst>
                                    <p:cond delay="0"/>
                                  </p:stCondLst>
                                  <p:childTnLst>
                                    <p:set>
                                      <p:cBhvr>
                                        <p:cTn id="85" dur="1" fill="hold">
                                          <p:stCondLst>
                                            <p:cond delay="0"/>
                                          </p:stCondLst>
                                        </p:cTn>
                                        <p:tgtEl>
                                          <p:spTgt spid="23"/>
                                        </p:tgtEl>
                                        <p:attrNameLst>
                                          <p:attrName>style.visibility</p:attrName>
                                        </p:attrNameLst>
                                      </p:cBhvr>
                                      <p:to>
                                        <p:strVal val="visible"/>
                                      </p:to>
                                    </p:set>
                                    <p:animEffect transition="in" filter="fade">
                                      <p:cBhvr>
                                        <p:cTn id="86" dur="550"/>
                                        <p:tgtEl>
                                          <p:spTgt spid="23"/>
                                        </p:tgtEl>
                                      </p:cBhvr>
                                    </p:animEffect>
                                  </p:childTnLst>
                                </p:cTn>
                              </p:par>
                            </p:childTnLst>
                          </p:cTn>
                        </p:par>
                        <p:par>
                          <p:cTn id="87" fill="hold">
                            <p:stCondLst>
                              <p:cond delay="0"/>
                            </p:stCondLst>
                            <p:childTnLst>
                              <p:par>
                                <p:cTn id="88" presetID="10" presetClass="entr" presetSubtype="0" fill="hold" grpId="0" nodeType="afterEffect">
                                  <p:stCondLst>
                                    <p:cond delay="0"/>
                                  </p:stCondLst>
                                  <p:childTnLst>
                                    <p:set>
                                      <p:cBhvr>
                                        <p:cTn id="89" dur="1" fill="hold">
                                          <p:stCondLst>
                                            <p:cond delay="0"/>
                                          </p:stCondLst>
                                        </p:cTn>
                                        <p:tgtEl>
                                          <p:spTgt spid="24"/>
                                        </p:tgtEl>
                                        <p:attrNameLst>
                                          <p:attrName>style.visibility</p:attrName>
                                        </p:attrNameLst>
                                      </p:cBhvr>
                                      <p:to>
                                        <p:strVal val="visible"/>
                                      </p:to>
                                    </p:set>
                                    <p:animEffect transition="in" filter="fade">
                                      <p:cBhvr>
                                        <p:cTn id="90" dur="550"/>
                                        <p:tgtEl>
                                          <p:spTgt spid="24"/>
                                        </p:tgtEl>
                                      </p:cBhvr>
                                    </p:animEffect>
                                  </p:childTnLst>
                                </p:cTn>
                              </p:par>
                            </p:childTnLst>
                          </p:cTn>
                        </p:par>
                        <p:par>
                          <p:cTn id="91" fill="hold">
                            <p:stCondLst>
                              <p:cond delay="0"/>
                            </p:stCondLst>
                            <p:childTnLst>
                              <p:par>
                                <p:cTn id="92" presetID="10" presetClass="entr" presetSubtype="0" fill="hold" grpId="0" nodeType="afterEffect">
                                  <p:stCondLst>
                                    <p:cond delay="0"/>
                                  </p:stCondLst>
                                  <p:childTnLst>
                                    <p:set>
                                      <p:cBhvr>
                                        <p:cTn id="93" dur="1" fill="hold">
                                          <p:stCondLst>
                                            <p:cond delay="0"/>
                                          </p:stCondLst>
                                        </p:cTn>
                                        <p:tgtEl>
                                          <p:spTgt spid="25"/>
                                        </p:tgtEl>
                                        <p:attrNameLst>
                                          <p:attrName>style.visibility</p:attrName>
                                        </p:attrNameLst>
                                      </p:cBhvr>
                                      <p:to>
                                        <p:strVal val="visible"/>
                                      </p:to>
                                    </p:set>
                                    <p:animEffect transition="in" filter="fade">
                                      <p:cBhvr>
                                        <p:cTn id="94" dur="550"/>
                                        <p:tgtEl>
                                          <p:spTgt spid="25"/>
                                        </p:tgtEl>
                                      </p:cBhvr>
                                    </p:animEffect>
                                  </p:childTnLst>
                                </p:cTn>
                              </p:par>
                            </p:childTnLst>
                          </p:cTn>
                        </p:par>
                        <p:par>
                          <p:cTn id="95" fill="hold">
                            <p:stCondLst>
                              <p:cond delay="0"/>
                            </p:stCondLst>
                            <p:childTnLst>
                              <p:par>
                                <p:cTn id="96" presetID="10" presetClass="entr" presetSubtype="0" fill="hold" grpId="0" nodeType="afterEffect">
                                  <p:stCondLst>
                                    <p:cond delay="0"/>
                                  </p:stCondLst>
                                  <p:childTnLst>
                                    <p:set>
                                      <p:cBhvr>
                                        <p:cTn id="97" dur="1" fill="hold">
                                          <p:stCondLst>
                                            <p:cond delay="0"/>
                                          </p:stCondLst>
                                        </p:cTn>
                                        <p:tgtEl>
                                          <p:spTgt spid="26"/>
                                        </p:tgtEl>
                                        <p:attrNameLst>
                                          <p:attrName>style.visibility</p:attrName>
                                        </p:attrNameLst>
                                      </p:cBhvr>
                                      <p:to>
                                        <p:strVal val="visible"/>
                                      </p:to>
                                    </p:set>
                                    <p:animEffect transition="in" filter="fade">
                                      <p:cBhvr>
                                        <p:cTn id="98" dur="550"/>
                                        <p:tgtEl>
                                          <p:spTgt spid="26"/>
                                        </p:tgtEl>
                                      </p:cBhvr>
                                    </p:animEffect>
                                  </p:childTnLst>
                                </p:cTn>
                              </p:par>
                            </p:childTnLst>
                          </p:cTn>
                        </p:par>
                        <p:par>
                          <p:cTn id="99" fill="hold">
                            <p:stCondLst>
                              <p:cond delay="0"/>
                            </p:stCondLst>
                            <p:childTnLst>
                              <p:par>
                                <p:cTn id="100" presetID="10" presetClass="entr" presetSubtype="0" fill="hold" grpId="0" nodeType="afterEffect">
                                  <p:stCondLst>
                                    <p:cond delay="0"/>
                                  </p:stCondLst>
                                  <p:childTnLst>
                                    <p:set>
                                      <p:cBhvr>
                                        <p:cTn id="101" dur="1" fill="hold">
                                          <p:stCondLst>
                                            <p:cond delay="0"/>
                                          </p:stCondLst>
                                        </p:cTn>
                                        <p:tgtEl>
                                          <p:spTgt spid="27"/>
                                        </p:tgtEl>
                                        <p:attrNameLst>
                                          <p:attrName>style.visibility</p:attrName>
                                        </p:attrNameLst>
                                      </p:cBhvr>
                                      <p:to>
                                        <p:strVal val="visible"/>
                                      </p:to>
                                    </p:set>
                                    <p:animEffect transition="in" filter="fade">
                                      <p:cBhvr>
                                        <p:cTn id="102" dur="550"/>
                                        <p:tgtEl>
                                          <p:spTgt spid="27"/>
                                        </p:tgtEl>
                                      </p:cBhvr>
                                    </p:animEffect>
                                  </p:childTnLst>
                                </p:cTn>
                              </p:par>
                            </p:childTnLst>
                          </p:cTn>
                        </p:par>
                        <p:par>
                          <p:cTn id="103" fill="hold">
                            <p:stCondLst>
                              <p:cond delay="0"/>
                            </p:stCondLst>
                            <p:childTnLst>
                              <p:par>
                                <p:cTn id="104" presetID="10" presetClass="entr" presetSubtype="0" fill="hold" grpId="0" nodeType="afterEffect">
                                  <p:stCondLst>
                                    <p:cond delay="0"/>
                                  </p:stCondLst>
                                  <p:childTnLst>
                                    <p:set>
                                      <p:cBhvr>
                                        <p:cTn id="105" dur="1" fill="hold">
                                          <p:stCondLst>
                                            <p:cond delay="0"/>
                                          </p:stCondLst>
                                        </p:cTn>
                                        <p:tgtEl>
                                          <p:spTgt spid="28"/>
                                        </p:tgtEl>
                                        <p:attrNameLst>
                                          <p:attrName>style.visibility</p:attrName>
                                        </p:attrNameLst>
                                      </p:cBhvr>
                                      <p:to>
                                        <p:strVal val="visible"/>
                                      </p:to>
                                    </p:set>
                                    <p:animEffect transition="in" filter="fade">
                                      <p:cBhvr>
                                        <p:cTn id="106" dur="550"/>
                                        <p:tgtEl>
                                          <p:spTgt spid="28"/>
                                        </p:tgtEl>
                                      </p:cBhvr>
                                    </p:animEffect>
                                  </p:childTnLst>
                                </p:cTn>
                              </p:par>
                            </p:childTnLst>
                          </p:cTn>
                        </p:par>
                        <p:par>
                          <p:cTn id="107" fill="hold">
                            <p:stCondLst>
                              <p:cond delay="0"/>
                            </p:stCondLst>
                            <p:childTnLst>
                              <p:par>
                                <p:cTn id="108" presetID="10" presetClass="entr" presetSubtype="0" fill="hold" grpId="0" nodeType="afterEffect">
                                  <p:stCondLst>
                                    <p:cond delay="0"/>
                                  </p:stCondLst>
                                  <p:childTnLst>
                                    <p:set>
                                      <p:cBhvr>
                                        <p:cTn id="109" dur="1" fill="hold">
                                          <p:stCondLst>
                                            <p:cond delay="0"/>
                                          </p:stCondLst>
                                        </p:cTn>
                                        <p:tgtEl>
                                          <p:spTgt spid="29"/>
                                        </p:tgtEl>
                                        <p:attrNameLst>
                                          <p:attrName>style.visibility</p:attrName>
                                        </p:attrNameLst>
                                      </p:cBhvr>
                                      <p:to>
                                        <p:strVal val="visible"/>
                                      </p:to>
                                    </p:set>
                                    <p:animEffect transition="in" filter="fade">
                                      <p:cBhvr>
                                        <p:cTn id="110" dur="550"/>
                                        <p:tgtEl>
                                          <p:spTgt spid="29"/>
                                        </p:tgtEl>
                                      </p:cBhvr>
                                    </p:animEffect>
                                  </p:childTnLst>
                                </p:cTn>
                              </p:par>
                            </p:childTnLst>
                          </p:cTn>
                        </p:par>
                        <p:par>
                          <p:cTn id="111" fill="hold">
                            <p:stCondLst>
                              <p:cond delay="0"/>
                            </p:stCondLst>
                            <p:childTnLst>
                              <p:par>
                                <p:cTn id="112" presetID="10" presetClass="entr" presetSubtype="0" fill="hold" grpId="0" nodeType="afterEffect">
                                  <p:stCondLst>
                                    <p:cond delay="0"/>
                                  </p:stCondLst>
                                  <p:childTnLst>
                                    <p:set>
                                      <p:cBhvr>
                                        <p:cTn id="113" dur="1" fill="hold">
                                          <p:stCondLst>
                                            <p:cond delay="0"/>
                                          </p:stCondLst>
                                        </p:cTn>
                                        <p:tgtEl>
                                          <p:spTgt spid="30"/>
                                        </p:tgtEl>
                                        <p:attrNameLst>
                                          <p:attrName>style.visibility</p:attrName>
                                        </p:attrNameLst>
                                      </p:cBhvr>
                                      <p:to>
                                        <p:strVal val="visible"/>
                                      </p:to>
                                    </p:set>
                                    <p:animEffect transition="in" filter="fade">
                                      <p:cBhvr>
                                        <p:cTn id="114" dur="550"/>
                                        <p:tgtEl>
                                          <p:spTgt spid="30"/>
                                        </p:tgtEl>
                                      </p:cBhvr>
                                    </p:animEffect>
                                  </p:childTnLst>
                                </p:cTn>
                              </p:par>
                            </p:childTnLst>
                          </p:cTn>
                        </p:par>
                        <p:par>
                          <p:cTn id="115" fill="hold">
                            <p:stCondLst>
                              <p:cond delay="0"/>
                            </p:stCondLst>
                            <p:childTnLst>
                              <p:par>
                                <p:cTn id="116" presetID="10" presetClass="entr" presetSubtype="0" fill="hold" grpId="0" nodeType="afterEffect">
                                  <p:stCondLst>
                                    <p:cond delay="0"/>
                                  </p:stCondLst>
                                  <p:childTnLst>
                                    <p:set>
                                      <p:cBhvr>
                                        <p:cTn id="117" dur="1" fill="hold">
                                          <p:stCondLst>
                                            <p:cond delay="0"/>
                                          </p:stCondLst>
                                        </p:cTn>
                                        <p:tgtEl>
                                          <p:spTgt spid="31"/>
                                        </p:tgtEl>
                                        <p:attrNameLst>
                                          <p:attrName>style.visibility</p:attrName>
                                        </p:attrNameLst>
                                      </p:cBhvr>
                                      <p:to>
                                        <p:strVal val="visible"/>
                                      </p:to>
                                    </p:set>
                                    <p:animEffect transition="in" filter="fade">
                                      <p:cBhvr>
                                        <p:cTn id="118" dur="550"/>
                                        <p:tgtEl>
                                          <p:spTgt spid="31"/>
                                        </p:tgtEl>
                                      </p:cBhvr>
                                    </p:animEffect>
                                  </p:childTnLst>
                                </p:cTn>
                              </p:par>
                            </p:childTnLst>
                          </p:cTn>
                        </p:par>
                        <p:par>
                          <p:cTn id="119" fill="hold">
                            <p:stCondLst>
                              <p:cond delay="0"/>
                            </p:stCondLst>
                            <p:childTnLst>
                              <p:par>
                                <p:cTn id="120" presetID="10" presetClass="entr" presetSubtype="0" fill="hold" grpId="0" nodeType="afterEffect">
                                  <p:stCondLst>
                                    <p:cond delay="0"/>
                                  </p:stCondLst>
                                  <p:childTnLst>
                                    <p:set>
                                      <p:cBhvr>
                                        <p:cTn id="121" dur="1" fill="hold">
                                          <p:stCondLst>
                                            <p:cond delay="0"/>
                                          </p:stCondLst>
                                        </p:cTn>
                                        <p:tgtEl>
                                          <p:spTgt spid="32"/>
                                        </p:tgtEl>
                                        <p:attrNameLst>
                                          <p:attrName>style.visibility</p:attrName>
                                        </p:attrNameLst>
                                      </p:cBhvr>
                                      <p:to>
                                        <p:strVal val="visible"/>
                                      </p:to>
                                    </p:set>
                                    <p:animEffect transition="in" filter="fade">
                                      <p:cBhvr>
                                        <p:cTn id="122" dur="550"/>
                                        <p:tgtEl>
                                          <p:spTgt spid="32"/>
                                        </p:tgtEl>
                                      </p:cBhvr>
                                    </p:animEffect>
                                  </p:childTnLst>
                                </p:cTn>
                              </p:par>
                            </p:childTnLst>
                          </p:cTn>
                        </p:par>
                        <p:par>
                          <p:cTn id="123" fill="hold">
                            <p:stCondLst>
                              <p:cond delay="0"/>
                            </p:stCondLst>
                            <p:childTnLst>
                              <p:par>
                                <p:cTn id="124" presetID="10" presetClass="entr" presetSubtype="0" fill="hold" grpId="0" nodeType="afterEffect">
                                  <p:stCondLst>
                                    <p:cond delay="0"/>
                                  </p:stCondLst>
                                  <p:childTnLst>
                                    <p:set>
                                      <p:cBhvr>
                                        <p:cTn id="125" dur="1" fill="hold">
                                          <p:stCondLst>
                                            <p:cond delay="0"/>
                                          </p:stCondLst>
                                        </p:cTn>
                                        <p:tgtEl>
                                          <p:spTgt spid="33"/>
                                        </p:tgtEl>
                                        <p:attrNameLst>
                                          <p:attrName>style.visibility</p:attrName>
                                        </p:attrNameLst>
                                      </p:cBhvr>
                                      <p:to>
                                        <p:strVal val="visible"/>
                                      </p:to>
                                    </p:set>
                                    <p:animEffect transition="in" filter="fade">
                                      <p:cBhvr>
                                        <p:cTn id="126" dur="550"/>
                                        <p:tgtEl>
                                          <p:spTgt spid="33"/>
                                        </p:tgtEl>
                                      </p:cBhvr>
                                    </p:animEffect>
                                  </p:childTnLst>
                                </p:cTn>
                              </p:par>
                            </p:childTnLst>
                          </p:cTn>
                        </p:par>
                        <p:par>
                          <p:cTn id="127" fill="hold">
                            <p:stCondLst>
                              <p:cond delay="0"/>
                            </p:stCondLst>
                            <p:childTnLst>
                              <p:par>
                                <p:cTn id="128" presetID="10" presetClass="entr" presetSubtype="0" fill="hold" grpId="0" nodeType="afterEffect">
                                  <p:stCondLst>
                                    <p:cond delay="0"/>
                                  </p:stCondLst>
                                  <p:childTnLst>
                                    <p:set>
                                      <p:cBhvr>
                                        <p:cTn id="129" dur="1" fill="hold">
                                          <p:stCondLst>
                                            <p:cond delay="0"/>
                                          </p:stCondLst>
                                        </p:cTn>
                                        <p:tgtEl>
                                          <p:spTgt spid="34"/>
                                        </p:tgtEl>
                                        <p:attrNameLst>
                                          <p:attrName>style.visibility</p:attrName>
                                        </p:attrNameLst>
                                      </p:cBhvr>
                                      <p:to>
                                        <p:strVal val="visible"/>
                                      </p:to>
                                    </p:set>
                                    <p:animEffect transition="in" filter="fade">
                                      <p:cBhvr>
                                        <p:cTn id="130" dur="550"/>
                                        <p:tgtEl>
                                          <p:spTgt spid="34"/>
                                        </p:tgtEl>
                                      </p:cBhvr>
                                    </p:animEffect>
                                  </p:childTnLst>
                                </p:cTn>
                              </p:par>
                            </p:childTnLst>
                          </p:cTn>
                        </p:par>
                        <p:par>
                          <p:cTn id="131" fill="hold">
                            <p:stCondLst>
                              <p:cond delay="0"/>
                            </p:stCondLst>
                            <p:childTnLst>
                              <p:par>
                                <p:cTn id="132" presetID="10" presetClass="entr" presetSubtype="0" fill="hold" grpId="0" nodeType="afterEffect">
                                  <p:stCondLst>
                                    <p:cond delay="0"/>
                                  </p:stCondLst>
                                  <p:childTnLst>
                                    <p:set>
                                      <p:cBhvr>
                                        <p:cTn id="133" dur="1" fill="hold">
                                          <p:stCondLst>
                                            <p:cond delay="0"/>
                                          </p:stCondLst>
                                        </p:cTn>
                                        <p:tgtEl>
                                          <p:spTgt spid="35"/>
                                        </p:tgtEl>
                                        <p:attrNameLst>
                                          <p:attrName>style.visibility</p:attrName>
                                        </p:attrNameLst>
                                      </p:cBhvr>
                                      <p:to>
                                        <p:strVal val="visible"/>
                                      </p:to>
                                    </p:set>
                                    <p:animEffect transition="in" filter="fade">
                                      <p:cBhvr>
                                        <p:cTn id="134" dur="550"/>
                                        <p:tgtEl>
                                          <p:spTgt spid="35"/>
                                        </p:tgtEl>
                                      </p:cBhvr>
                                    </p:animEffect>
                                  </p:childTnLst>
                                </p:cTn>
                              </p:par>
                            </p:childTnLst>
                          </p:cTn>
                        </p:par>
                        <p:par>
                          <p:cTn id="135" fill="hold">
                            <p:stCondLst>
                              <p:cond delay="0"/>
                            </p:stCondLst>
                            <p:childTnLst>
                              <p:par>
                                <p:cTn id="136" presetID="10" presetClass="entr" presetSubtype="0" fill="hold" grpId="0" nodeType="afterEffect">
                                  <p:stCondLst>
                                    <p:cond delay="0"/>
                                  </p:stCondLst>
                                  <p:childTnLst>
                                    <p:set>
                                      <p:cBhvr>
                                        <p:cTn id="137" dur="1" fill="hold">
                                          <p:stCondLst>
                                            <p:cond delay="0"/>
                                          </p:stCondLst>
                                        </p:cTn>
                                        <p:tgtEl>
                                          <p:spTgt spid="36"/>
                                        </p:tgtEl>
                                        <p:attrNameLst>
                                          <p:attrName>style.visibility</p:attrName>
                                        </p:attrNameLst>
                                      </p:cBhvr>
                                      <p:to>
                                        <p:strVal val="visible"/>
                                      </p:to>
                                    </p:set>
                                    <p:animEffect transition="in" filter="fade">
                                      <p:cBhvr>
                                        <p:cTn id="138" dur="550"/>
                                        <p:tgtEl>
                                          <p:spTgt spid="36"/>
                                        </p:tgtEl>
                                      </p:cBhvr>
                                    </p:animEffect>
                                  </p:childTnLst>
                                </p:cTn>
                              </p:par>
                            </p:childTnLst>
                          </p:cTn>
                        </p:par>
                        <p:par>
                          <p:cTn id="139" fill="hold">
                            <p:stCondLst>
                              <p:cond delay="0"/>
                            </p:stCondLst>
                            <p:childTnLst>
                              <p:par>
                                <p:cTn id="140" presetID="10" presetClass="entr" presetSubtype="0" fill="hold" grpId="0" nodeType="afterEffect">
                                  <p:stCondLst>
                                    <p:cond delay="0"/>
                                  </p:stCondLst>
                                  <p:childTnLst>
                                    <p:set>
                                      <p:cBhvr>
                                        <p:cTn id="141" dur="1" fill="hold">
                                          <p:stCondLst>
                                            <p:cond delay="0"/>
                                          </p:stCondLst>
                                        </p:cTn>
                                        <p:tgtEl>
                                          <p:spTgt spid="37"/>
                                        </p:tgtEl>
                                        <p:attrNameLst>
                                          <p:attrName>style.visibility</p:attrName>
                                        </p:attrNameLst>
                                      </p:cBhvr>
                                      <p:to>
                                        <p:strVal val="visible"/>
                                      </p:to>
                                    </p:set>
                                    <p:animEffect transition="in" filter="fade">
                                      <p:cBhvr>
                                        <p:cTn id="142" dur="550"/>
                                        <p:tgtEl>
                                          <p:spTgt spid="37"/>
                                        </p:tgtEl>
                                      </p:cBhvr>
                                    </p:animEffect>
                                  </p:childTnLst>
                                </p:cTn>
                              </p:par>
                            </p:childTnLst>
                          </p:cTn>
                        </p:par>
                        <p:par>
                          <p:cTn id="143" fill="hold">
                            <p:stCondLst>
                              <p:cond delay="0"/>
                            </p:stCondLst>
                            <p:childTnLst>
                              <p:par>
                                <p:cTn id="144" presetID="10" presetClass="entr" presetSubtype="0" fill="hold" grpId="0" nodeType="afterEffect">
                                  <p:stCondLst>
                                    <p:cond delay="0"/>
                                  </p:stCondLst>
                                  <p:childTnLst>
                                    <p:set>
                                      <p:cBhvr>
                                        <p:cTn id="145" dur="1" fill="hold">
                                          <p:stCondLst>
                                            <p:cond delay="0"/>
                                          </p:stCondLst>
                                        </p:cTn>
                                        <p:tgtEl>
                                          <p:spTgt spid="38"/>
                                        </p:tgtEl>
                                        <p:attrNameLst>
                                          <p:attrName>style.visibility</p:attrName>
                                        </p:attrNameLst>
                                      </p:cBhvr>
                                      <p:to>
                                        <p:strVal val="visible"/>
                                      </p:to>
                                    </p:set>
                                    <p:animEffect transition="in" filter="fade">
                                      <p:cBhvr>
                                        <p:cTn id="146" dur="550"/>
                                        <p:tgtEl>
                                          <p:spTgt spid="38"/>
                                        </p:tgtEl>
                                      </p:cBhvr>
                                    </p:animEffect>
                                  </p:childTnLst>
                                </p:cTn>
                              </p:par>
                            </p:childTnLst>
                          </p:cTn>
                        </p:par>
                        <p:par>
                          <p:cTn id="147" fill="hold">
                            <p:stCondLst>
                              <p:cond delay="0"/>
                            </p:stCondLst>
                            <p:childTnLst>
                              <p:par>
                                <p:cTn id="148" presetID="10" presetClass="entr" presetSubtype="0" fill="hold" grpId="0" nodeType="afterEffect">
                                  <p:stCondLst>
                                    <p:cond delay="0"/>
                                  </p:stCondLst>
                                  <p:childTnLst>
                                    <p:set>
                                      <p:cBhvr>
                                        <p:cTn id="149" dur="1" fill="hold">
                                          <p:stCondLst>
                                            <p:cond delay="0"/>
                                          </p:stCondLst>
                                        </p:cTn>
                                        <p:tgtEl>
                                          <p:spTgt spid="39"/>
                                        </p:tgtEl>
                                        <p:attrNameLst>
                                          <p:attrName>style.visibility</p:attrName>
                                        </p:attrNameLst>
                                      </p:cBhvr>
                                      <p:to>
                                        <p:strVal val="visible"/>
                                      </p:to>
                                    </p:set>
                                    <p:animEffect transition="in" filter="fade">
                                      <p:cBhvr>
                                        <p:cTn id="150" dur="550"/>
                                        <p:tgtEl>
                                          <p:spTgt spid="39"/>
                                        </p:tgtEl>
                                      </p:cBhvr>
                                    </p:animEffect>
                                  </p:childTnLst>
                                </p:cTn>
                              </p:par>
                            </p:childTnLst>
                          </p:cTn>
                        </p:par>
                        <p:par>
                          <p:cTn id="151" fill="hold">
                            <p:stCondLst>
                              <p:cond delay="0"/>
                            </p:stCondLst>
                            <p:childTnLst>
                              <p:par>
                                <p:cTn id="152" presetID="10" presetClass="entr" presetSubtype="0" fill="hold" grpId="0" nodeType="afterEffect">
                                  <p:stCondLst>
                                    <p:cond delay="0"/>
                                  </p:stCondLst>
                                  <p:childTnLst>
                                    <p:set>
                                      <p:cBhvr>
                                        <p:cTn id="153" dur="1" fill="hold">
                                          <p:stCondLst>
                                            <p:cond delay="0"/>
                                          </p:stCondLst>
                                        </p:cTn>
                                        <p:tgtEl>
                                          <p:spTgt spid="40"/>
                                        </p:tgtEl>
                                        <p:attrNameLst>
                                          <p:attrName>style.visibility</p:attrName>
                                        </p:attrNameLst>
                                      </p:cBhvr>
                                      <p:to>
                                        <p:strVal val="visible"/>
                                      </p:to>
                                    </p:set>
                                    <p:animEffect transition="in" filter="fade">
                                      <p:cBhvr>
                                        <p:cTn id="154" dur="550"/>
                                        <p:tgtEl>
                                          <p:spTgt spid="40"/>
                                        </p:tgtEl>
                                      </p:cBhvr>
                                    </p:animEffect>
                                  </p:childTnLst>
                                </p:cTn>
                              </p:par>
                            </p:childTnLst>
                          </p:cTn>
                        </p:par>
                        <p:par>
                          <p:cTn id="155" fill="hold">
                            <p:stCondLst>
                              <p:cond delay="150"/>
                            </p:stCondLst>
                            <p:childTnLst>
                              <p:par>
                                <p:cTn id="156" presetID="53" presetClass="entr" presetSubtype="16" fill="hold" grpId="0" nodeType="afterEffect">
                                  <p:stCondLst>
                                    <p:cond delay="0"/>
                                  </p:stCondLst>
                                  <p:childTnLst>
                                    <p:set>
                                      <p:cBhvr>
                                        <p:cTn id="157" dur="1" fill="hold">
                                          <p:stCondLst>
                                            <p:cond delay="0"/>
                                          </p:stCondLst>
                                        </p:cTn>
                                        <p:tgtEl>
                                          <p:spTgt spid="41"/>
                                        </p:tgtEl>
                                        <p:attrNameLst>
                                          <p:attrName>style.visibility</p:attrName>
                                        </p:attrNameLst>
                                      </p:cBhvr>
                                      <p:to>
                                        <p:strVal val="visible"/>
                                      </p:to>
                                    </p:set>
                                    <p:animEffect transition="in" filter="fade">
                                      <p:cBhvr>
                                        <p:cTn id="158" dur="550"/>
                                        <p:tgtEl>
                                          <p:spTgt spid="41"/>
                                        </p:tgtEl>
                                      </p:cBhvr>
                                    </p:animEffect>
                                    <p:anim calcmode="lin" valueType="num">
                                      <p:cBhvr additive="base">
                                        <p:cTn id="159" dur="550" fill="hold"/>
                                        <p:tgtEl>
                                          <p:spTgt spid="41"/>
                                        </p:tgtEl>
                                        <p:attrNameLst>
                                          <p:attrName>ppt_w</p:attrName>
                                        </p:attrNameLst>
                                      </p:cBhvr>
                                      <p:tavLst>
                                        <p:tav tm="0">
                                          <p:val>
                                            <p:strVal val="0"/>
                                          </p:val>
                                        </p:tav>
                                        <p:tav tm="100000">
                                          <p:val>
                                            <p:strVal val="#ppt_w"/>
                                          </p:val>
                                        </p:tav>
                                      </p:tavLst>
                                    </p:anim>
                                    <p:anim calcmode="lin" valueType="num">
                                      <p:cBhvr additive="base">
                                        <p:cTn id="160" dur="550" fill="hold"/>
                                        <p:tgtEl>
                                          <p:spTgt spid="41"/>
                                        </p:tgtEl>
                                        <p:attrNameLst>
                                          <p:attrName>ppt_h</p:attrName>
                                        </p:attrNameLst>
                                      </p:cBhvr>
                                      <p:tavLst>
                                        <p:tav tm="0">
                                          <p:val>
                                            <p:strVal val="0"/>
                                          </p:val>
                                        </p:tav>
                                        <p:tav tm="100000">
                                          <p:val>
                                            <p:strVal val="#ppt_h"/>
                                          </p:val>
                                        </p:tav>
                                      </p:tavLst>
                                    </p:anim>
                                  </p:childTnLst>
                                </p:cTn>
                              </p:par>
                            </p:childTnLst>
                          </p:cTn>
                        </p:par>
                        <p:par>
                          <p:cTn id="161" fill="hold">
                            <p:stCondLst>
                              <p:cond delay="150"/>
                            </p:stCondLst>
                            <p:childTnLst>
                              <p:par>
                                <p:cTn id="162" presetID="53" presetClass="entr" presetSubtype="16" fill="hold" grpId="0" nodeType="afterEffect">
                                  <p:stCondLst>
                                    <p:cond delay="0"/>
                                  </p:stCondLst>
                                  <p:childTnLst>
                                    <p:set>
                                      <p:cBhvr>
                                        <p:cTn id="163" dur="1" fill="hold">
                                          <p:stCondLst>
                                            <p:cond delay="0"/>
                                          </p:stCondLst>
                                        </p:cTn>
                                        <p:tgtEl>
                                          <p:spTgt spid="42"/>
                                        </p:tgtEl>
                                        <p:attrNameLst>
                                          <p:attrName>style.visibility</p:attrName>
                                        </p:attrNameLst>
                                      </p:cBhvr>
                                      <p:to>
                                        <p:strVal val="visible"/>
                                      </p:to>
                                    </p:set>
                                    <p:animEffect transition="in" filter="fade">
                                      <p:cBhvr>
                                        <p:cTn id="164" dur="550"/>
                                        <p:tgtEl>
                                          <p:spTgt spid="42"/>
                                        </p:tgtEl>
                                      </p:cBhvr>
                                    </p:animEffect>
                                    <p:anim calcmode="lin" valueType="num">
                                      <p:cBhvr additive="base">
                                        <p:cTn id="165" dur="550" fill="hold"/>
                                        <p:tgtEl>
                                          <p:spTgt spid="42"/>
                                        </p:tgtEl>
                                        <p:attrNameLst>
                                          <p:attrName>ppt_w</p:attrName>
                                        </p:attrNameLst>
                                      </p:cBhvr>
                                      <p:tavLst>
                                        <p:tav tm="0">
                                          <p:val>
                                            <p:strVal val="0"/>
                                          </p:val>
                                        </p:tav>
                                        <p:tav tm="100000">
                                          <p:val>
                                            <p:strVal val="#ppt_w"/>
                                          </p:val>
                                        </p:tav>
                                      </p:tavLst>
                                    </p:anim>
                                    <p:anim calcmode="lin" valueType="num">
                                      <p:cBhvr additive="base">
                                        <p:cTn id="166" dur="550" fill="hold"/>
                                        <p:tgtEl>
                                          <p:spTgt spid="42"/>
                                        </p:tgtEl>
                                        <p:attrNameLst>
                                          <p:attrName>ppt_h</p:attrName>
                                        </p:attrNameLst>
                                      </p:cBhvr>
                                      <p:tavLst>
                                        <p:tav tm="0">
                                          <p:val>
                                            <p:strVal val="0"/>
                                          </p:val>
                                        </p:tav>
                                        <p:tav tm="100000">
                                          <p:val>
                                            <p:strVal val="#ppt_h"/>
                                          </p:val>
                                        </p:tav>
                                      </p:tavLst>
                                    </p:anim>
                                  </p:childTnLst>
                                </p:cTn>
                              </p:par>
                            </p:childTnLst>
                          </p:cTn>
                        </p:par>
                        <p:par>
                          <p:cTn id="167" fill="hold">
                            <p:stCondLst>
                              <p:cond delay="150"/>
                            </p:stCondLst>
                            <p:childTnLst>
                              <p:par>
                                <p:cTn id="168" presetID="10" presetClass="entr" presetSubtype="0" fill="hold" grpId="0" nodeType="afterEffect">
                                  <p:stCondLst>
                                    <p:cond delay="0"/>
                                  </p:stCondLst>
                                  <p:childTnLst>
                                    <p:set>
                                      <p:cBhvr>
                                        <p:cTn id="169" dur="1" fill="hold">
                                          <p:stCondLst>
                                            <p:cond delay="0"/>
                                          </p:stCondLst>
                                        </p:cTn>
                                        <p:tgtEl>
                                          <p:spTgt spid="43"/>
                                        </p:tgtEl>
                                        <p:attrNameLst>
                                          <p:attrName>style.visibility</p:attrName>
                                        </p:attrNameLst>
                                      </p:cBhvr>
                                      <p:to>
                                        <p:strVal val="visible"/>
                                      </p:to>
                                    </p:set>
                                    <p:animEffect transition="in" filter="fade">
                                      <p:cBhvr>
                                        <p:cTn id="170" dur="550"/>
                                        <p:tgtEl>
                                          <p:spTgt spid="43"/>
                                        </p:tgtEl>
                                      </p:cBhvr>
                                    </p:animEffect>
                                  </p:childTnLst>
                                </p:cTn>
                              </p:par>
                            </p:childTnLst>
                          </p:cTn>
                        </p:par>
                        <p:par>
                          <p:cTn id="171" fill="hold">
                            <p:stCondLst>
                              <p:cond delay="350"/>
                            </p:stCondLst>
                            <p:childTnLst>
                              <p:par>
                                <p:cTn id="172" presetID="53" presetClass="entr" presetSubtype="16" fill="hold" grpId="0" nodeType="afterEffect">
                                  <p:stCondLst>
                                    <p:cond delay="0"/>
                                  </p:stCondLst>
                                  <p:childTnLst>
                                    <p:set>
                                      <p:cBhvr>
                                        <p:cTn id="173" dur="1" fill="hold">
                                          <p:stCondLst>
                                            <p:cond delay="0"/>
                                          </p:stCondLst>
                                        </p:cTn>
                                        <p:tgtEl>
                                          <p:spTgt spid="44"/>
                                        </p:tgtEl>
                                        <p:attrNameLst>
                                          <p:attrName>style.visibility</p:attrName>
                                        </p:attrNameLst>
                                      </p:cBhvr>
                                      <p:to>
                                        <p:strVal val="visible"/>
                                      </p:to>
                                    </p:set>
                                    <p:animEffect transition="in" filter="fade">
                                      <p:cBhvr>
                                        <p:cTn id="174" dur="550"/>
                                        <p:tgtEl>
                                          <p:spTgt spid="44"/>
                                        </p:tgtEl>
                                      </p:cBhvr>
                                    </p:animEffect>
                                    <p:anim calcmode="lin" valueType="num">
                                      <p:cBhvr additive="base">
                                        <p:cTn id="175" dur="550" fill="hold"/>
                                        <p:tgtEl>
                                          <p:spTgt spid="44"/>
                                        </p:tgtEl>
                                        <p:attrNameLst>
                                          <p:attrName>ppt_w</p:attrName>
                                        </p:attrNameLst>
                                      </p:cBhvr>
                                      <p:tavLst>
                                        <p:tav tm="0">
                                          <p:val>
                                            <p:strVal val="0"/>
                                          </p:val>
                                        </p:tav>
                                        <p:tav tm="100000">
                                          <p:val>
                                            <p:strVal val="#ppt_w"/>
                                          </p:val>
                                        </p:tav>
                                      </p:tavLst>
                                    </p:anim>
                                    <p:anim calcmode="lin" valueType="num">
                                      <p:cBhvr additive="base">
                                        <p:cTn id="176" dur="550" fill="hold"/>
                                        <p:tgtEl>
                                          <p:spTgt spid="44"/>
                                        </p:tgtEl>
                                        <p:attrNameLst>
                                          <p:attrName>ppt_h</p:attrName>
                                        </p:attrNameLst>
                                      </p:cBhvr>
                                      <p:tavLst>
                                        <p:tav tm="0">
                                          <p:val>
                                            <p:strVal val="0"/>
                                          </p:val>
                                        </p:tav>
                                        <p:tav tm="100000">
                                          <p:val>
                                            <p:strVal val="#ppt_h"/>
                                          </p:val>
                                        </p:tav>
                                      </p:tavLst>
                                    </p:anim>
                                  </p:childTnLst>
                                </p:cTn>
                              </p:par>
                            </p:childTnLst>
                          </p:cTn>
                        </p:par>
                        <p:par>
                          <p:cTn id="177" fill="hold">
                            <p:stCondLst>
                              <p:cond delay="450"/>
                            </p:stCondLst>
                            <p:childTnLst>
                              <p:par>
                                <p:cTn id="178" presetID="10" presetClass="entr" presetSubtype="0" fill="hold" grpId="0" nodeType="afterEffect">
                                  <p:stCondLst>
                                    <p:cond delay="0"/>
                                  </p:stCondLst>
                                  <p:childTnLst>
                                    <p:set>
                                      <p:cBhvr>
                                        <p:cTn id="179" dur="1" fill="hold">
                                          <p:stCondLst>
                                            <p:cond delay="0"/>
                                          </p:stCondLst>
                                        </p:cTn>
                                        <p:tgtEl>
                                          <p:spTgt spid="45"/>
                                        </p:tgtEl>
                                        <p:attrNameLst>
                                          <p:attrName>style.visibility</p:attrName>
                                        </p:attrNameLst>
                                      </p:cBhvr>
                                      <p:to>
                                        <p:strVal val="visible"/>
                                      </p:to>
                                    </p:set>
                                    <p:animEffect transition="in" filter="fade">
                                      <p:cBhvr>
                                        <p:cTn id="180" dur="550"/>
                                        <p:tgtEl>
                                          <p:spTgt spid="45"/>
                                        </p:tgtEl>
                                      </p:cBhvr>
                                    </p:animEffect>
                                  </p:childTnLst>
                                </p:cTn>
                              </p:par>
                            </p:childTnLst>
                          </p:cTn>
                        </p:par>
                        <p:par>
                          <p:cTn id="181" fill="hold">
                            <p:stCondLst>
                              <p:cond delay="550"/>
                            </p:stCondLst>
                            <p:childTnLst>
                              <p:par>
                                <p:cTn id="182" presetID="2" presetClass="entr" presetSubtype="8" fill="hold" grpId="0" nodeType="afterEffect">
                                  <p:stCondLst>
                                    <p:cond delay="0"/>
                                  </p:stCondLst>
                                  <p:childTnLst>
                                    <p:set>
                                      <p:cBhvr>
                                        <p:cTn id="183" dur="1" fill="hold">
                                          <p:stCondLst>
                                            <p:cond delay="0"/>
                                          </p:stCondLst>
                                        </p:cTn>
                                        <p:tgtEl>
                                          <p:spTgt spid="46"/>
                                        </p:tgtEl>
                                        <p:attrNameLst>
                                          <p:attrName>style.visibility</p:attrName>
                                        </p:attrNameLst>
                                      </p:cBhvr>
                                      <p:to>
                                        <p:strVal val="visible"/>
                                      </p:to>
                                    </p:set>
                                    <p:anim calcmode="lin" valueType="num">
                                      <p:cBhvr additive="base">
                                        <p:cTn id="185" dur="550" fill="hold"/>
                                        <p:tgtEl>
                                          <p:spTgt spid="46"/>
                                        </p:tgtEl>
                                        <p:attrNameLst>
                                          <p:attrName>ppt_x</p:attrName>
                                        </p:attrNameLst>
                                      </p:cBhvr>
                                      <p:tavLst>
                                        <p:tav tm="0">
                                          <p:val>
                                            <p:strVal val="0-#ppt_w/2"/>
                                          </p:val>
                                        </p:tav>
                                        <p:tav tm="100000">
                                          <p:val>
                                            <p:strVal val="#ppt_x"/>
                                          </p:val>
                                        </p:tav>
                                      </p:tavLst>
                                    </p:anim>
                                    <p:anim calcmode="lin" valueType="num">
                                      <p:cBhvr additive="base">
                                        <p:cTn id="186" dur="550" fill="hold"/>
                                        <p:tgtEl>
                                          <p:spTgt spid="46"/>
                                        </p:tgtEl>
                                        <p:attrNameLst>
                                          <p:attrName>ppt_y</p:attrName>
                                        </p:attrNameLst>
                                      </p:cBhvr>
                                      <p:tavLst>
                                        <p:tav tm="0">
                                          <p:val>
                                            <p:strVal val="#ppt_y"/>
                                          </p:val>
                                        </p:tav>
                                        <p:tav tm="100000">
                                          <p:val>
                                            <p:strVal val="#ppt_y"/>
                                          </p:val>
                                        </p:tav>
                                      </p:tavLst>
                                    </p:anim>
                                  </p:childTnLst>
                                </p:cTn>
                              </p:par>
                            </p:childTnLst>
                          </p:cTn>
                        </p:par>
                        <p:par>
                          <p:cTn id="187" fill="hold">
                            <p:stCondLst>
                              <p:cond delay="650"/>
                            </p:stCondLst>
                            <p:childTnLst>
                              <p:par>
                                <p:cTn id="188" presetID="22" presetClass="entr" presetSubtype="8" fill="hold" grpId="0" nodeType="afterEffect">
                                  <p:stCondLst>
                                    <p:cond delay="0"/>
                                  </p:stCondLst>
                                  <p:childTnLst>
                                    <p:set>
                                      <p:cBhvr>
                                        <p:cTn id="189" dur="1" fill="hold">
                                          <p:stCondLst>
                                            <p:cond delay="0"/>
                                          </p:stCondLst>
                                        </p:cTn>
                                        <p:tgtEl>
                                          <p:spTgt spid="47"/>
                                        </p:tgtEl>
                                        <p:attrNameLst>
                                          <p:attrName>style.visibility</p:attrName>
                                        </p:attrNameLst>
                                      </p:cBhvr>
                                      <p:to>
                                        <p:strVal val="visible"/>
                                      </p:to>
                                    </p:set>
                                    <p:animEffect transition="in" filter="wipe(left)">
                                      <p:cBhvr>
                                        <p:cTn id="191" dur="800"/>
                                        <p:tgtEl>
                                          <p:spTgt spid="47"/>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29" grpId="0" animBg="1"/>
      <p:bldP spid="30" grpId="0" animBg="1"/>
      <p:bldP spid="31" grpId="0" animBg="1"/>
      <p:bldP spid="32" grpId="0" animBg="1"/>
      <p:bldP spid="33" grpId="0" animBg="1"/>
      <p:bldP spid="34" grpId="0" animBg="1"/>
      <p:bldP spid="35" grpId="0" animBg="1"/>
      <p:bldP spid="36" grpId="0" animBg="1"/>
      <p:bldP spid="37" grpId="0" animBg="1"/>
      <p:bldP spid="38" grpId="0" animBg="1"/>
      <p:bldP spid="39" grpId="0" animBg="1"/>
      <p:bldP spid="40" grpId="0" animBg="1"/>
      <p:bldP spid="41" grpId="0" animBg="1"/>
      <p:bldP spid="43" grpId="0" animBg="1"/>
      <p:bldP spid="44" grpId="0" animBg="1"/>
      <p:bldP spid="45" grpId="0" animBg="1"/>
      <p:bldP spid="46" grpId="0" animBg="1"/>
      <p:bldP spid="47" grpId="0" animBg="1"/>
    </p:bldLst>
  </p:timing>
</p:sld>
</file>

<file path=ppt/slides/slide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2000" cy="6858000"/>
          </a:xfrm>
          <a:prstGeom prst="rect">
            <a:avLst/>
          </a:prstGeom>
          <a:gradFill rotWithShape="1">
            <a:gsLst>
              <a:gs pos="0">
                <a:srgbClr val="070B1A"/>
              </a:gs>
              <a:gs pos="100000">
                <a:srgbClr val="141C44"/>
              </a:gs>
            </a:gsLst>
            <a:lin scaled="0" ang="13500000"/>
          </a:gra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cxnSp>
        <p:nvCxnSpPr>
          <p:cNvPr id="3" name="Connector 2"/>
          <p:cNvCxnSpPr/>
          <p:nvPr/>
        </p:nvCxnSpPr>
        <p:spPr>
          <a:xfrm flipV="1">
            <a:off x="10350000" y="305000"/>
            <a:ext cx="750000" cy="75000"/>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cxnSp>
        <p:nvCxnSpPr>
          <p:cNvPr id="4" name="Connector 3"/>
          <p:cNvCxnSpPr/>
          <p:nvPr/>
        </p:nvCxnSpPr>
        <p:spPr>
          <a:xfrm>
            <a:off x="10350000" y="380000"/>
            <a:ext cx="750000" cy="150000"/>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cxnSp>
        <p:nvCxnSpPr>
          <p:cNvPr id="5" name="Connector 4"/>
          <p:cNvCxnSpPr/>
          <p:nvPr/>
        </p:nvCxnSpPr>
        <p:spPr>
          <a:xfrm>
            <a:off x="10350000" y="380000"/>
            <a:ext cx="750000" cy="375000"/>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cxnSp>
        <p:nvCxnSpPr>
          <p:cNvPr id="6" name="Connector 5"/>
          <p:cNvCxnSpPr/>
          <p:nvPr/>
        </p:nvCxnSpPr>
        <p:spPr>
          <a:xfrm flipV="1">
            <a:off x="10350000" y="305000"/>
            <a:ext cx="750000" cy="375000"/>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cxnSp>
        <p:nvCxnSpPr>
          <p:cNvPr id="7" name="Connector 6"/>
          <p:cNvCxnSpPr/>
          <p:nvPr/>
        </p:nvCxnSpPr>
        <p:spPr>
          <a:xfrm>
            <a:off x="10350000" y="680000"/>
            <a:ext cx="750000" cy="75000"/>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cxnSp>
        <p:nvCxnSpPr>
          <p:cNvPr id="8" name="Connector 7"/>
          <p:cNvCxnSpPr/>
          <p:nvPr/>
        </p:nvCxnSpPr>
        <p:spPr>
          <a:xfrm>
            <a:off x="11100000" y="305000"/>
            <a:ext cx="750000" cy="75000"/>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cxnSp>
        <p:nvCxnSpPr>
          <p:cNvPr id="9" name="Connector 8"/>
          <p:cNvCxnSpPr/>
          <p:nvPr/>
        </p:nvCxnSpPr>
        <p:spPr>
          <a:xfrm>
            <a:off x="11100000" y="305000"/>
            <a:ext cx="750000" cy="375000"/>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cxnSp>
        <p:nvCxnSpPr>
          <p:cNvPr id="10" name="Connector 9"/>
          <p:cNvCxnSpPr/>
          <p:nvPr/>
        </p:nvCxnSpPr>
        <p:spPr>
          <a:xfrm flipV="1">
            <a:off x="11100000" y="380000"/>
            <a:ext cx="750000" cy="150000"/>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cxnSp>
        <p:nvCxnSpPr>
          <p:cNvPr id="11" name="Connector 10"/>
          <p:cNvCxnSpPr/>
          <p:nvPr/>
        </p:nvCxnSpPr>
        <p:spPr>
          <a:xfrm flipV="1">
            <a:off x="11100000" y="380000"/>
            <a:ext cx="750000" cy="375000"/>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cxnSp>
        <p:nvCxnSpPr>
          <p:cNvPr id="12" name="Connector 11"/>
          <p:cNvCxnSpPr/>
          <p:nvPr/>
        </p:nvCxnSpPr>
        <p:spPr>
          <a:xfrm flipV="1">
            <a:off x="11100000" y="680000"/>
            <a:ext cx="750000" cy="75000"/>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sp>
        <p:nvSpPr>
          <p:cNvPr id="13" name="Oval 12"/>
          <p:cNvSpPr/>
          <p:nvPr/>
        </p:nvSpPr>
        <p:spPr>
          <a:xfrm>
            <a:off x="10280000" y="310000"/>
            <a:ext cx="140000" cy="140000"/>
          </a:xfrm>
          <a:prstGeom prst="ellipse">
            <a:avLst/>
          </a:prstGeom>
          <a:solidFill>
            <a:srgbClr val="3B4C8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Oval 13"/>
          <p:cNvSpPr/>
          <p:nvPr/>
        </p:nvSpPr>
        <p:spPr>
          <a:xfrm>
            <a:off x="10280000" y="610000"/>
            <a:ext cx="140000" cy="140000"/>
          </a:xfrm>
          <a:prstGeom prst="ellipse">
            <a:avLst/>
          </a:prstGeom>
          <a:solidFill>
            <a:srgbClr val="3B4C8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Oval 14"/>
          <p:cNvSpPr/>
          <p:nvPr/>
        </p:nvSpPr>
        <p:spPr>
          <a:xfrm>
            <a:off x="11030000" y="235000"/>
            <a:ext cx="140000" cy="140000"/>
          </a:xfrm>
          <a:prstGeom prst="ellipse">
            <a:avLst/>
          </a:prstGeom>
          <a:solidFill>
            <a:srgbClr val="3B4C8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Oval 15"/>
          <p:cNvSpPr/>
          <p:nvPr/>
        </p:nvSpPr>
        <p:spPr>
          <a:xfrm>
            <a:off x="11030000" y="460000"/>
            <a:ext cx="140000" cy="140000"/>
          </a:xfrm>
          <a:prstGeom prst="ellipse">
            <a:avLst/>
          </a:prstGeom>
          <a:solidFill>
            <a:srgbClr val="3B4C8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Oval 16"/>
          <p:cNvSpPr/>
          <p:nvPr/>
        </p:nvSpPr>
        <p:spPr>
          <a:xfrm>
            <a:off x="11030000" y="685000"/>
            <a:ext cx="140000" cy="140000"/>
          </a:xfrm>
          <a:prstGeom prst="ellipse">
            <a:avLst/>
          </a:prstGeom>
          <a:solidFill>
            <a:srgbClr val="3B4C8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Oval 17"/>
          <p:cNvSpPr/>
          <p:nvPr/>
        </p:nvSpPr>
        <p:spPr>
          <a:xfrm>
            <a:off x="11780000" y="310000"/>
            <a:ext cx="140000" cy="140000"/>
          </a:xfrm>
          <a:prstGeom prst="ellipse">
            <a:avLst/>
          </a:prstGeom>
          <a:solidFill>
            <a:srgbClr val="3B4C8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Oval 18"/>
          <p:cNvSpPr/>
          <p:nvPr/>
        </p:nvSpPr>
        <p:spPr>
          <a:xfrm>
            <a:off x="11780000" y="610000"/>
            <a:ext cx="140000" cy="140000"/>
          </a:xfrm>
          <a:prstGeom prst="ellipse">
            <a:avLst/>
          </a:prstGeom>
          <a:solidFill>
            <a:srgbClr val="3B4C8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500000" y="160000"/>
            <a:ext cx="9600000" cy="300000"/>
          </a:xfrm>
          <a:prstGeom prst="rect">
            <a:avLst/>
          </a:prstGeom>
          <a:noFill/>
        </p:spPr>
        <p:txBody>
          <a:bodyPr wrap="square" anchor="t" lIns="50800" rIns="50800">
            <a:spAutoFit/>
          </a:bodyPr>
          <a:lstStyle/>
          <a:p>
            <a:pPr algn="l"/>
            <a:r>
              <a:rPr sz="1100" b="1">
                <a:solidFill>
                  <a:srgbClr val="22D3EE"/>
                </a:solidFill>
                <a:latin typeface="Segoe UI"/>
              </a:rPr>
              <a:t>◆ 2-REJA</a:t>
            </a:r>
          </a:p>
        </p:txBody>
      </p:sp>
      <p:sp>
        <p:nvSpPr>
          <p:cNvPr id="21" name="TextBox 20"/>
          <p:cNvSpPr txBox="1"/>
          <p:nvPr/>
        </p:nvSpPr>
        <p:spPr>
          <a:xfrm>
            <a:off x="500000" y="400000"/>
            <a:ext cx="9800000" cy="650000"/>
          </a:xfrm>
          <a:prstGeom prst="rect">
            <a:avLst/>
          </a:prstGeom>
          <a:noFill/>
        </p:spPr>
        <p:txBody>
          <a:bodyPr wrap="square" anchor="ctr" lIns="50800" rIns="50800">
            <a:spAutoFit/>
          </a:bodyPr>
          <a:lstStyle/>
          <a:p>
            <a:pPr algn="l"/>
            <a:r>
              <a:rPr sz="2600" b="1">
                <a:solidFill>
                  <a:srgbClr val="E8EEFA"/>
                </a:solidFill>
                <a:latin typeface="Segoe UI"/>
              </a:rPr>
              <a:t>Hujumlar taksonomiyasi</a:t>
            </a:r>
          </a:p>
        </p:txBody>
      </p:sp>
      <p:sp>
        <p:nvSpPr>
          <p:cNvPr id="22" name="Rectangle 21"/>
          <p:cNvSpPr/>
          <p:nvPr/>
        </p:nvSpPr>
        <p:spPr>
          <a:xfrm>
            <a:off x="560000" y="1080000"/>
            <a:ext cx="1700000" cy="45000"/>
          </a:xfrm>
          <a:prstGeom prst="rect">
            <a:avLst/>
          </a:prstGeom>
          <a:gradFill rotWithShape="1">
            <a:gsLst>
              <a:gs pos="0">
                <a:srgbClr val="22D3EE"/>
              </a:gs>
              <a:gs pos="100000">
                <a:srgbClr val="8B5CF6"/>
              </a:gs>
            </a:gsLst>
            <a:lin scaled="0" ang="0"/>
          </a:gra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TextBox 22"/>
          <p:cNvSpPr txBox="1"/>
          <p:nvPr/>
        </p:nvSpPr>
        <p:spPr>
          <a:xfrm>
            <a:off x="500000" y="6450000"/>
            <a:ext cx="9500000" cy="280000"/>
          </a:xfrm>
          <a:prstGeom prst="rect">
            <a:avLst/>
          </a:prstGeom>
          <a:noFill/>
        </p:spPr>
        <p:txBody>
          <a:bodyPr wrap="square" anchor="t" lIns="50800" rIns="50800">
            <a:spAutoFit/>
          </a:bodyPr>
          <a:lstStyle/>
          <a:p>
            <a:pPr algn="l"/>
            <a:r>
              <a:rPr sz="900" b="0">
                <a:solidFill>
                  <a:srgbClr val="707EAA"/>
                </a:solidFill>
                <a:latin typeface="Segoe UI"/>
              </a:rPr>
              <a:t>M9 · Tizimlarining ishonchliligi va axborot xavfsizligi</a:t>
            </a:r>
          </a:p>
        </p:txBody>
      </p:sp>
      <p:sp>
        <p:nvSpPr>
          <p:cNvPr id="24" name="Rounded Rectangle 23"/>
          <p:cNvSpPr/>
          <p:nvPr/>
        </p:nvSpPr>
        <p:spPr>
          <a:xfrm>
            <a:off x="11000000" y="6430000"/>
            <a:ext cx="700000" cy="270000"/>
          </a:xfrm>
          <a:prstGeom prst="roundRect">
            <a:avLst/>
          </a:prstGeom>
          <a:solidFill>
            <a:srgbClr val="121936"/>
          </a:solidFill>
          <a:ln w="12700">
            <a:solidFill>
              <a:srgbClr val="2A356E"/>
            </a:solidFill>
          </a:ln>
          <a:effectLst/>
        </p:spPr>
        <p:style>
          <a:lnRef idx="1">
            <a:schemeClr val="accent1"/>
          </a:lnRef>
          <a:fillRef idx="3">
            <a:schemeClr val="accent1"/>
          </a:fillRef>
          <a:effectRef idx="2">
            <a:schemeClr val="accent1"/>
          </a:effectRef>
          <a:fontRef idx="minor">
            <a:schemeClr val="lt1"/>
          </a:fontRef>
        </p:style>
        <p:txBody>
          <a:bodyPr rtlCol="0" anchor="ctr" tIns="0" bIns="0"/>
          <a:lstStyle/>
          <a:p>
            <a:pPr algn="ctr"/>
            <a:r>
              <a:rPr sz="1000" b="1">
                <a:solidFill>
                  <a:srgbClr val="22D3EE"/>
                </a:solidFill>
                <a:latin typeface="Segoe UI"/>
              </a:rPr>
              <a:t>8</a:t>
            </a:r>
          </a:p>
        </p:txBody>
      </p:sp>
      <p:sp>
        <p:nvSpPr>
          <p:cNvPr id="25" name="Rounded Rectangle 24"/>
          <p:cNvSpPr/>
          <p:nvPr/>
        </p:nvSpPr>
        <p:spPr>
          <a:xfrm>
            <a:off x="7520000" y="1330000"/>
            <a:ext cx="4250000" cy="4650000"/>
          </a:xfrm>
          <a:prstGeom prst="roundRect">
            <a:avLst>
              <a:gd name="adj" fmla="val 5000"/>
            </a:avLst>
          </a:prstGeom>
          <a:noFill/>
          <a:ln w="15875">
            <a:solidFill>
              <a:srgbClr val="8B5CF6"/>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26" name="Picture 25" descr="6c6a6b77c1bfffd5.jpg"/>
          <p:cNvPicPr>
            <a:picLocks noChangeAspect="1"/>
          </p:cNvPicPr>
          <p:nvPr/>
        </p:nvPicPr>
        <p:blipFill>
          <a:blip r:embed="rId2"/>
          <a:srcRect l="18127" r="18127"/>
          <a:stretch>
            <a:fillRect/>
          </a:stretch>
        </p:blipFill>
        <p:spPr>
          <a:xfrm>
            <a:off x="7620000" y="1430000"/>
            <a:ext cx="4050000" cy="4250000"/>
          </a:xfrm>
          <a:prstGeom prst="roundRect">
            <a:avLst/>
          </a:prstGeom>
          <a:ln w="19050">
            <a:solidFill>
              <a:srgbClr val="22D3EE"/>
            </a:solidFill>
          </a:ln>
        </p:spPr>
      </p:pic>
      <p:sp>
        <p:nvSpPr>
          <p:cNvPr id="27" name="TextBox 26"/>
          <p:cNvSpPr txBox="1"/>
          <p:nvPr/>
        </p:nvSpPr>
        <p:spPr>
          <a:xfrm>
            <a:off x="7620000" y="5710000"/>
            <a:ext cx="4050000" cy="260000"/>
          </a:xfrm>
          <a:prstGeom prst="rect">
            <a:avLst/>
          </a:prstGeom>
          <a:noFill/>
        </p:spPr>
        <p:txBody>
          <a:bodyPr wrap="square" anchor="t" lIns="50800" rIns="50800">
            <a:spAutoFit/>
          </a:bodyPr>
          <a:lstStyle/>
          <a:p>
            <a:pPr algn="l"/>
            <a:r>
              <a:rPr sz="800" b="0">
                <a:solidFill>
                  <a:srgbClr val="707EAA"/>
                </a:solidFill>
                <a:latin typeface="Segoe UI"/>
              </a:rPr>
              <a:t>Rasm: Kenneth  Allen · Wikimedia Commons · CC BY-SA 2.0</a:t>
            </a:r>
          </a:p>
        </p:txBody>
      </p:sp>
      <p:sp>
        <p:nvSpPr>
          <p:cNvPr id="28" name="Rounded Rectangle 27"/>
          <p:cNvSpPr/>
          <p:nvPr/>
        </p:nvSpPr>
        <p:spPr>
          <a:xfrm>
            <a:off x="7750000" y="1560000"/>
            <a:ext cx="1700000" cy="300000"/>
          </a:xfrm>
          <a:prstGeom prst="roundRect">
            <a:avLst/>
          </a:prstGeom>
          <a:solidFill>
            <a:srgbClr val="070B1A"/>
          </a:solidFill>
          <a:ln w="12700">
            <a:solidFill>
              <a:srgbClr val="22D3EE"/>
            </a:solidFill>
          </a:ln>
          <a:effectLst/>
        </p:spPr>
        <p:style>
          <a:lnRef idx="1">
            <a:schemeClr val="accent1"/>
          </a:lnRef>
          <a:fillRef idx="3">
            <a:schemeClr val="accent1"/>
          </a:fillRef>
          <a:effectRef idx="2">
            <a:schemeClr val="accent1"/>
          </a:effectRef>
          <a:fontRef idx="minor">
            <a:schemeClr val="lt1"/>
          </a:fontRef>
        </p:style>
        <p:txBody>
          <a:bodyPr rtlCol="0" anchor="ctr" tIns="0" bIns="0"/>
          <a:lstStyle/>
          <a:p>
            <a:pPr algn="ctr"/>
            <a:r>
              <a:rPr sz="900" b="1">
                <a:solidFill>
                  <a:srgbClr val="22D3EE"/>
                </a:solidFill>
                <a:latin typeface="Segoe UI"/>
              </a:rPr>
              <a:t>⚙ AMALIYOTDA</a:t>
            </a:r>
          </a:p>
        </p:txBody>
      </p:sp>
      <p:sp>
        <p:nvSpPr>
          <p:cNvPr id="29" name="Rounded Rectangle 28"/>
          <p:cNvSpPr/>
          <p:nvPr/>
        </p:nvSpPr>
        <p:spPr>
          <a:xfrm>
            <a:off x="550000" y="2568868"/>
            <a:ext cx="6750000" cy="2442264"/>
          </a:xfrm>
          <a:prstGeom prst="roundRect">
            <a:avLst>
              <a:gd name="adj" fmla="val 12000"/>
            </a:avLst>
          </a:prstGeom>
          <a:solidFill>
            <a:srgbClr val="121936"/>
          </a:solidFill>
          <a:ln w="12700">
            <a:solidFill>
              <a:srgbClr val="2A356E"/>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 name="Rectangle 29"/>
          <p:cNvSpPr/>
          <p:nvPr/>
        </p:nvSpPr>
        <p:spPr>
          <a:xfrm>
            <a:off x="550000" y="2648868"/>
            <a:ext cx="50000" cy="2282264"/>
          </a:xfrm>
          <a:prstGeom prst="rect">
            <a:avLst/>
          </a:prstGeom>
          <a:solidFill>
            <a:srgbClr val="22D3E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1" name="Oval 30"/>
          <p:cNvSpPr/>
          <p:nvPr/>
        </p:nvSpPr>
        <p:spPr>
          <a:xfrm>
            <a:off x="760000" y="3590000"/>
            <a:ext cx="400000" cy="400000"/>
          </a:xfrm>
          <a:prstGeom prst="ellipse">
            <a:avLst/>
          </a:prstGeom>
          <a:noFill/>
          <a:ln w="25400">
            <a:solidFill>
              <a:srgbClr val="22D3EE"/>
            </a:solidFill>
          </a:ln>
          <a:effectLst/>
        </p:spPr>
        <p:style>
          <a:lnRef idx="1">
            <a:schemeClr val="accent1"/>
          </a:lnRef>
          <a:fillRef idx="3">
            <a:schemeClr val="accent1"/>
          </a:fillRef>
          <a:effectRef idx="2">
            <a:schemeClr val="accent1"/>
          </a:effectRef>
          <a:fontRef idx="minor">
            <a:schemeClr val="lt1"/>
          </a:fontRef>
        </p:style>
        <p:txBody>
          <a:bodyPr rtlCol="0" anchor="ctr" lIns="0" rIns="0"/>
          <a:lstStyle/>
          <a:p>
            <a:pPr algn="ctr"/>
            <a:r>
              <a:rPr sz="1200" b="1">
                <a:solidFill>
                  <a:srgbClr val="22D3EE"/>
                </a:solidFill>
                <a:latin typeface="Segoe UI"/>
              </a:rPr>
              <a:t>01</a:t>
            </a:r>
          </a:p>
        </p:txBody>
      </p:sp>
      <p:sp>
        <p:nvSpPr>
          <p:cNvPr id="32" name="TextBox 31"/>
          <p:cNvSpPr txBox="1"/>
          <p:nvPr/>
        </p:nvSpPr>
        <p:spPr>
          <a:xfrm>
            <a:off x="1300000" y="2608868"/>
            <a:ext cx="5900000" cy="2362264"/>
          </a:xfrm>
          <a:prstGeom prst="rect">
            <a:avLst/>
          </a:prstGeom>
          <a:noFill/>
        </p:spPr>
        <p:txBody>
          <a:bodyPr wrap="square" anchor="ctr">
            <a:spAutoFit/>
          </a:bodyPr>
          <a:lstStyle/>
          <a:p>
            <a:r>
              <a:rPr sz="1500" b="1">
                <a:solidFill>
                  <a:srgbClr val="E8EEFA"/>
                </a:solidFill>
                <a:latin typeface="Segoe UI"/>
              </a:rPr>
              <a:t>Eng ko'p o'rganilgan sinf — chetlab o'tish (evasion) hujumlari, ya'ni inferens vaqtida kirishga kichik o'zgartirish kiritish.</a:t>
            </a:r>
          </a:p>
          <a:p>
            <a:pPr>
              <a:spcBef>
                <a:spcPts val="400"/>
              </a:spcBef>
            </a:pPr>
            <a:r>
              <a:rPr sz="1400">
                <a:solidFill>
                  <a:srgbClr val="AEBBD9"/>
                </a:solidFill>
                <a:latin typeface="Segoe UI"/>
              </a:rPr>
              <a:t>Matematik jihatdan hujumchi x kirish uchun shunday δ buzilish izlaydiki, ||δ||_p ≤ ε cheklov bajarilsin va model yo'qotish funksiyasi L(f(x+δ), y) maksimal bo'lsin. Goodfellow va hamkasblari 2015-yilda taklif qilgan tezkor gradient belgisi usuli (Fast Gradient Sign Method, FGSM) bitta qadamda yechim beradi: x_adv = x + ε · sign(∇_x L(f(x), y)).</a:t>
            </a:r>
          </a:p>
        </p:txBody>
      </p:sp>
    </p:spTree>
  </p:cSld>
  <p:clrMapOvr>
    <a:masterClrMapping/>
  </p:clrMapOvr>
  <p:transition spd="med">
    <p:fade/>
  </p:transition>
  <p:timing>
    <p:tnLst>
      <p:par>
        <p:cTn id="1" dur="indefinite" restart="never" nodeType="tmRoot">
          <p:childTnLst>
            <p:seq concurrent="1" nextAc="seek">
              <p:cTn id="2" dur="indefinite" nodeType="mainSeq">
                <p:childTnLst>
                  <p:par>
                    <p:cTn id="56" fill="hold">
                      <p:stCondLst>
                        <p:cond delay="indefinite"/>
                        <p:cond evt="onBegin" delay="0">
                          <p:tn val="2"/>
                        </p:cond>
                      </p:stCondLst>
                      <p:childTnLst>
                        <p:par>
                          <p:cTn id="3" fill="hold">
                            <p:stCondLst>
                              <p:cond delay="0"/>
                            </p:stCondLst>
                            <p:childTnLst>
                              <p:par>
                                <p:cTn id="4" presetID="10" presetClass="entr" presetSubtype="0" fill="hold" grpId="0" nodeType="withEffect">
                                  <p:stCondLst>
                                    <p:cond delay="0"/>
                                  </p:stCondLst>
                                  <p:childTnLst>
                                    <p:set>
                                      <p:cBhvr>
                                        <p:cTn id="5" dur="1" fill="hold">
                                          <p:stCondLst>
                                            <p:cond delay="0"/>
                                          </p:stCondLst>
                                        </p:cTn>
                                        <p:tgtEl>
                                          <p:spTgt spid="21"/>
                                        </p:tgtEl>
                                        <p:attrNameLst>
                                          <p:attrName>style.visibility</p:attrName>
                                        </p:attrNameLst>
                                      </p:cBhvr>
                                      <p:to>
                                        <p:strVal val="visible"/>
                                      </p:to>
                                    </p:set>
                                    <p:animEffect transition="in" filter="fade">
                                      <p:cBhvr>
                                        <p:cTn id="6" dur="550"/>
                                        <p:tgtEl>
                                          <p:spTgt spid="21"/>
                                        </p:tgtEl>
                                      </p:cBhvr>
                                    </p:animEffect>
                                  </p:childTnLst>
                                </p:cTn>
                              </p:par>
                            </p:childTnLst>
                          </p:cTn>
                        </p:par>
                        <p:par>
                          <p:cTn id="7" fill="hold">
                            <p:stCondLst>
                              <p:cond delay="0"/>
                            </p:stCondLst>
                            <p:childTnLst>
                              <p:par>
                                <p:cTn id="8" presetID="22" presetClass="entr" presetSubtype="8" fill="hold" grpId="0" nodeType="afterEffect">
                                  <p:stCondLst>
                                    <p:cond delay="0"/>
                                  </p:stCondLst>
                                  <p:childTnLst>
                                    <p:set>
                                      <p:cBhvr>
                                        <p:cTn id="9" dur="1" fill="hold">
                                          <p:stCondLst>
                                            <p:cond delay="0"/>
                                          </p:stCondLst>
                                        </p:cTn>
                                        <p:tgtEl>
                                          <p:spTgt spid="22"/>
                                        </p:tgtEl>
                                        <p:attrNameLst>
                                          <p:attrName>style.visibility</p:attrName>
                                        </p:attrNameLst>
                                      </p:cBhvr>
                                      <p:to>
                                        <p:strVal val="visible"/>
                                      </p:to>
                                    </p:set>
                                    <p:animEffect transition="in" filter="wipe(left)">
                                      <p:cBhvr>
                                        <p:cTn id="11" dur="800"/>
                                        <p:tgtEl>
                                          <p:spTgt spid="22"/>
                                        </p:tgtEl>
                                      </p:cBhvr>
                                    </p:animEffect>
                                  </p:childTnLst>
                                </p:cTn>
                              </p:par>
                            </p:childTnLst>
                          </p:cTn>
                        </p:par>
                        <p:par>
                          <p:cTn id="12" fill="hold">
                            <p:stCondLst>
                              <p:cond delay="150"/>
                            </p:stCondLst>
                            <p:childTnLst>
                              <p:par>
                                <p:cTn id="13" presetID="53" presetClass="entr" presetSubtype="16" fill="hold" grpId="0" nodeType="afterEffect">
                                  <p:stCondLst>
                                    <p:cond delay="0"/>
                                  </p:stCondLst>
                                  <p:childTnLst>
                                    <p:set>
                                      <p:cBhvr>
                                        <p:cTn id="14" dur="1" fill="hold">
                                          <p:stCondLst>
                                            <p:cond delay="0"/>
                                          </p:stCondLst>
                                        </p:cTn>
                                        <p:tgtEl>
                                          <p:spTgt spid="25"/>
                                        </p:tgtEl>
                                        <p:attrNameLst>
                                          <p:attrName>style.visibility</p:attrName>
                                        </p:attrNameLst>
                                      </p:cBhvr>
                                      <p:to>
                                        <p:strVal val="visible"/>
                                      </p:to>
                                    </p:set>
                                    <p:animEffect transition="in" filter="fade">
                                      <p:cBhvr>
                                        <p:cTn id="15" dur="550"/>
                                        <p:tgtEl>
                                          <p:spTgt spid="25"/>
                                        </p:tgtEl>
                                      </p:cBhvr>
                                    </p:animEffect>
                                    <p:anim calcmode="lin" valueType="num">
                                      <p:cBhvr additive="base">
                                        <p:cTn id="16" dur="550" fill="hold"/>
                                        <p:tgtEl>
                                          <p:spTgt spid="25"/>
                                        </p:tgtEl>
                                        <p:attrNameLst>
                                          <p:attrName>ppt_w</p:attrName>
                                        </p:attrNameLst>
                                      </p:cBhvr>
                                      <p:tavLst>
                                        <p:tav tm="0">
                                          <p:val>
                                            <p:strVal val="0"/>
                                          </p:val>
                                        </p:tav>
                                        <p:tav tm="100000">
                                          <p:val>
                                            <p:strVal val="#ppt_w"/>
                                          </p:val>
                                        </p:tav>
                                      </p:tavLst>
                                    </p:anim>
                                    <p:anim calcmode="lin" valueType="num">
                                      <p:cBhvr additive="base">
                                        <p:cTn id="17" dur="550" fill="hold"/>
                                        <p:tgtEl>
                                          <p:spTgt spid="25"/>
                                        </p:tgtEl>
                                        <p:attrNameLst>
                                          <p:attrName>ppt_h</p:attrName>
                                        </p:attrNameLst>
                                      </p:cBhvr>
                                      <p:tavLst>
                                        <p:tav tm="0">
                                          <p:val>
                                            <p:strVal val="0"/>
                                          </p:val>
                                        </p:tav>
                                        <p:tav tm="100000">
                                          <p:val>
                                            <p:strVal val="#ppt_h"/>
                                          </p:val>
                                        </p:tav>
                                      </p:tavLst>
                                    </p:anim>
                                  </p:childTnLst>
                                </p:cTn>
                              </p:par>
                            </p:childTnLst>
                          </p:cTn>
                        </p:par>
                        <p:par>
                          <p:cTn id="18" fill="hold">
                            <p:stCondLst>
                              <p:cond delay="150"/>
                            </p:stCondLst>
                            <p:childTnLst>
                              <p:par>
                                <p:cTn id="19" presetID="53" presetClass="entr" presetSubtype="16" fill="hold" grpId="0" nodeType="afterEffect">
                                  <p:stCondLst>
                                    <p:cond delay="0"/>
                                  </p:stCondLst>
                                  <p:childTnLst>
                                    <p:set>
                                      <p:cBhvr>
                                        <p:cTn id="20" dur="1" fill="hold">
                                          <p:stCondLst>
                                            <p:cond delay="0"/>
                                          </p:stCondLst>
                                        </p:cTn>
                                        <p:tgtEl>
                                          <p:spTgt spid="26"/>
                                        </p:tgtEl>
                                        <p:attrNameLst>
                                          <p:attrName>style.visibility</p:attrName>
                                        </p:attrNameLst>
                                      </p:cBhvr>
                                      <p:to>
                                        <p:strVal val="visible"/>
                                      </p:to>
                                    </p:set>
                                    <p:animEffect transition="in" filter="fade">
                                      <p:cBhvr>
                                        <p:cTn id="21" dur="550"/>
                                        <p:tgtEl>
                                          <p:spTgt spid="26"/>
                                        </p:tgtEl>
                                      </p:cBhvr>
                                    </p:animEffect>
                                    <p:anim calcmode="lin" valueType="num">
                                      <p:cBhvr additive="base">
                                        <p:cTn id="22" dur="550" fill="hold"/>
                                        <p:tgtEl>
                                          <p:spTgt spid="26"/>
                                        </p:tgtEl>
                                        <p:attrNameLst>
                                          <p:attrName>ppt_w</p:attrName>
                                        </p:attrNameLst>
                                      </p:cBhvr>
                                      <p:tavLst>
                                        <p:tav tm="0">
                                          <p:val>
                                            <p:strVal val="0"/>
                                          </p:val>
                                        </p:tav>
                                        <p:tav tm="100000">
                                          <p:val>
                                            <p:strVal val="#ppt_w"/>
                                          </p:val>
                                        </p:tav>
                                      </p:tavLst>
                                    </p:anim>
                                    <p:anim calcmode="lin" valueType="num">
                                      <p:cBhvr additive="base">
                                        <p:cTn id="23" dur="550" fill="hold"/>
                                        <p:tgtEl>
                                          <p:spTgt spid="26"/>
                                        </p:tgtEl>
                                        <p:attrNameLst>
                                          <p:attrName>ppt_h</p:attrName>
                                        </p:attrNameLst>
                                      </p:cBhvr>
                                      <p:tavLst>
                                        <p:tav tm="0">
                                          <p:val>
                                            <p:strVal val="0"/>
                                          </p:val>
                                        </p:tav>
                                        <p:tav tm="100000">
                                          <p:val>
                                            <p:strVal val="#ppt_h"/>
                                          </p:val>
                                        </p:tav>
                                      </p:tavLst>
                                    </p:anim>
                                  </p:childTnLst>
                                </p:cTn>
                              </p:par>
                            </p:childTnLst>
                          </p:cTn>
                        </p:par>
                        <p:par>
                          <p:cTn id="24" fill="hold">
                            <p:stCondLst>
                              <p:cond delay="150"/>
                            </p:stCondLst>
                            <p:childTnLst>
                              <p:par>
                                <p:cTn id="25" presetID="10" presetClass="entr" presetSubtype="0" fill="hold" grpId="0" nodeType="afterEffect">
                                  <p:stCondLst>
                                    <p:cond delay="0"/>
                                  </p:stCondLst>
                                  <p:childTnLst>
                                    <p:set>
                                      <p:cBhvr>
                                        <p:cTn id="26" dur="1" fill="hold">
                                          <p:stCondLst>
                                            <p:cond delay="0"/>
                                          </p:stCondLst>
                                        </p:cTn>
                                        <p:tgtEl>
                                          <p:spTgt spid="28"/>
                                        </p:tgtEl>
                                        <p:attrNameLst>
                                          <p:attrName>style.visibility</p:attrName>
                                        </p:attrNameLst>
                                      </p:cBhvr>
                                      <p:to>
                                        <p:strVal val="visible"/>
                                      </p:to>
                                    </p:set>
                                    <p:animEffect transition="in" filter="fade">
                                      <p:cBhvr>
                                        <p:cTn id="27" dur="550"/>
                                        <p:tgtEl>
                                          <p:spTgt spid="28"/>
                                        </p:tgtEl>
                                      </p:cBhvr>
                                    </p:animEffect>
                                  </p:childTnLst>
                                </p:cTn>
                              </p:par>
                            </p:childTnLst>
                          </p:cTn>
                        </p:par>
                        <p:par>
                          <p:cTn id="28" fill="hold">
                            <p:stCondLst>
                              <p:cond delay="150"/>
                            </p:stCondLst>
                            <p:childTnLst>
                              <p:par>
                                <p:cTn id="29" presetID="10" presetClass="entr" presetSubtype="0" fill="hold" grpId="0" nodeType="afterEffect">
                                  <p:stCondLst>
                                    <p:cond delay="0"/>
                                  </p:stCondLst>
                                  <p:childTnLst>
                                    <p:set>
                                      <p:cBhvr>
                                        <p:cTn id="30" dur="1" fill="hold">
                                          <p:stCondLst>
                                            <p:cond delay="0"/>
                                          </p:stCondLst>
                                        </p:cTn>
                                        <p:tgtEl>
                                          <p:spTgt spid="27"/>
                                        </p:tgtEl>
                                        <p:attrNameLst>
                                          <p:attrName>style.visibility</p:attrName>
                                        </p:attrNameLst>
                                      </p:cBhvr>
                                      <p:to>
                                        <p:strVal val="visible"/>
                                      </p:to>
                                    </p:set>
                                    <p:animEffect transition="in" filter="fade">
                                      <p:cBhvr>
                                        <p:cTn id="31" dur="550"/>
                                        <p:tgtEl>
                                          <p:spTgt spid="27"/>
                                        </p:tgtEl>
                                      </p:cBhvr>
                                    </p:animEffect>
                                  </p:childTnLst>
                                </p:cTn>
                              </p:par>
                            </p:childTnLst>
                          </p:cTn>
                        </p:par>
                        <p:par>
                          <p:cTn id="32" fill="hold">
                            <p:stCondLst>
                              <p:cond delay="350"/>
                            </p:stCondLst>
                            <p:childTnLst>
                              <p:par>
                                <p:cTn id="33" presetID="42" presetClass="entr" presetSubtype="0" fill="hold" grpId="0" nodeType="afterEffect">
                                  <p:stCondLst>
                                    <p:cond delay="0"/>
                                  </p:stCondLst>
                                  <p:childTnLst>
                                    <p:set>
                                      <p:cBhvr>
                                        <p:cTn id="34" dur="1" fill="hold">
                                          <p:stCondLst>
                                            <p:cond delay="0"/>
                                          </p:stCondLst>
                                        </p:cTn>
                                        <p:tgtEl>
                                          <p:spTgt spid="29"/>
                                        </p:tgtEl>
                                        <p:attrNameLst>
                                          <p:attrName>style.visibility</p:attrName>
                                        </p:attrNameLst>
                                      </p:cBhvr>
                                      <p:to>
                                        <p:strVal val="visible"/>
                                      </p:to>
                                    </p:set>
                                    <p:animEffect transition="in" filter="fade">
                                      <p:cBhvr>
                                        <p:cTn id="35" dur="550"/>
                                        <p:tgtEl>
                                          <p:spTgt spid="29"/>
                                        </p:tgtEl>
                                      </p:cBhvr>
                                    </p:animEffect>
                                    <p:anim calcmode="lin" valueType="num">
                                      <p:cBhvr additive="base">
                                        <p:cTn id="36" dur="550" fill="hold"/>
                                        <p:tgtEl>
                                          <p:spTgt spid="29"/>
                                        </p:tgtEl>
                                        <p:attrNameLst>
                                          <p:attrName>ppt_x</p:attrName>
                                        </p:attrNameLst>
                                      </p:cBhvr>
                                      <p:tavLst>
                                        <p:tav tm="0">
                                          <p:val>
                                            <p:strVal val="#ppt_x"/>
                                          </p:val>
                                        </p:tav>
                                        <p:tav tm="100000">
                                          <p:val>
                                            <p:strVal val="#ppt_x"/>
                                          </p:val>
                                        </p:tav>
                                      </p:tavLst>
                                    </p:anim>
                                    <p:anim calcmode="lin" valueType="num">
                                      <p:cBhvr additive="base">
                                        <p:cTn id="37" dur="550" fill="hold"/>
                                        <p:tgtEl>
                                          <p:spTgt spid="29"/>
                                        </p:tgtEl>
                                        <p:attrNameLst>
                                          <p:attrName>ppt_y</p:attrName>
                                        </p:attrNameLst>
                                      </p:cBhvr>
                                      <p:tavLst>
                                        <p:tav tm="0">
                                          <p:val>
                                            <p:strVal val="#ppt_y+.08"/>
                                          </p:val>
                                        </p:tav>
                                        <p:tav tm="100000">
                                          <p:val>
                                            <p:strVal val="#ppt_y"/>
                                          </p:val>
                                        </p:tav>
                                      </p:tavLst>
                                    </p:anim>
                                  </p:childTnLst>
                                </p:cTn>
                              </p:par>
                            </p:childTnLst>
                          </p:cTn>
                        </p:par>
                        <p:par>
                          <p:cTn id="38" fill="hold">
                            <p:stCondLst>
                              <p:cond delay="350"/>
                            </p:stCondLst>
                            <p:childTnLst>
                              <p:par>
                                <p:cTn id="39" presetID="42" presetClass="entr" presetSubtype="0" fill="hold" grpId="0" nodeType="afterEffect">
                                  <p:stCondLst>
                                    <p:cond delay="0"/>
                                  </p:stCondLst>
                                  <p:childTnLst>
                                    <p:set>
                                      <p:cBhvr>
                                        <p:cTn id="40" dur="1" fill="hold">
                                          <p:stCondLst>
                                            <p:cond delay="0"/>
                                          </p:stCondLst>
                                        </p:cTn>
                                        <p:tgtEl>
                                          <p:spTgt spid="30"/>
                                        </p:tgtEl>
                                        <p:attrNameLst>
                                          <p:attrName>style.visibility</p:attrName>
                                        </p:attrNameLst>
                                      </p:cBhvr>
                                      <p:to>
                                        <p:strVal val="visible"/>
                                      </p:to>
                                    </p:set>
                                    <p:animEffect transition="in" filter="fade">
                                      <p:cBhvr>
                                        <p:cTn id="41" dur="550"/>
                                        <p:tgtEl>
                                          <p:spTgt spid="30"/>
                                        </p:tgtEl>
                                      </p:cBhvr>
                                    </p:animEffect>
                                    <p:anim calcmode="lin" valueType="num">
                                      <p:cBhvr additive="base">
                                        <p:cTn id="42" dur="550" fill="hold"/>
                                        <p:tgtEl>
                                          <p:spTgt spid="30"/>
                                        </p:tgtEl>
                                        <p:attrNameLst>
                                          <p:attrName>ppt_x</p:attrName>
                                        </p:attrNameLst>
                                      </p:cBhvr>
                                      <p:tavLst>
                                        <p:tav tm="0">
                                          <p:val>
                                            <p:strVal val="#ppt_x"/>
                                          </p:val>
                                        </p:tav>
                                        <p:tav tm="100000">
                                          <p:val>
                                            <p:strVal val="#ppt_x"/>
                                          </p:val>
                                        </p:tav>
                                      </p:tavLst>
                                    </p:anim>
                                    <p:anim calcmode="lin" valueType="num">
                                      <p:cBhvr additive="base">
                                        <p:cTn id="43" dur="550" fill="hold"/>
                                        <p:tgtEl>
                                          <p:spTgt spid="30"/>
                                        </p:tgtEl>
                                        <p:attrNameLst>
                                          <p:attrName>ppt_y</p:attrName>
                                        </p:attrNameLst>
                                      </p:cBhvr>
                                      <p:tavLst>
                                        <p:tav tm="0">
                                          <p:val>
                                            <p:strVal val="#ppt_y+.08"/>
                                          </p:val>
                                        </p:tav>
                                        <p:tav tm="100000">
                                          <p:val>
                                            <p:strVal val="#ppt_y"/>
                                          </p:val>
                                        </p:tav>
                                      </p:tavLst>
                                    </p:anim>
                                  </p:childTnLst>
                                </p:cTn>
                              </p:par>
                            </p:childTnLst>
                          </p:cTn>
                        </p:par>
                        <p:par>
                          <p:cTn id="44" fill="hold">
                            <p:stCondLst>
                              <p:cond delay="350"/>
                            </p:stCondLst>
                            <p:childTnLst>
                              <p:par>
                                <p:cTn id="45" presetID="53" presetClass="entr" presetSubtype="16" fill="hold" grpId="0" nodeType="afterEffect">
                                  <p:stCondLst>
                                    <p:cond delay="0"/>
                                  </p:stCondLst>
                                  <p:childTnLst>
                                    <p:set>
                                      <p:cBhvr>
                                        <p:cTn id="46" dur="1" fill="hold">
                                          <p:stCondLst>
                                            <p:cond delay="0"/>
                                          </p:stCondLst>
                                        </p:cTn>
                                        <p:tgtEl>
                                          <p:spTgt spid="31"/>
                                        </p:tgtEl>
                                        <p:attrNameLst>
                                          <p:attrName>style.visibility</p:attrName>
                                        </p:attrNameLst>
                                      </p:cBhvr>
                                      <p:to>
                                        <p:strVal val="visible"/>
                                      </p:to>
                                    </p:set>
                                    <p:animEffect transition="in" filter="fade">
                                      <p:cBhvr>
                                        <p:cTn id="47" dur="550"/>
                                        <p:tgtEl>
                                          <p:spTgt spid="31"/>
                                        </p:tgtEl>
                                      </p:cBhvr>
                                    </p:animEffect>
                                    <p:anim calcmode="lin" valueType="num">
                                      <p:cBhvr additive="base">
                                        <p:cTn id="48" dur="550" fill="hold"/>
                                        <p:tgtEl>
                                          <p:spTgt spid="31"/>
                                        </p:tgtEl>
                                        <p:attrNameLst>
                                          <p:attrName>ppt_w</p:attrName>
                                        </p:attrNameLst>
                                      </p:cBhvr>
                                      <p:tavLst>
                                        <p:tav tm="0">
                                          <p:val>
                                            <p:strVal val="0"/>
                                          </p:val>
                                        </p:tav>
                                        <p:tav tm="100000">
                                          <p:val>
                                            <p:strVal val="#ppt_w"/>
                                          </p:val>
                                        </p:tav>
                                      </p:tavLst>
                                    </p:anim>
                                    <p:anim calcmode="lin" valueType="num">
                                      <p:cBhvr additive="base">
                                        <p:cTn id="49" dur="550" fill="hold"/>
                                        <p:tgtEl>
                                          <p:spTgt spid="31"/>
                                        </p:tgtEl>
                                        <p:attrNameLst>
                                          <p:attrName>ppt_h</p:attrName>
                                        </p:attrNameLst>
                                      </p:cBhvr>
                                      <p:tavLst>
                                        <p:tav tm="0">
                                          <p:val>
                                            <p:strVal val="0"/>
                                          </p:val>
                                        </p:tav>
                                        <p:tav tm="100000">
                                          <p:val>
                                            <p:strVal val="#ppt_h"/>
                                          </p:val>
                                        </p:tav>
                                      </p:tavLst>
                                    </p:anim>
                                  </p:childTnLst>
                                </p:cTn>
                              </p:par>
                            </p:childTnLst>
                          </p:cTn>
                        </p:par>
                        <p:par>
                          <p:cTn id="50" fill="hold">
                            <p:stCondLst>
                              <p:cond delay="350"/>
                            </p:stCondLst>
                            <p:childTnLst>
                              <p:par>
                                <p:cTn id="51" presetID="42" presetClass="entr" presetSubtype="0" fill="hold" grpId="0" nodeType="afterEffect">
                                  <p:stCondLst>
                                    <p:cond delay="0"/>
                                  </p:stCondLst>
                                  <p:childTnLst>
                                    <p:set>
                                      <p:cBhvr>
                                        <p:cTn id="52" dur="1" fill="hold">
                                          <p:stCondLst>
                                            <p:cond delay="0"/>
                                          </p:stCondLst>
                                        </p:cTn>
                                        <p:tgtEl>
                                          <p:spTgt spid="32"/>
                                        </p:tgtEl>
                                        <p:attrNameLst>
                                          <p:attrName>style.visibility</p:attrName>
                                        </p:attrNameLst>
                                      </p:cBhvr>
                                      <p:to>
                                        <p:strVal val="visible"/>
                                      </p:to>
                                    </p:set>
                                    <p:animEffect transition="in" filter="fade">
                                      <p:cBhvr>
                                        <p:cTn id="53" dur="550"/>
                                        <p:tgtEl>
                                          <p:spTgt spid="32"/>
                                        </p:tgtEl>
                                      </p:cBhvr>
                                    </p:animEffect>
                                    <p:anim calcmode="lin" valueType="num">
                                      <p:cBhvr additive="base">
                                        <p:cTn id="54" dur="550" fill="hold"/>
                                        <p:tgtEl>
                                          <p:spTgt spid="32"/>
                                        </p:tgtEl>
                                        <p:attrNameLst>
                                          <p:attrName>ppt_x</p:attrName>
                                        </p:attrNameLst>
                                      </p:cBhvr>
                                      <p:tavLst>
                                        <p:tav tm="0">
                                          <p:val>
                                            <p:strVal val="#ppt_x"/>
                                          </p:val>
                                        </p:tav>
                                        <p:tav tm="100000">
                                          <p:val>
                                            <p:strVal val="#ppt_x"/>
                                          </p:val>
                                        </p:tav>
                                      </p:tavLst>
                                    </p:anim>
                                    <p:anim calcmode="lin" valueType="num">
                                      <p:cBhvr additive="base">
                                        <p:cTn id="55" dur="550" fill="hold"/>
                                        <p:tgtEl>
                                          <p:spTgt spid="32"/>
                                        </p:tgtEl>
                                        <p:attrNameLst>
                                          <p:attrName>ppt_y</p:attrName>
                                        </p:attrNameLst>
                                      </p:cBhvr>
                                      <p:tavLst>
                                        <p:tav tm="0">
                                          <p:val>
                                            <p:strVal val="#ppt_y+.08"/>
                                          </p:val>
                                        </p:tav>
                                        <p:tav tm="100000">
                                          <p:val>
                                            <p:strVal val="#ppt_y"/>
                                          </p:val>
                                        </p:tav>
                                      </p:tavLst>
                                    </p:anim>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21" grpId="0" animBg="1"/>
      <p:bldP spid="22" grpId="0" animBg="1"/>
      <p:bldP spid="25" grpId="0" animBg="1"/>
      <p:bldP spid="28" grpId="0" animBg="1"/>
      <p:bldP spid="27" grpId="0" animBg="1"/>
      <p:bldP spid="29" grpId="0" animBg="1"/>
      <p:bldP spid="30" grpId="0" animBg="1"/>
      <p:bldP spid="31" grpId="0" animBg="1"/>
      <p:bldP spid="32" grpId="0" animBg="1"/>
    </p:bldLst>
  </p:timing>
</p:sld>
</file>

<file path=ppt/slides/slide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2000" cy="6858000"/>
          </a:xfrm>
          <a:prstGeom prst="rect">
            <a:avLst/>
          </a:prstGeom>
          <a:gradFill rotWithShape="1">
            <a:gsLst>
              <a:gs pos="0">
                <a:srgbClr val="070B1A"/>
              </a:gs>
              <a:gs pos="100000">
                <a:srgbClr val="141C44"/>
              </a:gs>
            </a:gsLst>
            <a:lin scaled="0" ang="13500000"/>
          </a:gra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cxnSp>
        <p:nvCxnSpPr>
          <p:cNvPr id="3" name="Connector 2"/>
          <p:cNvCxnSpPr/>
          <p:nvPr/>
        </p:nvCxnSpPr>
        <p:spPr>
          <a:xfrm flipV="1">
            <a:off x="10350000" y="305000"/>
            <a:ext cx="750000" cy="75000"/>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cxnSp>
        <p:nvCxnSpPr>
          <p:cNvPr id="4" name="Connector 3"/>
          <p:cNvCxnSpPr/>
          <p:nvPr/>
        </p:nvCxnSpPr>
        <p:spPr>
          <a:xfrm>
            <a:off x="10350000" y="380000"/>
            <a:ext cx="750000" cy="150000"/>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cxnSp>
        <p:nvCxnSpPr>
          <p:cNvPr id="5" name="Connector 4"/>
          <p:cNvCxnSpPr/>
          <p:nvPr/>
        </p:nvCxnSpPr>
        <p:spPr>
          <a:xfrm>
            <a:off x="10350000" y="380000"/>
            <a:ext cx="750000" cy="375000"/>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cxnSp>
        <p:nvCxnSpPr>
          <p:cNvPr id="6" name="Connector 5"/>
          <p:cNvCxnSpPr/>
          <p:nvPr/>
        </p:nvCxnSpPr>
        <p:spPr>
          <a:xfrm flipV="1">
            <a:off x="10350000" y="305000"/>
            <a:ext cx="750000" cy="375000"/>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cxnSp>
        <p:nvCxnSpPr>
          <p:cNvPr id="7" name="Connector 6"/>
          <p:cNvCxnSpPr/>
          <p:nvPr/>
        </p:nvCxnSpPr>
        <p:spPr>
          <a:xfrm flipV="1">
            <a:off x="10350000" y="530000"/>
            <a:ext cx="750000" cy="150000"/>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cxnSp>
        <p:nvCxnSpPr>
          <p:cNvPr id="8" name="Connector 7"/>
          <p:cNvCxnSpPr/>
          <p:nvPr/>
        </p:nvCxnSpPr>
        <p:spPr>
          <a:xfrm>
            <a:off x="10350000" y="680000"/>
            <a:ext cx="750000" cy="75000"/>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cxnSp>
        <p:nvCxnSpPr>
          <p:cNvPr id="9" name="Connector 8"/>
          <p:cNvCxnSpPr/>
          <p:nvPr/>
        </p:nvCxnSpPr>
        <p:spPr>
          <a:xfrm>
            <a:off x="11100000" y="305000"/>
            <a:ext cx="750000" cy="75000"/>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cxnSp>
        <p:nvCxnSpPr>
          <p:cNvPr id="10" name="Connector 9"/>
          <p:cNvCxnSpPr/>
          <p:nvPr/>
        </p:nvCxnSpPr>
        <p:spPr>
          <a:xfrm>
            <a:off x="11100000" y="305000"/>
            <a:ext cx="750000" cy="375000"/>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cxnSp>
        <p:nvCxnSpPr>
          <p:cNvPr id="11" name="Connector 10"/>
          <p:cNvCxnSpPr/>
          <p:nvPr/>
        </p:nvCxnSpPr>
        <p:spPr>
          <a:xfrm flipV="1">
            <a:off x="11100000" y="380000"/>
            <a:ext cx="750000" cy="150000"/>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cxnSp>
        <p:nvCxnSpPr>
          <p:cNvPr id="12" name="Connector 11"/>
          <p:cNvCxnSpPr/>
          <p:nvPr/>
        </p:nvCxnSpPr>
        <p:spPr>
          <a:xfrm>
            <a:off x="11100000" y="530000"/>
            <a:ext cx="750000" cy="150000"/>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cxnSp>
        <p:nvCxnSpPr>
          <p:cNvPr id="13" name="Connector 12"/>
          <p:cNvCxnSpPr/>
          <p:nvPr/>
        </p:nvCxnSpPr>
        <p:spPr>
          <a:xfrm flipV="1">
            <a:off x="11100000" y="380000"/>
            <a:ext cx="750000" cy="375000"/>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cxnSp>
        <p:nvCxnSpPr>
          <p:cNvPr id="14" name="Connector 13"/>
          <p:cNvCxnSpPr/>
          <p:nvPr/>
        </p:nvCxnSpPr>
        <p:spPr>
          <a:xfrm flipV="1">
            <a:off x="11100000" y="680000"/>
            <a:ext cx="750000" cy="75000"/>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sp>
        <p:nvSpPr>
          <p:cNvPr id="15" name="Oval 14"/>
          <p:cNvSpPr/>
          <p:nvPr/>
        </p:nvSpPr>
        <p:spPr>
          <a:xfrm>
            <a:off x="10280000" y="310000"/>
            <a:ext cx="140000" cy="140000"/>
          </a:xfrm>
          <a:prstGeom prst="ellipse">
            <a:avLst/>
          </a:prstGeom>
          <a:solidFill>
            <a:srgbClr val="3B4C8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Oval 15"/>
          <p:cNvSpPr/>
          <p:nvPr/>
        </p:nvSpPr>
        <p:spPr>
          <a:xfrm>
            <a:off x="10280000" y="610000"/>
            <a:ext cx="140000" cy="140000"/>
          </a:xfrm>
          <a:prstGeom prst="ellipse">
            <a:avLst/>
          </a:prstGeom>
          <a:solidFill>
            <a:srgbClr val="3B4C8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Oval 16"/>
          <p:cNvSpPr/>
          <p:nvPr/>
        </p:nvSpPr>
        <p:spPr>
          <a:xfrm>
            <a:off x="11030000" y="235000"/>
            <a:ext cx="140000" cy="140000"/>
          </a:xfrm>
          <a:prstGeom prst="ellipse">
            <a:avLst/>
          </a:prstGeom>
          <a:solidFill>
            <a:srgbClr val="3B4C8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Oval 17"/>
          <p:cNvSpPr/>
          <p:nvPr/>
        </p:nvSpPr>
        <p:spPr>
          <a:xfrm>
            <a:off x="11030000" y="460000"/>
            <a:ext cx="140000" cy="140000"/>
          </a:xfrm>
          <a:prstGeom prst="ellipse">
            <a:avLst/>
          </a:prstGeom>
          <a:solidFill>
            <a:srgbClr val="3B4C8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Oval 18"/>
          <p:cNvSpPr/>
          <p:nvPr/>
        </p:nvSpPr>
        <p:spPr>
          <a:xfrm>
            <a:off x="11030000" y="685000"/>
            <a:ext cx="140000" cy="140000"/>
          </a:xfrm>
          <a:prstGeom prst="ellipse">
            <a:avLst/>
          </a:prstGeom>
          <a:solidFill>
            <a:srgbClr val="3B4C8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Oval 19"/>
          <p:cNvSpPr/>
          <p:nvPr/>
        </p:nvSpPr>
        <p:spPr>
          <a:xfrm>
            <a:off x="11780000" y="310000"/>
            <a:ext cx="140000" cy="140000"/>
          </a:xfrm>
          <a:prstGeom prst="ellipse">
            <a:avLst/>
          </a:prstGeom>
          <a:solidFill>
            <a:srgbClr val="3B4C8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Oval 20"/>
          <p:cNvSpPr/>
          <p:nvPr/>
        </p:nvSpPr>
        <p:spPr>
          <a:xfrm>
            <a:off x="11780000" y="610000"/>
            <a:ext cx="140000" cy="140000"/>
          </a:xfrm>
          <a:prstGeom prst="ellipse">
            <a:avLst/>
          </a:prstGeom>
          <a:solidFill>
            <a:srgbClr val="3B4C8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TextBox 21"/>
          <p:cNvSpPr txBox="1"/>
          <p:nvPr/>
        </p:nvSpPr>
        <p:spPr>
          <a:xfrm>
            <a:off x="500000" y="160000"/>
            <a:ext cx="9600000" cy="300000"/>
          </a:xfrm>
          <a:prstGeom prst="rect">
            <a:avLst/>
          </a:prstGeom>
          <a:noFill/>
        </p:spPr>
        <p:txBody>
          <a:bodyPr wrap="square" anchor="t" lIns="50800" rIns="50800">
            <a:spAutoFit/>
          </a:bodyPr>
          <a:lstStyle/>
          <a:p>
            <a:pPr algn="l"/>
            <a:r>
              <a:rPr sz="1100" b="1">
                <a:solidFill>
                  <a:srgbClr val="22D3EE"/>
                </a:solidFill>
                <a:latin typeface="Segoe UI"/>
              </a:rPr>
              <a:t>◆ 2-REJA</a:t>
            </a:r>
          </a:p>
        </p:txBody>
      </p:sp>
      <p:sp>
        <p:nvSpPr>
          <p:cNvPr id="23" name="TextBox 22"/>
          <p:cNvSpPr txBox="1"/>
          <p:nvPr/>
        </p:nvSpPr>
        <p:spPr>
          <a:xfrm>
            <a:off x="500000" y="400000"/>
            <a:ext cx="9800000" cy="650000"/>
          </a:xfrm>
          <a:prstGeom prst="rect">
            <a:avLst/>
          </a:prstGeom>
          <a:noFill/>
        </p:spPr>
        <p:txBody>
          <a:bodyPr wrap="square" anchor="ctr" lIns="50800" rIns="50800">
            <a:spAutoFit/>
          </a:bodyPr>
          <a:lstStyle/>
          <a:p>
            <a:pPr algn="l"/>
            <a:r>
              <a:rPr sz="2600" b="1">
                <a:solidFill>
                  <a:srgbClr val="E8EEFA"/>
                </a:solidFill>
                <a:latin typeface="Segoe UI"/>
              </a:rPr>
              <a:t>Hujumlar taksonomiyasi</a:t>
            </a:r>
          </a:p>
        </p:txBody>
      </p:sp>
      <p:sp>
        <p:nvSpPr>
          <p:cNvPr id="24" name="Rectangle 23"/>
          <p:cNvSpPr/>
          <p:nvPr/>
        </p:nvSpPr>
        <p:spPr>
          <a:xfrm>
            <a:off x="560000" y="1080000"/>
            <a:ext cx="1700000" cy="45000"/>
          </a:xfrm>
          <a:prstGeom prst="rect">
            <a:avLst/>
          </a:prstGeom>
          <a:gradFill rotWithShape="1">
            <a:gsLst>
              <a:gs pos="0">
                <a:srgbClr val="22D3EE"/>
              </a:gs>
              <a:gs pos="100000">
                <a:srgbClr val="8B5CF6"/>
              </a:gs>
            </a:gsLst>
            <a:lin scaled="0" ang="0"/>
          </a:gra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TextBox 24"/>
          <p:cNvSpPr txBox="1"/>
          <p:nvPr/>
        </p:nvSpPr>
        <p:spPr>
          <a:xfrm>
            <a:off x="500000" y="6450000"/>
            <a:ext cx="9500000" cy="280000"/>
          </a:xfrm>
          <a:prstGeom prst="rect">
            <a:avLst/>
          </a:prstGeom>
          <a:noFill/>
        </p:spPr>
        <p:txBody>
          <a:bodyPr wrap="square" anchor="t" lIns="50800" rIns="50800">
            <a:spAutoFit/>
          </a:bodyPr>
          <a:lstStyle/>
          <a:p>
            <a:pPr algn="l"/>
            <a:r>
              <a:rPr sz="900" b="0">
                <a:solidFill>
                  <a:srgbClr val="707EAA"/>
                </a:solidFill>
                <a:latin typeface="Segoe UI"/>
              </a:rPr>
              <a:t>M9 · Tizimlarining ishonchliligi va axborot xavfsizligi</a:t>
            </a:r>
          </a:p>
        </p:txBody>
      </p:sp>
      <p:sp>
        <p:nvSpPr>
          <p:cNvPr id="26" name="Rounded Rectangle 25"/>
          <p:cNvSpPr/>
          <p:nvPr/>
        </p:nvSpPr>
        <p:spPr>
          <a:xfrm>
            <a:off x="11000000" y="6430000"/>
            <a:ext cx="700000" cy="270000"/>
          </a:xfrm>
          <a:prstGeom prst="roundRect">
            <a:avLst/>
          </a:prstGeom>
          <a:solidFill>
            <a:srgbClr val="121936"/>
          </a:solidFill>
          <a:ln w="12700">
            <a:solidFill>
              <a:srgbClr val="2A356E"/>
            </a:solidFill>
          </a:ln>
          <a:effectLst/>
        </p:spPr>
        <p:style>
          <a:lnRef idx="1">
            <a:schemeClr val="accent1"/>
          </a:lnRef>
          <a:fillRef idx="3">
            <a:schemeClr val="accent1"/>
          </a:fillRef>
          <a:effectRef idx="2">
            <a:schemeClr val="accent1"/>
          </a:effectRef>
          <a:fontRef idx="minor">
            <a:schemeClr val="lt1"/>
          </a:fontRef>
        </p:style>
        <p:txBody>
          <a:bodyPr rtlCol="0" anchor="ctr" tIns="0" bIns="0"/>
          <a:lstStyle/>
          <a:p>
            <a:pPr algn="ctr"/>
            <a:r>
              <a:rPr sz="1000" b="1">
                <a:solidFill>
                  <a:srgbClr val="22D3EE"/>
                </a:solidFill>
                <a:latin typeface="Segoe UI"/>
              </a:rPr>
              <a:t>9</a:t>
            </a:r>
          </a:p>
        </p:txBody>
      </p:sp>
      <p:sp>
        <p:nvSpPr>
          <p:cNvPr id="27" name="Rounded Rectangle 26"/>
          <p:cNvSpPr/>
          <p:nvPr/>
        </p:nvSpPr>
        <p:spPr>
          <a:xfrm>
            <a:off x="7520000" y="1330000"/>
            <a:ext cx="4250000" cy="4650000"/>
          </a:xfrm>
          <a:prstGeom prst="roundRect">
            <a:avLst>
              <a:gd name="adj" fmla="val 5000"/>
            </a:avLst>
          </a:prstGeom>
          <a:noFill/>
          <a:ln w="15875">
            <a:solidFill>
              <a:srgbClr val="8B5CF6"/>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28" name="Picture 27" descr="5a9199bcc2f943dd.jpg"/>
          <p:cNvPicPr>
            <a:picLocks noChangeAspect="1"/>
          </p:cNvPicPr>
          <p:nvPr/>
        </p:nvPicPr>
        <p:blipFill>
          <a:blip r:embed="rId2"/>
          <a:srcRect t="10648" b="10648"/>
          <a:stretch>
            <a:fillRect/>
          </a:stretch>
        </p:blipFill>
        <p:spPr>
          <a:xfrm>
            <a:off x="7620000" y="1430000"/>
            <a:ext cx="4050000" cy="4250000"/>
          </a:xfrm>
          <a:prstGeom prst="roundRect">
            <a:avLst/>
          </a:prstGeom>
          <a:ln w="19050">
            <a:solidFill>
              <a:srgbClr val="22D3EE"/>
            </a:solidFill>
          </a:ln>
        </p:spPr>
      </p:pic>
      <p:sp>
        <p:nvSpPr>
          <p:cNvPr id="29" name="TextBox 28"/>
          <p:cNvSpPr txBox="1"/>
          <p:nvPr/>
        </p:nvSpPr>
        <p:spPr>
          <a:xfrm>
            <a:off x="7620000" y="5710000"/>
            <a:ext cx="4050000" cy="260000"/>
          </a:xfrm>
          <a:prstGeom prst="rect">
            <a:avLst/>
          </a:prstGeom>
          <a:noFill/>
        </p:spPr>
        <p:txBody>
          <a:bodyPr wrap="square" anchor="t" lIns="50800" rIns="50800">
            <a:spAutoFit/>
          </a:bodyPr>
          <a:lstStyle/>
          <a:p>
            <a:pPr algn="l"/>
            <a:r>
              <a:rPr sz="800" b="0">
                <a:solidFill>
                  <a:srgbClr val="707EAA"/>
                </a:solidFill>
                <a:latin typeface="Segoe UI"/>
              </a:rPr>
              <a:t>Rasm: Michael Barera · Wikimedia Commons · CC BY-SA 4.0</a:t>
            </a:r>
          </a:p>
        </p:txBody>
      </p:sp>
      <p:sp>
        <p:nvSpPr>
          <p:cNvPr id="30" name="Rounded Rectangle 29"/>
          <p:cNvSpPr/>
          <p:nvPr/>
        </p:nvSpPr>
        <p:spPr>
          <a:xfrm>
            <a:off x="7750000" y="1560000"/>
            <a:ext cx="1700000" cy="300000"/>
          </a:xfrm>
          <a:prstGeom prst="roundRect">
            <a:avLst/>
          </a:prstGeom>
          <a:solidFill>
            <a:srgbClr val="070B1A"/>
          </a:solidFill>
          <a:ln w="12700">
            <a:solidFill>
              <a:srgbClr val="22D3EE"/>
            </a:solidFill>
          </a:ln>
          <a:effectLst/>
        </p:spPr>
        <p:style>
          <a:lnRef idx="1">
            <a:schemeClr val="accent1"/>
          </a:lnRef>
          <a:fillRef idx="3">
            <a:schemeClr val="accent1"/>
          </a:fillRef>
          <a:effectRef idx="2">
            <a:schemeClr val="accent1"/>
          </a:effectRef>
          <a:fontRef idx="minor">
            <a:schemeClr val="lt1"/>
          </a:fontRef>
        </p:style>
        <p:txBody>
          <a:bodyPr rtlCol="0" anchor="ctr" tIns="0" bIns="0"/>
          <a:lstStyle/>
          <a:p>
            <a:pPr algn="ctr"/>
            <a:r>
              <a:rPr sz="900" b="1">
                <a:solidFill>
                  <a:srgbClr val="22D3EE"/>
                </a:solidFill>
                <a:latin typeface="Segoe UI"/>
              </a:rPr>
              <a:t>⚙ AMALIYOTDA</a:t>
            </a:r>
          </a:p>
        </p:txBody>
      </p:sp>
      <p:sp>
        <p:nvSpPr>
          <p:cNvPr id="31" name="Rounded Rectangle 30"/>
          <p:cNvSpPr/>
          <p:nvPr/>
        </p:nvSpPr>
        <p:spPr>
          <a:xfrm>
            <a:off x="550000" y="2417992"/>
            <a:ext cx="6750000" cy="2744016"/>
          </a:xfrm>
          <a:prstGeom prst="roundRect">
            <a:avLst>
              <a:gd name="adj" fmla="val 12000"/>
            </a:avLst>
          </a:prstGeom>
          <a:solidFill>
            <a:srgbClr val="121936"/>
          </a:solidFill>
          <a:ln w="12700">
            <a:solidFill>
              <a:srgbClr val="2A356E"/>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2" name="Rectangle 31"/>
          <p:cNvSpPr/>
          <p:nvPr/>
        </p:nvSpPr>
        <p:spPr>
          <a:xfrm>
            <a:off x="550000" y="2497992"/>
            <a:ext cx="50000" cy="2584016"/>
          </a:xfrm>
          <a:prstGeom prst="rect">
            <a:avLst/>
          </a:prstGeom>
          <a:solidFill>
            <a:srgbClr val="8B5CF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3" name="Oval 32"/>
          <p:cNvSpPr/>
          <p:nvPr/>
        </p:nvSpPr>
        <p:spPr>
          <a:xfrm>
            <a:off x="760000" y="3590000"/>
            <a:ext cx="400000" cy="400000"/>
          </a:xfrm>
          <a:prstGeom prst="ellipse">
            <a:avLst/>
          </a:prstGeom>
          <a:noFill/>
          <a:ln w="25400">
            <a:solidFill>
              <a:srgbClr val="8B5CF6"/>
            </a:solidFill>
          </a:ln>
          <a:effectLst/>
        </p:spPr>
        <p:style>
          <a:lnRef idx="1">
            <a:schemeClr val="accent1"/>
          </a:lnRef>
          <a:fillRef idx="3">
            <a:schemeClr val="accent1"/>
          </a:fillRef>
          <a:effectRef idx="2">
            <a:schemeClr val="accent1"/>
          </a:effectRef>
          <a:fontRef idx="minor">
            <a:schemeClr val="lt1"/>
          </a:fontRef>
        </p:style>
        <p:txBody>
          <a:bodyPr rtlCol="0" anchor="ctr" lIns="0" rIns="0"/>
          <a:lstStyle/>
          <a:p>
            <a:pPr algn="ctr"/>
            <a:r>
              <a:rPr sz="1200" b="1">
                <a:solidFill>
                  <a:srgbClr val="8B5CF6"/>
                </a:solidFill>
                <a:latin typeface="Segoe UI"/>
              </a:rPr>
              <a:t>02</a:t>
            </a:r>
          </a:p>
        </p:txBody>
      </p:sp>
      <p:sp>
        <p:nvSpPr>
          <p:cNvPr id="34" name="TextBox 33"/>
          <p:cNvSpPr txBox="1"/>
          <p:nvPr/>
        </p:nvSpPr>
        <p:spPr>
          <a:xfrm>
            <a:off x="1300000" y="2457992"/>
            <a:ext cx="5900000" cy="2664016"/>
          </a:xfrm>
          <a:prstGeom prst="rect">
            <a:avLst/>
          </a:prstGeom>
          <a:noFill/>
        </p:spPr>
        <p:txBody>
          <a:bodyPr wrap="square" anchor="ctr">
            <a:spAutoFit/>
          </a:bodyPr>
          <a:lstStyle/>
          <a:p>
            <a:r>
              <a:rPr sz="1700" b="1">
                <a:solidFill>
                  <a:srgbClr val="E8EEFA"/>
                </a:solidFill>
                <a:latin typeface="Segoe UI"/>
              </a:rPr>
              <a:t>Bu usul juda arzon — bitta orqaga tarqatish — va shuning uchun chuqur tarmoqlarning chiziqliligi haqidagi gipotezani tasdiqlovchi klassik demonstratsiya hisoblanadi.</a:t>
            </a:r>
          </a:p>
          <a:p>
            <a:pPr>
              <a:spcBef>
                <a:spcPts val="400"/>
              </a:spcBef>
            </a:pPr>
            <a:r>
              <a:rPr sz="1600">
                <a:solidFill>
                  <a:srgbClr val="AEBBD9"/>
                </a:solidFill>
                <a:latin typeface="Segoe UI"/>
              </a:rPr>
              <a:t>Madry va hamkasblari 2018-yilda tavsiflagan proyeksiyalangan gradient tushishi (Projected Gradient Descent, PGD) esa FGSM'ni iterativ qiladi: har qadamda x_{t+1} = Π_{B_ε(x)}(x_t + α · sign(∇_x L)), bu yerda Π — ε-shar ichiga proyeksiya.</a:t>
            </a:r>
          </a:p>
        </p:txBody>
      </p:sp>
    </p:spTree>
  </p:cSld>
  <p:clrMapOvr>
    <a:masterClrMapping/>
  </p:clrMapOvr>
  <p:transition spd="med">
    <p:fade/>
  </p:transition>
  <p:timing>
    <p:tnLst>
      <p:par>
        <p:cTn id="1" dur="indefinite" restart="never" nodeType="tmRoot">
          <p:childTnLst>
            <p:seq concurrent="1" nextAc="seek">
              <p:cTn id="2" dur="indefinite" nodeType="mainSeq">
                <p:childTnLst>
                  <p:par>
                    <p:cTn id="56" fill="hold">
                      <p:stCondLst>
                        <p:cond delay="indefinite"/>
                        <p:cond evt="onBegin" delay="0">
                          <p:tn val="2"/>
                        </p:cond>
                      </p:stCondLst>
                      <p:childTnLst>
                        <p:par>
                          <p:cTn id="3" fill="hold">
                            <p:stCondLst>
                              <p:cond delay="0"/>
                            </p:stCondLst>
                            <p:childTnLst>
                              <p:par>
                                <p:cTn id="4" presetID="10" presetClass="entr" presetSubtype="0" fill="hold" grpId="0" nodeType="withEffect">
                                  <p:stCondLst>
                                    <p:cond delay="0"/>
                                  </p:stCondLst>
                                  <p:childTnLst>
                                    <p:set>
                                      <p:cBhvr>
                                        <p:cTn id="5" dur="1" fill="hold">
                                          <p:stCondLst>
                                            <p:cond delay="0"/>
                                          </p:stCondLst>
                                        </p:cTn>
                                        <p:tgtEl>
                                          <p:spTgt spid="23"/>
                                        </p:tgtEl>
                                        <p:attrNameLst>
                                          <p:attrName>style.visibility</p:attrName>
                                        </p:attrNameLst>
                                      </p:cBhvr>
                                      <p:to>
                                        <p:strVal val="visible"/>
                                      </p:to>
                                    </p:set>
                                    <p:animEffect transition="in" filter="fade">
                                      <p:cBhvr>
                                        <p:cTn id="6" dur="550"/>
                                        <p:tgtEl>
                                          <p:spTgt spid="23"/>
                                        </p:tgtEl>
                                      </p:cBhvr>
                                    </p:animEffect>
                                  </p:childTnLst>
                                </p:cTn>
                              </p:par>
                            </p:childTnLst>
                          </p:cTn>
                        </p:par>
                        <p:par>
                          <p:cTn id="7" fill="hold">
                            <p:stCondLst>
                              <p:cond delay="0"/>
                            </p:stCondLst>
                            <p:childTnLst>
                              <p:par>
                                <p:cTn id="8" presetID="22" presetClass="entr" presetSubtype="8" fill="hold" grpId="0" nodeType="afterEffect">
                                  <p:stCondLst>
                                    <p:cond delay="0"/>
                                  </p:stCondLst>
                                  <p:childTnLst>
                                    <p:set>
                                      <p:cBhvr>
                                        <p:cTn id="9" dur="1" fill="hold">
                                          <p:stCondLst>
                                            <p:cond delay="0"/>
                                          </p:stCondLst>
                                        </p:cTn>
                                        <p:tgtEl>
                                          <p:spTgt spid="24"/>
                                        </p:tgtEl>
                                        <p:attrNameLst>
                                          <p:attrName>style.visibility</p:attrName>
                                        </p:attrNameLst>
                                      </p:cBhvr>
                                      <p:to>
                                        <p:strVal val="visible"/>
                                      </p:to>
                                    </p:set>
                                    <p:animEffect transition="in" filter="wipe(left)">
                                      <p:cBhvr>
                                        <p:cTn id="11" dur="800"/>
                                        <p:tgtEl>
                                          <p:spTgt spid="24"/>
                                        </p:tgtEl>
                                      </p:cBhvr>
                                    </p:animEffect>
                                  </p:childTnLst>
                                </p:cTn>
                              </p:par>
                            </p:childTnLst>
                          </p:cTn>
                        </p:par>
                        <p:par>
                          <p:cTn id="12" fill="hold">
                            <p:stCondLst>
                              <p:cond delay="150"/>
                            </p:stCondLst>
                            <p:childTnLst>
                              <p:par>
                                <p:cTn id="13" presetID="53" presetClass="entr" presetSubtype="16" fill="hold" grpId="0" nodeType="afterEffect">
                                  <p:stCondLst>
                                    <p:cond delay="0"/>
                                  </p:stCondLst>
                                  <p:childTnLst>
                                    <p:set>
                                      <p:cBhvr>
                                        <p:cTn id="14" dur="1" fill="hold">
                                          <p:stCondLst>
                                            <p:cond delay="0"/>
                                          </p:stCondLst>
                                        </p:cTn>
                                        <p:tgtEl>
                                          <p:spTgt spid="27"/>
                                        </p:tgtEl>
                                        <p:attrNameLst>
                                          <p:attrName>style.visibility</p:attrName>
                                        </p:attrNameLst>
                                      </p:cBhvr>
                                      <p:to>
                                        <p:strVal val="visible"/>
                                      </p:to>
                                    </p:set>
                                    <p:animEffect transition="in" filter="fade">
                                      <p:cBhvr>
                                        <p:cTn id="15" dur="550"/>
                                        <p:tgtEl>
                                          <p:spTgt spid="27"/>
                                        </p:tgtEl>
                                      </p:cBhvr>
                                    </p:animEffect>
                                    <p:anim calcmode="lin" valueType="num">
                                      <p:cBhvr additive="base">
                                        <p:cTn id="16" dur="550" fill="hold"/>
                                        <p:tgtEl>
                                          <p:spTgt spid="27"/>
                                        </p:tgtEl>
                                        <p:attrNameLst>
                                          <p:attrName>ppt_w</p:attrName>
                                        </p:attrNameLst>
                                      </p:cBhvr>
                                      <p:tavLst>
                                        <p:tav tm="0">
                                          <p:val>
                                            <p:strVal val="0"/>
                                          </p:val>
                                        </p:tav>
                                        <p:tav tm="100000">
                                          <p:val>
                                            <p:strVal val="#ppt_w"/>
                                          </p:val>
                                        </p:tav>
                                      </p:tavLst>
                                    </p:anim>
                                    <p:anim calcmode="lin" valueType="num">
                                      <p:cBhvr additive="base">
                                        <p:cTn id="17" dur="550" fill="hold"/>
                                        <p:tgtEl>
                                          <p:spTgt spid="27"/>
                                        </p:tgtEl>
                                        <p:attrNameLst>
                                          <p:attrName>ppt_h</p:attrName>
                                        </p:attrNameLst>
                                      </p:cBhvr>
                                      <p:tavLst>
                                        <p:tav tm="0">
                                          <p:val>
                                            <p:strVal val="0"/>
                                          </p:val>
                                        </p:tav>
                                        <p:tav tm="100000">
                                          <p:val>
                                            <p:strVal val="#ppt_h"/>
                                          </p:val>
                                        </p:tav>
                                      </p:tavLst>
                                    </p:anim>
                                  </p:childTnLst>
                                </p:cTn>
                              </p:par>
                            </p:childTnLst>
                          </p:cTn>
                        </p:par>
                        <p:par>
                          <p:cTn id="18" fill="hold">
                            <p:stCondLst>
                              <p:cond delay="150"/>
                            </p:stCondLst>
                            <p:childTnLst>
                              <p:par>
                                <p:cTn id="19" presetID="53" presetClass="entr" presetSubtype="16" fill="hold" grpId="0" nodeType="afterEffect">
                                  <p:stCondLst>
                                    <p:cond delay="0"/>
                                  </p:stCondLst>
                                  <p:childTnLst>
                                    <p:set>
                                      <p:cBhvr>
                                        <p:cTn id="20" dur="1" fill="hold">
                                          <p:stCondLst>
                                            <p:cond delay="0"/>
                                          </p:stCondLst>
                                        </p:cTn>
                                        <p:tgtEl>
                                          <p:spTgt spid="28"/>
                                        </p:tgtEl>
                                        <p:attrNameLst>
                                          <p:attrName>style.visibility</p:attrName>
                                        </p:attrNameLst>
                                      </p:cBhvr>
                                      <p:to>
                                        <p:strVal val="visible"/>
                                      </p:to>
                                    </p:set>
                                    <p:animEffect transition="in" filter="fade">
                                      <p:cBhvr>
                                        <p:cTn id="21" dur="550"/>
                                        <p:tgtEl>
                                          <p:spTgt spid="28"/>
                                        </p:tgtEl>
                                      </p:cBhvr>
                                    </p:animEffect>
                                    <p:anim calcmode="lin" valueType="num">
                                      <p:cBhvr additive="base">
                                        <p:cTn id="22" dur="550" fill="hold"/>
                                        <p:tgtEl>
                                          <p:spTgt spid="28"/>
                                        </p:tgtEl>
                                        <p:attrNameLst>
                                          <p:attrName>ppt_w</p:attrName>
                                        </p:attrNameLst>
                                      </p:cBhvr>
                                      <p:tavLst>
                                        <p:tav tm="0">
                                          <p:val>
                                            <p:strVal val="0"/>
                                          </p:val>
                                        </p:tav>
                                        <p:tav tm="100000">
                                          <p:val>
                                            <p:strVal val="#ppt_w"/>
                                          </p:val>
                                        </p:tav>
                                      </p:tavLst>
                                    </p:anim>
                                    <p:anim calcmode="lin" valueType="num">
                                      <p:cBhvr additive="base">
                                        <p:cTn id="23" dur="550" fill="hold"/>
                                        <p:tgtEl>
                                          <p:spTgt spid="28"/>
                                        </p:tgtEl>
                                        <p:attrNameLst>
                                          <p:attrName>ppt_h</p:attrName>
                                        </p:attrNameLst>
                                      </p:cBhvr>
                                      <p:tavLst>
                                        <p:tav tm="0">
                                          <p:val>
                                            <p:strVal val="0"/>
                                          </p:val>
                                        </p:tav>
                                        <p:tav tm="100000">
                                          <p:val>
                                            <p:strVal val="#ppt_h"/>
                                          </p:val>
                                        </p:tav>
                                      </p:tavLst>
                                    </p:anim>
                                  </p:childTnLst>
                                </p:cTn>
                              </p:par>
                            </p:childTnLst>
                          </p:cTn>
                        </p:par>
                        <p:par>
                          <p:cTn id="24" fill="hold">
                            <p:stCondLst>
                              <p:cond delay="150"/>
                            </p:stCondLst>
                            <p:childTnLst>
                              <p:par>
                                <p:cTn id="25" presetID="10" presetClass="entr" presetSubtype="0" fill="hold" grpId="0" nodeType="afterEffect">
                                  <p:stCondLst>
                                    <p:cond delay="0"/>
                                  </p:stCondLst>
                                  <p:childTnLst>
                                    <p:set>
                                      <p:cBhvr>
                                        <p:cTn id="26" dur="1" fill="hold">
                                          <p:stCondLst>
                                            <p:cond delay="0"/>
                                          </p:stCondLst>
                                        </p:cTn>
                                        <p:tgtEl>
                                          <p:spTgt spid="30"/>
                                        </p:tgtEl>
                                        <p:attrNameLst>
                                          <p:attrName>style.visibility</p:attrName>
                                        </p:attrNameLst>
                                      </p:cBhvr>
                                      <p:to>
                                        <p:strVal val="visible"/>
                                      </p:to>
                                    </p:set>
                                    <p:animEffect transition="in" filter="fade">
                                      <p:cBhvr>
                                        <p:cTn id="27" dur="550"/>
                                        <p:tgtEl>
                                          <p:spTgt spid="30"/>
                                        </p:tgtEl>
                                      </p:cBhvr>
                                    </p:animEffect>
                                  </p:childTnLst>
                                </p:cTn>
                              </p:par>
                            </p:childTnLst>
                          </p:cTn>
                        </p:par>
                        <p:par>
                          <p:cTn id="28" fill="hold">
                            <p:stCondLst>
                              <p:cond delay="150"/>
                            </p:stCondLst>
                            <p:childTnLst>
                              <p:par>
                                <p:cTn id="29" presetID="10" presetClass="entr" presetSubtype="0" fill="hold" grpId="0" nodeType="afterEffect">
                                  <p:stCondLst>
                                    <p:cond delay="0"/>
                                  </p:stCondLst>
                                  <p:childTnLst>
                                    <p:set>
                                      <p:cBhvr>
                                        <p:cTn id="30" dur="1" fill="hold">
                                          <p:stCondLst>
                                            <p:cond delay="0"/>
                                          </p:stCondLst>
                                        </p:cTn>
                                        <p:tgtEl>
                                          <p:spTgt spid="29"/>
                                        </p:tgtEl>
                                        <p:attrNameLst>
                                          <p:attrName>style.visibility</p:attrName>
                                        </p:attrNameLst>
                                      </p:cBhvr>
                                      <p:to>
                                        <p:strVal val="visible"/>
                                      </p:to>
                                    </p:set>
                                    <p:animEffect transition="in" filter="fade">
                                      <p:cBhvr>
                                        <p:cTn id="31" dur="550"/>
                                        <p:tgtEl>
                                          <p:spTgt spid="29"/>
                                        </p:tgtEl>
                                      </p:cBhvr>
                                    </p:animEffect>
                                  </p:childTnLst>
                                </p:cTn>
                              </p:par>
                            </p:childTnLst>
                          </p:cTn>
                        </p:par>
                        <p:par>
                          <p:cTn id="32" fill="hold">
                            <p:stCondLst>
                              <p:cond delay="350"/>
                            </p:stCondLst>
                            <p:childTnLst>
                              <p:par>
                                <p:cTn id="33" presetID="42" presetClass="entr" presetSubtype="0" fill="hold" grpId="0" nodeType="afterEffect">
                                  <p:stCondLst>
                                    <p:cond delay="0"/>
                                  </p:stCondLst>
                                  <p:childTnLst>
                                    <p:set>
                                      <p:cBhvr>
                                        <p:cTn id="34" dur="1" fill="hold">
                                          <p:stCondLst>
                                            <p:cond delay="0"/>
                                          </p:stCondLst>
                                        </p:cTn>
                                        <p:tgtEl>
                                          <p:spTgt spid="31"/>
                                        </p:tgtEl>
                                        <p:attrNameLst>
                                          <p:attrName>style.visibility</p:attrName>
                                        </p:attrNameLst>
                                      </p:cBhvr>
                                      <p:to>
                                        <p:strVal val="visible"/>
                                      </p:to>
                                    </p:set>
                                    <p:animEffect transition="in" filter="fade">
                                      <p:cBhvr>
                                        <p:cTn id="35" dur="550"/>
                                        <p:tgtEl>
                                          <p:spTgt spid="31"/>
                                        </p:tgtEl>
                                      </p:cBhvr>
                                    </p:animEffect>
                                    <p:anim calcmode="lin" valueType="num">
                                      <p:cBhvr additive="base">
                                        <p:cTn id="36" dur="550" fill="hold"/>
                                        <p:tgtEl>
                                          <p:spTgt spid="31"/>
                                        </p:tgtEl>
                                        <p:attrNameLst>
                                          <p:attrName>ppt_x</p:attrName>
                                        </p:attrNameLst>
                                      </p:cBhvr>
                                      <p:tavLst>
                                        <p:tav tm="0">
                                          <p:val>
                                            <p:strVal val="#ppt_x"/>
                                          </p:val>
                                        </p:tav>
                                        <p:tav tm="100000">
                                          <p:val>
                                            <p:strVal val="#ppt_x"/>
                                          </p:val>
                                        </p:tav>
                                      </p:tavLst>
                                    </p:anim>
                                    <p:anim calcmode="lin" valueType="num">
                                      <p:cBhvr additive="base">
                                        <p:cTn id="37" dur="550" fill="hold"/>
                                        <p:tgtEl>
                                          <p:spTgt spid="31"/>
                                        </p:tgtEl>
                                        <p:attrNameLst>
                                          <p:attrName>ppt_y</p:attrName>
                                        </p:attrNameLst>
                                      </p:cBhvr>
                                      <p:tavLst>
                                        <p:tav tm="0">
                                          <p:val>
                                            <p:strVal val="#ppt_y+.08"/>
                                          </p:val>
                                        </p:tav>
                                        <p:tav tm="100000">
                                          <p:val>
                                            <p:strVal val="#ppt_y"/>
                                          </p:val>
                                        </p:tav>
                                      </p:tavLst>
                                    </p:anim>
                                  </p:childTnLst>
                                </p:cTn>
                              </p:par>
                            </p:childTnLst>
                          </p:cTn>
                        </p:par>
                        <p:par>
                          <p:cTn id="38" fill="hold">
                            <p:stCondLst>
                              <p:cond delay="350"/>
                            </p:stCondLst>
                            <p:childTnLst>
                              <p:par>
                                <p:cTn id="39" presetID="42" presetClass="entr" presetSubtype="0" fill="hold" grpId="0" nodeType="afterEffect">
                                  <p:stCondLst>
                                    <p:cond delay="0"/>
                                  </p:stCondLst>
                                  <p:childTnLst>
                                    <p:set>
                                      <p:cBhvr>
                                        <p:cTn id="40" dur="1" fill="hold">
                                          <p:stCondLst>
                                            <p:cond delay="0"/>
                                          </p:stCondLst>
                                        </p:cTn>
                                        <p:tgtEl>
                                          <p:spTgt spid="32"/>
                                        </p:tgtEl>
                                        <p:attrNameLst>
                                          <p:attrName>style.visibility</p:attrName>
                                        </p:attrNameLst>
                                      </p:cBhvr>
                                      <p:to>
                                        <p:strVal val="visible"/>
                                      </p:to>
                                    </p:set>
                                    <p:animEffect transition="in" filter="fade">
                                      <p:cBhvr>
                                        <p:cTn id="41" dur="550"/>
                                        <p:tgtEl>
                                          <p:spTgt spid="32"/>
                                        </p:tgtEl>
                                      </p:cBhvr>
                                    </p:animEffect>
                                    <p:anim calcmode="lin" valueType="num">
                                      <p:cBhvr additive="base">
                                        <p:cTn id="42" dur="550" fill="hold"/>
                                        <p:tgtEl>
                                          <p:spTgt spid="32"/>
                                        </p:tgtEl>
                                        <p:attrNameLst>
                                          <p:attrName>ppt_x</p:attrName>
                                        </p:attrNameLst>
                                      </p:cBhvr>
                                      <p:tavLst>
                                        <p:tav tm="0">
                                          <p:val>
                                            <p:strVal val="#ppt_x"/>
                                          </p:val>
                                        </p:tav>
                                        <p:tav tm="100000">
                                          <p:val>
                                            <p:strVal val="#ppt_x"/>
                                          </p:val>
                                        </p:tav>
                                      </p:tavLst>
                                    </p:anim>
                                    <p:anim calcmode="lin" valueType="num">
                                      <p:cBhvr additive="base">
                                        <p:cTn id="43" dur="550" fill="hold"/>
                                        <p:tgtEl>
                                          <p:spTgt spid="32"/>
                                        </p:tgtEl>
                                        <p:attrNameLst>
                                          <p:attrName>ppt_y</p:attrName>
                                        </p:attrNameLst>
                                      </p:cBhvr>
                                      <p:tavLst>
                                        <p:tav tm="0">
                                          <p:val>
                                            <p:strVal val="#ppt_y+.08"/>
                                          </p:val>
                                        </p:tav>
                                        <p:tav tm="100000">
                                          <p:val>
                                            <p:strVal val="#ppt_y"/>
                                          </p:val>
                                        </p:tav>
                                      </p:tavLst>
                                    </p:anim>
                                  </p:childTnLst>
                                </p:cTn>
                              </p:par>
                            </p:childTnLst>
                          </p:cTn>
                        </p:par>
                        <p:par>
                          <p:cTn id="44" fill="hold">
                            <p:stCondLst>
                              <p:cond delay="350"/>
                            </p:stCondLst>
                            <p:childTnLst>
                              <p:par>
                                <p:cTn id="45" presetID="53" presetClass="entr" presetSubtype="16" fill="hold" grpId="0" nodeType="afterEffect">
                                  <p:stCondLst>
                                    <p:cond delay="0"/>
                                  </p:stCondLst>
                                  <p:childTnLst>
                                    <p:set>
                                      <p:cBhvr>
                                        <p:cTn id="46" dur="1" fill="hold">
                                          <p:stCondLst>
                                            <p:cond delay="0"/>
                                          </p:stCondLst>
                                        </p:cTn>
                                        <p:tgtEl>
                                          <p:spTgt spid="33"/>
                                        </p:tgtEl>
                                        <p:attrNameLst>
                                          <p:attrName>style.visibility</p:attrName>
                                        </p:attrNameLst>
                                      </p:cBhvr>
                                      <p:to>
                                        <p:strVal val="visible"/>
                                      </p:to>
                                    </p:set>
                                    <p:animEffect transition="in" filter="fade">
                                      <p:cBhvr>
                                        <p:cTn id="47" dur="550"/>
                                        <p:tgtEl>
                                          <p:spTgt spid="33"/>
                                        </p:tgtEl>
                                      </p:cBhvr>
                                    </p:animEffect>
                                    <p:anim calcmode="lin" valueType="num">
                                      <p:cBhvr additive="base">
                                        <p:cTn id="48" dur="550" fill="hold"/>
                                        <p:tgtEl>
                                          <p:spTgt spid="33"/>
                                        </p:tgtEl>
                                        <p:attrNameLst>
                                          <p:attrName>ppt_w</p:attrName>
                                        </p:attrNameLst>
                                      </p:cBhvr>
                                      <p:tavLst>
                                        <p:tav tm="0">
                                          <p:val>
                                            <p:strVal val="0"/>
                                          </p:val>
                                        </p:tav>
                                        <p:tav tm="100000">
                                          <p:val>
                                            <p:strVal val="#ppt_w"/>
                                          </p:val>
                                        </p:tav>
                                      </p:tavLst>
                                    </p:anim>
                                    <p:anim calcmode="lin" valueType="num">
                                      <p:cBhvr additive="base">
                                        <p:cTn id="49" dur="550" fill="hold"/>
                                        <p:tgtEl>
                                          <p:spTgt spid="33"/>
                                        </p:tgtEl>
                                        <p:attrNameLst>
                                          <p:attrName>ppt_h</p:attrName>
                                        </p:attrNameLst>
                                      </p:cBhvr>
                                      <p:tavLst>
                                        <p:tav tm="0">
                                          <p:val>
                                            <p:strVal val="0"/>
                                          </p:val>
                                        </p:tav>
                                        <p:tav tm="100000">
                                          <p:val>
                                            <p:strVal val="#ppt_h"/>
                                          </p:val>
                                        </p:tav>
                                      </p:tavLst>
                                    </p:anim>
                                  </p:childTnLst>
                                </p:cTn>
                              </p:par>
                            </p:childTnLst>
                          </p:cTn>
                        </p:par>
                        <p:par>
                          <p:cTn id="50" fill="hold">
                            <p:stCondLst>
                              <p:cond delay="350"/>
                            </p:stCondLst>
                            <p:childTnLst>
                              <p:par>
                                <p:cTn id="51" presetID="42" presetClass="entr" presetSubtype="0" fill="hold" grpId="0" nodeType="afterEffect">
                                  <p:stCondLst>
                                    <p:cond delay="0"/>
                                  </p:stCondLst>
                                  <p:childTnLst>
                                    <p:set>
                                      <p:cBhvr>
                                        <p:cTn id="52" dur="1" fill="hold">
                                          <p:stCondLst>
                                            <p:cond delay="0"/>
                                          </p:stCondLst>
                                        </p:cTn>
                                        <p:tgtEl>
                                          <p:spTgt spid="34"/>
                                        </p:tgtEl>
                                        <p:attrNameLst>
                                          <p:attrName>style.visibility</p:attrName>
                                        </p:attrNameLst>
                                      </p:cBhvr>
                                      <p:to>
                                        <p:strVal val="visible"/>
                                      </p:to>
                                    </p:set>
                                    <p:animEffect transition="in" filter="fade">
                                      <p:cBhvr>
                                        <p:cTn id="53" dur="550"/>
                                        <p:tgtEl>
                                          <p:spTgt spid="34"/>
                                        </p:tgtEl>
                                      </p:cBhvr>
                                    </p:animEffect>
                                    <p:anim calcmode="lin" valueType="num">
                                      <p:cBhvr additive="base">
                                        <p:cTn id="54" dur="550" fill="hold"/>
                                        <p:tgtEl>
                                          <p:spTgt spid="34"/>
                                        </p:tgtEl>
                                        <p:attrNameLst>
                                          <p:attrName>ppt_x</p:attrName>
                                        </p:attrNameLst>
                                      </p:cBhvr>
                                      <p:tavLst>
                                        <p:tav tm="0">
                                          <p:val>
                                            <p:strVal val="#ppt_x"/>
                                          </p:val>
                                        </p:tav>
                                        <p:tav tm="100000">
                                          <p:val>
                                            <p:strVal val="#ppt_x"/>
                                          </p:val>
                                        </p:tav>
                                      </p:tavLst>
                                    </p:anim>
                                    <p:anim calcmode="lin" valueType="num">
                                      <p:cBhvr additive="base">
                                        <p:cTn id="55" dur="550" fill="hold"/>
                                        <p:tgtEl>
                                          <p:spTgt spid="34"/>
                                        </p:tgtEl>
                                        <p:attrNameLst>
                                          <p:attrName>ppt_y</p:attrName>
                                        </p:attrNameLst>
                                      </p:cBhvr>
                                      <p:tavLst>
                                        <p:tav tm="0">
                                          <p:val>
                                            <p:strVal val="#ppt_y+.08"/>
                                          </p:val>
                                        </p:tav>
                                        <p:tav tm="100000">
                                          <p:val>
                                            <p:strVal val="#ppt_y"/>
                                          </p:val>
                                        </p:tav>
                                      </p:tavLst>
                                    </p:anim>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23" grpId="0" animBg="1"/>
      <p:bldP spid="24" grpId="0" animBg="1"/>
      <p:bldP spid="27" grpId="0" animBg="1"/>
      <p:bldP spid="30" grpId="0" animBg="1"/>
      <p:bldP spid="29" grpId="0" animBg="1"/>
      <p:bldP spid="31" grpId="0" animBg="1"/>
      <p:bldP spid="32" grpId="0" animBg="1"/>
      <p:bldP spid="33" grpId="0" animBg="1"/>
      <p:bldP spid="34" grpId="0" animBg="1"/>
    </p:bldLst>
  </p:timing>
</p:sld>
</file>

<file path=ppt/slides/slide1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2000" cy="6858000"/>
          </a:xfrm>
          <a:prstGeom prst="rect">
            <a:avLst/>
          </a:prstGeom>
          <a:gradFill rotWithShape="1">
            <a:gsLst>
              <a:gs pos="0">
                <a:srgbClr val="070B1A"/>
              </a:gs>
              <a:gs pos="100000">
                <a:srgbClr val="141C44"/>
              </a:gs>
            </a:gsLst>
            <a:lin scaled="0" ang="13500000"/>
          </a:gra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cxnSp>
        <p:nvCxnSpPr>
          <p:cNvPr id="3" name="Connector 2"/>
          <p:cNvCxnSpPr/>
          <p:nvPr/>
        </p:nvCxnSpPr>
        <p:spPr>
          <a:xfrm>
            <a:off x="10350000" y="380000"/>
            <a:ext cx="750000" cy="150000"/>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cxnSp>
        <p:nvCxnSpPr>
          <p:cNvPr id="4" name="Connector 3"/>
          <p:cNvCxnSpPr/>
          <p:nvPr/>
        </p:nvCxnSpPr>
        <p:spPr>
          <a:xfrm>
            <a:off x="10350000" y="380000"/>
            <a:ext cx="750000" cy="375000"/>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cxnSp>
        <p:nvCxnSpPr>
          <p:cNvPr id="5" name="Connector 4"/>
          <p:cNvCxnSpPr/>
          <p:nvPr/>
        </p:nvCxnSpPr>
        <p:spPr>
          <a:xfrm flipV="1">
            <a:off x="10350000" y="305000"/>
            <a:ext cx="750000" cy="375000"/>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cxnSp>
        <p:nvCxnSpPr>
          <p:cNvPr id="6" name="Connector 5"/>
          <p:cNvCxnSpPr/>
          <p:nvPr/>
        </p:nvCxnSpPr>
        <p:spPr>
          <a:xfrm flipV="1">
            <a:off x="10350000" y="530000"/>
            <a:ext cx="750000" cy="150000"/>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cxnSp>
        <p:nvCxnSpPr>
          <p:cNvPr id="7" name="Connector 6"/>
          <p:cNvCxnSpPr/>
          <p:nvPr/>
        </p:nvCxnSpPr>
        <p:spPr>
          <a:xfrm>
            <a:off x="11100000" y="305000"/>
            <a:ext cx="750000" cy="75000"/>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cxnSp>
        <p:nvCxnSpPr>
          <p:cNvPr id="8" name="Connector 7"/>
          <p:cNvCxnSpPr/>
          <p:nvPr/>
        </p:nvCxnSpPr>
        <p:spPr>
          <a:xfrm>
            <a:off x="11100000" y="305000"/>
            <a:ext cx="750000" cy="375000"/>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cxnSp>
        <p:nvCxnSpPr>
          <p:cNvPr id="9" name="Connector 8"/>
          <p:cNvCxnSpPr/>
          <p:nvPr/>
        </p:nvCxnSpPr>
        <p:spPr>
          <a:xfrm flipV="1">
            <a:off x="11100000" y="380000"/>
            <a:ext cx="750000" cy="150000"/>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cxnSp>
        <p:nvCxnSpPr>
          <p:cNvPr id="10" name="Connector 9"/>
          <p:cNvCxnSpPr/>
          <p:nvPr/>
        </p:nvCxnSpPr>
        <p:spPr>
          <a:xfrm>
            <a:off x="11100000" y="530000"/>
            <a:ext cx="750000" cy="150000"/>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cxnSp>
        <p:nvCxnSpPr>
          <p:cNvPr id="11" name="Connector 10"/>
          <p:cNvCxnSpPr/>
          <p:nvPr/>
        </p:nvCxnSpPr>
        <p:spPr>
          <a:xfrm flipV="1">
            <a:off x="11100000" y="380000"/>
            <a:ext cx="750000" cy="375000"/>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cxnSp>
        <p:nvCxnSpPr>
          <p:cNvPr id="12" name="Connector 11"/>
          <p:cNvCxnSpPr/>
          <p:nvPr/>
        </p:nvCxnSpPr>
        <p:spPr>
          <a:xfrm flipV="1">
            <a:off x="11100000" y="680000"/>
            <a:ext cx="750000" cy="75000"/>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sp>
        <p:nvSpPr>
          <p:cNvPr id="13" name="Oval 12"/>
          <p:cNvSpPr/>
          <p:nvPr/>
        </p:nvSpPr>
        <p:spPr>
          <a:xfrm>
            <a:off x="10280000" y="310000"/>
            <a:ext cx="140000" cy="140000"/>
          </a:xfrm>
          <a:prstGeom prst="ellipse">
            <a:avLst/>
          </a:prstGeom>
          <a:solidFill>
            <a:srgbClr val="3B4C8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Oval 13"/>
          <p:cNvSpPr/>
          <p:nvPr/>
        </p:nvSpPr>
        <p:spPr>
          <a:xfrm>
            <a:off x="10280000" y="610000"/>
            <a:ext cx="140000" cy="140000"/>
          </a:xfrm>
          <a:prstGeom prst="ellipse">
            <a:avLst/>
          </a:prstGeom>
          <a:solidFill>
            <a:srgbClr val="3B4C8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Oval 14"/>
          <p:cNvSpPr/>
          <p:nvPr/>
        </p:nvSpPr>
        <p:spPr>
          <a:xfrm>
            <a:off x="11030000" y="235000"/>
            <a:ext cx="140000" cy="140000"/>
          </a:xfrm>
          <a:prstGeom prst="ellipse">
            <a:avLst/>
          </a:prstGeom>
          <a:solidFill>
            <a:srgbClr val="3B4C8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Oval 15"/>
          <p:cNvSpPr/>
          <p:nvPr/>
        </p:nvSpPr>
        <p:spPr>
          <a:xfrm>
            <a:off x="11030000" y="460000"/>
            <a:ext cx="140000" cy="140000"/>
          </a:xfrm>
          <a:prstGeom prst="ellipse">
            <a:avLst/>
          </a:prstGeom>
          <a:solidFill>
            <a:srgbClr val="3B4C8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Oval 16"/>
          <p:cNvSpPr/>
          <p:nvPr/>
        </p:nvSpPr>
        <p:spPr>
          <a:xfrm>
            <a:off x="11030000" y="685000"/>
            <a:ext cx="140000" cy="140000"/>
          </a:xfrm>
          <a:prstGeom prst="ellipse">
            <a:avLst/>
          </a:prstGeom>
          <a:solidFill>
            <a:srgbClr val="3B4C8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Oval 17"/>
          <p:cNvSpPr/>
          <p:nvPr/>
        </p:nvSpPr>
        <p:spPr>
          <a:xfrm>
            <a:off x="11780000" y="310000"/>
            <a:ext cx="140000" cy="140000"/>
          </a:xfrm>
          <a:prstGeom prst="ellipse">
            <a:avLst/>
          </a:prstGeom>
          <a:solidFill>
            <a:srgbClr val="3B4C8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Oval 18"/>
          <p:cNvSpPr/>
          <p:nvPr/>
        </p:nvSpPr>
        <p:spPr>
          <a:xfrm>
            <a:off x="11780000" y="610000"/>
            <a:ext cx="140000" cy="140000"/>
          </a:xfrm>
          <a:prstGeom prst="ellipse">
            <a:avLst/>
          </a:prstGeom>
          <a:solidFill>
            <a:srgbClr val="3B4C8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500000" y="160000"/>
            <a:ext cx="9600000" cy="300000"/>
          </a:xfrm>
          <a:prstGeom prst="rect">
            <a:avLst/>
          </a:prstGeom>
          <a:noFill/>
        </p:spPr>
        <p:txBody>
          <a:bodyPr wrap="square" anchor="t" lIns="50800" rIns="50800">
            <a:spAutoFit/>
          </a:bodyPr>
          <a:lstStyle/>
          <a:p>
            <a:pPr algn="l"/>
            <a:r>
              <a:rPr sz="1100" b="1">
                <a:solidFill>
                  <a:srgbClr val="22D3EE"/>
                </a:solidFill>
                <a:latin typeface="Segoe UI"/>
              </a:rPr>
              <a:t>◆ 2-REJA</a:t>
            </a:r>
          </a:p>
        </p:txBody>
      </p:sp>
      <p:sp>
        <p:nvSpPr>
          <p:cNvPr id="21" name="TextBox 20"/>
          <p:cNvSpPr txBox="1"/>
          <p:nvPr/>
        </p:nvSpPr>
        <p:spPr>
          <a:xfrm>
            <a:off x="500000" y="400000"/>
            <a:ext cx="9800000" cy="650000"/>
          </a:xfrm>
          <a:prstGeom prst="rect">
            <a:avLst/>
          </a:prstGeom>
          <a:noFill/>
        </p:spPr>
        <p:txBody>
          <a:bodyPr wrap="square" anchor="ctr" lIns="50800" rIns="50800">
            <a:spAutoFit/>
          </a:bodyPr>
          <a:lstStyle/>
          <a:p>
            <a:pPr algn="l"/>
            <a:r>
              <a:rPr sz="2600" b="1">
                <a:solidFill>
                  <a:srgbClr val="E8EEFA"/>
                </a:solidFill>
                <a:latin typeface="Segoe UI"/>
              </a:rPr>
              <a:t>Hujumlar taksonomiyasi</a:t>
            </a:r>
          </a:p>
        </p:txBody>
      </p:sp>
      <p:sp>
        <p:nvSpPr>
          <p:cNvPr id="22" name="Rectangle 21"/>
          <p:cNvSpPr/>
          <p:nvPr/>
        </p:nvSpPr>
        <p:spPr>
          <a:xfrm>
            <a:off x="560000" y="1080000"/>
            <a:ext cx="1700000" cy="45000"/>
          </a:xfrm>
          <a:prstGeom prst="rect">
            <a:avLst/>
          </a:prstGeom>
          <a:gradFill rotWithShape="1">
            <a:gsLst>
              <a:gs pos="0">
                <a:srgbClr val="22D3EE"/>
              </a:gs>
              <a:gs pos="100000">
                <a:srgbClr val="8B5CF6"/>
              </a:gs>
            </a:gsLst>
            <a:lin scaled="0" ang="0"/>
          </a:gra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TextBox 22"/>
          <p:cNvSpPr txBox="1"/>
          <p:nvPr/>
        </p:nvSpPr>
        <p:spPr>
          <a:xfrm>
            <a:off x="500000" y="6450000"/>
            <a:ext cx="9500000" cy="280000"/>
          </a:xfrm>
          <a:prstGeom prst="rect">
            <a:avLst/>
          </a:prstGeom>
          <a:noFill/>
        </p:spPr>
        <p:txBody>
          <a:bodyPr wrap="square" anchor="t" lIns="50800" rIns="50800">
            <a:spAutoFit/>
          </a:bodyPr>
          <a:lstStyle/>
          <a:p>
            <a:pPr algn="l"/>
            <a:r>
              <a:rPr sz="900" b="0">
                <a:solidFill>
                  <a:srgbClr val="707EAA"/>
                </a:solidFill>
                <a:latin typeface="Segoe UI"/>
              </a:rPr>
              <a:t>M9 · Tizimlarining ishonchliligi va axborot xavfsizligi</a:t>
            </a:r>
          </a:p>
        </p:txBody>
      </p:sp>
      <p:sp>
        <p:nvSpPr>
          <p:cNvPr id="24" name="Rounded Rectangle 23"/>
          <p:cNvSpPr/>
          <p:nvPr/>
        </p:nvSpPr>
        <p:spPr>
          <a:xfrm>
            <a:off x="11000000" y="6430000"/>
            <a:ext cx="700000" cy="270000"/>
          </a:xfrm>
          <a:prstGeom prst="roundRect">
            <a:avLst/>
          </a:prstGeom>
          <a:solidFill>
            <a:srgbClr val="121936"/>
          </a:solidFill>
          <a:ln w="12700">
            <a:solidFill>
              <a:srgbClr val="2A356E"/>
            </a:solidFill>
          </a:ln>
          <a:effectLst/>
        </p:spPr>
        <p:style>
          <a:lnRef idx="1">
            <a:schemeClr val="accent1"/>
          </a:lnRef>
          <a:fillRef idx="3">
            <a:schemeClr val="accent1"/>
          </a:fillRef>
          <a:effectRef idx="2">
            <a:schemeClr val="accent1"/>
          </a:effectRef>
          <a:fontRef idx="minor">
            <a:schemeClr val="lt1"/>
          </a:fontRef>
        </p:style>
        <p:txBody>
          <a:bodyPr rtlCol="0" anchor="ctr" tIns="0" bIns="0"/>
          <a:lstStyle/>
          <a:p>
            <a:pPr algn="ctr"/>
            <a:r>
              <a:rPr sz="1000" b="1">
                <a:solidFill>
                  <a:srgbClr val="22D3EE"/>
                </a:solidFill>
                <a:latin typeface="Segoe UI"/>
              </a:rPr>
              <a:t>10</a:t>
            </a:r>
          </a:p>
        </p:txBody>
      </p:sp>
      <p:sp>
        <p:nvSpPr>
          <p:cNvPr id="25" name="Rounded Rectangle 24"/>
          <p:cNvSpPr/>
          <p:nvPr/>
        </p:nvSpPr>
        <p:spPr>
          <a:xfrm>
            <a:off x="7520000" y="1330000"/>
            <a:ext cx="4250000" cy="4650000"/>
          </a:xfrm>
          <a:prstGeom prst="roundRect">
            <a:avLst>
              <a:gd name="adj" fmla="val 5000"/>
            </a:avLst>
          </a:prstGeom>
          <a:noFill/>
          <a:ln w="15875">
            <a:solidFill>
              <a:srgbClr val="8B5CF6"/>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26" name="Picture 25" descr="c5a01db9c3f5ef7d.jpg"/>
          <p:cNvPicPr>
            <a:picLocks noChangeAspect="1"/>
          </p:cNvPicPr>
          <p:nvPr/>
        </p:nvPicPr>
        <p:blipFill>
          <a:blip r:embed="rId2"/>
          <a:srcRect l="14265" r="14265"/>
          <a:stretch>
            <a:fillRect/>
          </a:stretch>
        </p:blipFill>
        <p:spPr>
          <a:xfrm>
            <a:off x="7620000" y="1430000"/>
            <a:ext cx="4050000" cy="4250000"/>
          </a:xfrm>
          <a:prstGeom prst="roundRect">
            <a:avLst/>
          </a:prstGeom>
          <a:ln w="19050">
            <a:solidFill>
              <a:srgbClr val="22D3EE"/>
            </a:solidFill>
          </a:ln>
        </p:spPr>
      </p:pic>
      <p:sp>
        <p:nvSpPr>
          <p:cNvPr id="27" name="TextBox 26"/>
          <p:cNvSpPr txBox="1"/>
          <p:nvPr/>
        </p:nvSpPr>
        <p:spPr>
          <a:xfrm>
            <a:off x="7620000" y="5710000"/>
            <a:ext cx="4050000" cy="260000"/>
          </a:xfrm>
          <a:prstGeom prst="rect">
            <a:avLst/>
          </a:prstGeom>
          <a:noFill/>
        </p:spPr>
        <p:txBody>
          <a:bodyPr wrap="square" anchor="t" lIns="50800" rIns="50800">
            <a:spAutoFit/>
          </a:bodyPr>
          <a:lstStyle/>
          <a:p>
            <a:pPr algn="l"/>
            <a:r>
              <a:rPr sz="800" b="0">
                <a:solidFill>
                  <a:srgbClr val="707EAA"/>
                </a:solidFill>
                <a:latin typeface="Segoe UI"/>
              </a:rPr>
              <a:t>Rasm: Indrajit Das · Wikimedia Commons · CC BY-SA 3.0</a:t>
            </a:r>
          </a:p>
        </p:txBody>
      </p:sp>
      <p:sp>
        <p:nvSpPr>
          <p:cNvPr id="28" name="Rounded Rectangle 27"/>
          <p:cNvSpPr/>
          <p:nvPr/>
        </p:nvSpPr>
        <p:spPr>
          <a:xfrm>
            <a:off x="7750000" y="1560000"/>
            <a:ext cx="1700000" cy="300000"/>
          </a:xfrm>
          <a:prstGeom prst="roundRect">
            <a:avLst/>
          </a:prstGeom>
          <a:solidFill>
            <a:srgbClr val="070B1A"/>
          </a:solidFill>
          <a:ln w="12700">
            <a:solidFill>
              <a:srgbClr val="22D3EE"/>
            </a:solidFill>
          </a:ln>
          <a:effectLst/>
        </p:spPr>
        <p:style>
          <a:lnRef idx="1">
            <a:schemeClr val="accent1"/>
          </a:lnRef>
          <a:fillRef idx="3">
            <a:schemeClr val="accent1"/>
          </a:fillRef>
          <a:effectRef idx="2">
            <a:schemeClr val="accent1"/>
          </a:effectRef>
          <a:fontRef idx="minor">
            <a:schemeClr val="lt1"/>
          </a:fontRef>
        </p:style>
        <p:txBody>
          <a:bodyPr rtlCol="0" anchor="ctr" tIns="0" bIns="0"/>
          <a:lstStyle/>
          <a:p>
            <a:pPr algn="ctr"/>
            <a:r>
              <a:rPr sz="900" b="1">
                <a:solidFill>
                  <a:srgbClr val="22D3EE"/>
                </a:solidFill>
                <a:latin typeface="Segoe UI"/>
              </a:rPr>
              <a:t>⚙ AMALIYOTDA</a:t>
            </a:r>
          </a:p>
        </p:txBody>
      </p:sp>
      <p:sp>
        <p:nvSpPr>
          <p:cNvPr id="29" name="Rounded Rectangle 28"/>
          <p:cNvSpPr/>
          <p:nvPr/>
        </p:nvSpPr>
        <p:spPr>
          <a:xfrm>
            <a:off x="550000" y="2451520"/>
            <a:ext cx="6750000" cy="2676960"/>
          </a:xfrm>
          <a:prstGeom prst="roundRect">
            <a:avLst>
              <a:gd name="adj" fmla="val 12000"/>
            </a:avLst>
          </a:prstGeom>
          <a:solidFill>
            <a:srgbClr val="121936"/>
          </a:solidFill>
          <a:ln w="12700">
            <a:solidFill>
              <a:srgbClr val="2A356E"/>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 name="Rectangle 29"/>
          <p:cNvSpPr/>
          <p:nvPr/>
        </p:nvSpPr>
        <p:spPr>
          <a:xfrm>
            <a:off x="550000" y="2531520"/>
            <a:ext cx="50000" cy="2516960"/>
          </a:xfrm>
          <a:prstGeom prst="rect">
            <a:avLst/>
          </a:prstGeom>
          <a:solidFill>
            <a:srgbClr val="EC489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1" name="Oval 30"/>
          <p:cNvSpPr/>
          <p:nvPr/>
        </p:nvSpPr>
        <p:spPr>
          <a:xfrm>
            <a:off x="760000" y="3590000"/>
            <a:ext cx="400000" cy="400000"/>
          </a:xfrm>
          <a:prstGeom prst="ellipse">
            <a:avLst/>
          </a:prstGeom>
          <a:noFill/>
          <a:ln w="25400">
            <a:solidFill>
              <a:srgbClr val="EC4899"/>
            </a:solidFill>
          </a:ln>
          <a:effectLst/>
        </p:spPr>
        <p:style>
          <a:lnRef idx="1">
            <a:schemeClr val="accent1"/>
          </a:lnRef>
          <a:fillRef idx="3">
            <a:schemeClr val="accent1"/>
          </a:fillRef>
          <a:effectRef idx="2">
            <a:schemeClr val="accent1"/>
          </a:effectRef>
          <a:fontRef idx="minor">
            <a:schemeClr val="lt1"/>
          </a:fontRef>
        </p:style>
        <p:txBody>
          <a:bodyPr rtlCol="0" anchor="ctr" lIns="0" rIns="0"/>
          <a:lstStyle/>
          <a:p>
            <a:pPr algn="ctr"/>
            <a:r>
              <a:rPr sz="1200" b="1">
                <a:solidFill>
                  <a:srgbClr val="EC4899"/>
                </a:solidFill>
                <a:latin typeface="Segoe UI"/>
              </a:rPr>
              <a:t>03</a:t>
            </a:r>
          </a:p>
        </p:txBody>
      </p:sp>
      <p:sp>
        <p:nvSpPr>
          <p:cNvPr id="32" name="TextBox 31"/>
          <p:cNvSpPr txBox="1"/>
          <p:nvPr/>
        </p:nvSpPr>
        <p:spPr>
          <a:xfrm>
            <a:off x="1300000" y="2491520"/>
            <a:ext cx="5900000" cy="2596960"/>
          </a:xfrm>
          <a:prstGeom prst="rect">
            <a:avLst/>
          </a:prstGeom>
          <a:noFill/>
        </p:spPr>
        <p:txBody>
          <a:bodyPr wrap="square" anchor="ctr">
            <a:spAutoFit/>
          </a:bodyPr>
          <a:lstStyle/>
          <a:p>
            <a:r>
              <a:rPr sz="1500" b="1">
                <a:solidFill>
                  <a:srgbClr val="E8EEFA"/>
                </a:solidFill>
                <a:latin typeface="Segoe UI"/>
              </a:rPr>
              <a:t>Qora quti sharoitida gradient mavjud emas, lekin ikki yo'l bor.</a:t>
            </a:r>
          </a:p>
          <a:p>
            <a:pPr>
              <a:spcBef>
                <a:spcPts val="400"/>
              </a:spcBef>
            </a:pPr>
            <a:r>
              <a:rPr sz="1400">
                <a:solidFill>
                  <a:srgbClr val="AEBBD9"/>
                </a:solidFill>
                <a:latin typeface="Segoe UI"/>
              </a:rPr>
              <a:t>Birinchisi — ko'chuvchanlik (transferability): hujumchi o'zining o'rinbosar modelini o'qitadi, unga qarshi adversarial misollar yasaydi va ularning muhim qismi maqsad modelga ham ta'sir qiladi. Ikkinchisi — so'rovlarga asoslangan usullar (masalan, Square Attack, HopSkipJump): minglab so'rovlar orqali qaror chegarasi topiladi. Bu amaliy jihatdan muhim: ochiq API ko'rinishidagi har qanday model, so'rovlar soni cheklanmasa, qora quti hujumiga ochiqdir.</a:t>
            </a:r>
          </a:p>
        </p:txBody>
      </p:sp>
    </p:spTree>
  </p:cSld>
  <p:clrMapOvr>
    <a:masterClrMapping/>
  </p:clrMapOvr>
  <p:transition spd="med">
    <p:fade/>
  </p:transition>
  <p:timing>
    <p:tnLst>
      <p:par>
        <p:cTn id="1" dur="indefinite" restart="never" nodeType="tmRoot">
          <p:childTnLst>
            <p:seq concurrent="1" nextAc="seek">
              <p:cTn id="2" dur="indefinite" nodeType="mainSeq">
                <p:childTnLst>
                  <p:par>
                    <p:cTn id="56" fill="hold">
                      <p:stCondLst>
                        <p:cond delay="indefinite"/>
                        <p:cond evt="onBegin" delay="0">
                          <p:tn val="2"/>
                        </p:cond>
                      </p:stCondLst>
                      <p:childTnLst>
                        <p:par>
                          <p:cTn id="3" fill="hold">
                            <p:stCondLst>
                              <p:cond delay="0"/>
                            </p:stCondLst>
                            <p:childTnLst>
                              <p:par>
                                <p:cTn id="4" presetID="10" presetClass="entr" presetSubtype="0" fill="hold" grpId="0" nodeType="withEffect">
                                  <p:stCondLst>
                                    <p:cond delay="0"/>
                                  </p:stCondLst>
                                  <p:childTnLst>
                                    <p:set>
                                      <p:cBhvr>
                                        <p:cTn id="5" dur="1" fill="hold">
                                          <p:stCondLst>
                                            <p:cond delay="0"/>
                                          </p:stCondLst>
                                        </p:cTn>
                                        <p:tgtEl>
                                          <p:spTgt spid="21"/>
                                        </p:tgtEl>
                                        <p:attrNameLst>
                                          <p:attrName>style.visibility</p:attrName>
                                        </p:attrNameLst>
                                      </p:cBhvr>
                                      <p:to>
                                        <p:strVal val="visible"/>
                                      </p:to>
                                    </p:set>
                                    <p:animEffect transition="in" filter="fade">
                                      <p:cBhvr>
                                        <p:cTn id="6" dur="550"/>
                                        <p:tgtEl>
                                          <p:spTgt spid="21"/>
                                        </p:tgtEl>
                                      </p:cBhvr>
                                    </p:animEffect>
                                  </p:childTnLst>
                                </p:cTn>
                              </p:par>
                            </p:childTnLst>
                          </p:cTn>
                        </p:par>
                        <p:par>
                          <p:cTn id="7" fill="hold">
                            <p:stCondLst>
                              <p:cond delay="0"/>
                            </p:stCondLst>
                            <p:childTnLst>
                              <p:par>
                                <p:cTn id="8" presetID="22" presetClass="entr" presetSubtype="8" fill="hold" grpId="0" nodeType="afterEffect">
                                  <p:stCondLst>
                                    <p:cond delay="0"/>
                                  </p:stCondLst>
                                  <p:childTnLst>
                                    <p:set>
                                      <p:cBhvr>
                                        <p:cTn id="9" dur="1" fill="hold">
                                          <p:stCondLst>
                                            <p:cond delay="0"/>
                                          </p:stCondLst>
                                        </p:cTn>
                                        <p:tgtEl>
                                          <p:spTgt spid="22"/>
                                        </p:tgtEl>
                                        <p:attrNameLst>
                                          <p:attrName>style.visibility</p:attrName>
                                        </p:attrNameLst>
                                      </p:cBhvr>
                                      <p:to>
                                        <p:strVal val="visible"/>
                                      </p:to>
                                    </p:set>
                                    <p:animEffect transition="in" filter="wipe(left)">
                                      <p:cBhvr>
                                        <p:cTn id="11" dur="800"/>
                                        <p:tgtEl>
                                          <p:spTgt spid="22"/>
                                        </p:tgtEl>
                                      </p:cBhvr>
                                    </p:animEffect>
                                  </p:childTnLst>
                                </p:cTn>
                              </p:par>
                            </p:childTnLst>
                          </p:cTn>
                        </p:par>
                        <p:par>
                          <p:cTn id="12" fill="hold">
                            <p:stCondLst>
                              <p:cond delay="150"/>
                            </p:stCondLst>
                            <p:childTnLst>
                              <p:par>
                                <p:cTn id="13" presetID="53" presetClass="entr" presetSubtype="16" fill="hold" grpId="0" nodeType="afterEffect">
                                  <p:stCondLst>
                                    <p:cond delay="0"/>
                                  </p:stCondLst>
                                  <p:childTnLst>
                                    <p:set>
                                      <p:cBhvr>
                                        <p:cTn id="14" dur="1" fill="hold">
                                          <p:stCondLst>
                                            <p:cond delay="0"/>
                                          </p:stCondLst>
                                        </p:cTn>
                                        <p:tgtEl>
                                          <p:spTgt spid="25"/>
                                        </p:tgtEl>
                                        <p:attrNameLst>
                                          <p:attrName>style.visibility</p:attrName>
                                        </p:attrNameLst>
                                      </p:cBhvr>
                                      <p:to>
                                        <p:strVal val="visible"/>
                                      </p:to>
                                    </p:set>
                                    <p:animEffect transition="in" filter="fade">
                                      <p:cBhvr>
                                        <p:cTn id="15" dur="550"/>
                                        <p:tgtEl>
                                          <p:spTgt spid="25"/>
                                        </p:tgtEl>
                                      </p:cBhvr>
                                    </p:animEffect>
                                    <p:anim calcmode="lin" valueType="num">
                                      <p:cBhvr additive="base">
                                        <p:cTn id="16" dur="550" fill="hold"/>
                                        <p:tgtEl>
                                          <p:spTgt spid="25"/>
                                        </p:tgtEl>
                                        <p:attrNameLst>
                                          <p:attrName>ppt_w</p:attrName>
                                        </p:attrNameLst>
                                      </p:cBhvr>
                                      <p:tavLst>
                                        <p:tav tm="0">
                                          <p:val>
                                            <p:strVal val="0"/>
                                          </p:val>
                                        </p:tav>
                                        <p:tav tm="100000">
                                          <p:val>
                                            <p:strVal val="#ppt_w"/>
                                          </p:val>
                                        </p:tav>
                                      </p:tavLst>
                                    </p:anim>
                                    <p:anim calcmode="lin" valueType="num">
                                      <p:cBhvr additive="base">
                                        <p:cTn id="17" dur="550" fill="hold"/>
                                        <p:tgtEl>
                                          <p:spTgt spid="25"/>
                                        </p:tgtEl>
                                        <p:attrNameLst>
                                          <p:attrName>ppt_h</p:attrName>
                                        </p:attrNameLst>
                                      </p:cBhvr>
                                      <p:tavLst>
                                        <p:tav tm="0">
                                          <p:val>
                                            <p:strVal val="0"/>
                                          </p:val>
                                        </p:tav>
                                        <p:tav tm="100000">
                                          <p:val>
                                            <p:strVal val="#ppt_h"/>
                                          </p:val>
                                        </p:tav>
                                      </p:tavLst>
                                    </p:anim>
                                  </p:childTnLst>
                                </p:cTn>
                              </p:par>
                            </p:childTnLst>
                          </p:cTn>
                        </p:par>
                        <p:par>
                          <p:cTn id="18" fill="hold">
                            <p:stCondLst>
                              <p:cond delay="150"/>
                            </p:stCondLst>
                            <p:childTnLst>
                              <p:par>
                                <p:cTn id="19" presetID="53" presetClass="entr" presetSubtype="16" fill="hold" grpId="0" nodeType="afterEffect">
                                  <p:stCondLst>
                                    <p:cond delay="0"/>
                                  </p:stCondLst>
                                  <p:childTnLst>
                                    <p:set>
                                      <p:cBhvr>
                                        <p:cTn id="20" dur="1" fill="hold">
                                          <p:stCondLst>
                                            <p:cond delay="0"/>
                                          </p:stCondLst>
                                        </p:cTn>
                                        <p:tgtEl>
                                          <p:spTgt spid="26"/>
                                        </p:tgtEl>
                                        <p:attrNameLst>
                                          <p:attrName>style.visibility</p:attrName>
                                        </p:attrNameLst>
                                      </p:cBhvr>
                                      <p:to>
                                        <p:strVal val="visible"/>
                                      </p:to>
                                    </p:set>
                                    <p:animEffect transition="in" filter="fade">
                                      <p:cBhvr>
                                        <p:cTn id="21" dur="550"/>
                                        <p:tgtEl>
                                          <p:spTgt spid="26"/>
                                        </p:tgtEl>
                                      </p:cBhvr>
                                    </p:animEffect>
                                    <p:anim calcmode="lin" valueType="num">
                                      <p:cBhvr additive="base">
                                        <p:cTn id="22" dur="550" fill="hold"/>
                                        <p:tgtEl>
                                          <p:spTgt spid="26"/>
                                        </p:tgtEl>
                                        <p:attrNameLst>
                                          <p:attrName>ppt_w</p:attrName>
                                        </p:attrNameLst>
                                      </p:cBhvr>
                                      <p:tavLst>
                                        <p:tav tm="0">
                                          <p:val>
                                            <p:strVal val="0"/>
                                          </p:val>
                                        </p:tav>
                                        <p:tav tm="100000">
                                          <p:val>
                                            <p:strVal val="#ppt_w"/>
                                          </p:val>
                                        </p:tav>
                                      </p:tavLst>
                                    </p:anim>
                                    <p:anim calcmode="lin" valueType="num">
                                      <p:cBhvr additive="base">
                                        <p:cTn id="23" dur="550" fill="hold"/>
                                        <p:tgtEl>
                                          <p:spTgt spid="26"/>
                                        </p:tgtEl>
                                        <p:attrNameLst>
                                          <p:attrName>ppt_h</p:attrName>
                                        </p:attrNameLst>
                                      </p:cBhvr>
                                      <p:tavLst>
                                        <p:tav tm="0">
                                          <p:val>
                                            <p:strVal val="0"/>
                                          </p:val>
                                        </p:tav>
                                        <p:tav tm="100000">
                                          <p:val>
                                            <p:strVal val="#ppt_h"/>
                                          </p:val>
                                        </p:tav>
                                      </p:tavLst>
                                    </p:anim>
                                  </p:childTnLst>
                                </p:cTn>
                              </p:par>
                            </p:childTnLst>
                          </p:cTn>
                        </p:par>
                        <p:par>
                          <p:cTn id="24" fill="hold">
                            <p:stCondLst>
                              <p:cond delay="150"/>
                            </p:stCondLst>
                            <p:childTnLst>
                              <p:par>
                                <p:cTn id="25" presetID="10" presetClass="entr" presetSubtype="0" fill="hold" grpId="0" nodeType="afterEffect">
                                  <p:stCondLst>
                                    <p:cond delay="0"/>
                                  </p:stCondLst>
                                  <p:childTnLst>
                                    <p:set>
                                      <p:cBhvr>
                                        <p:cTn id="26" dur="1" fill="hold">
                                          <p:stCondLst>
                                            <p:cond delay="0"/>
                                          </p:stCondLst>
                                        </p:cTn>
                                        <p:tgtEl>
                                          <p:spTgt spid="28"/>
                                        </p:tgtEl>
                                        <p:attrNameLst>
                                          <p:attrName>style.visibility</p:attrName>
                                        </p:attrNameLst>
                                      </p:cBhvr>
                                      <p:to>
                                        <p:strVal val="visible"/>
                                      </p:to>
                                    </p:set>
                                    <p:animEffect transition="in" filter="fade">
                                      <p:cBhvr>
                                        <p:cTn id="27" dur="550"/>
                                        <p:tgtEl>
                                          <p:spTgt spid="28"/>
                                        </p:tgtEl>
                                      </p:cBhvr>
                                    </p:animEffect>
                                  </p:childTnLst>
                                </p:cTn>
                              </p:par>
                            </p:childTnLst>
                          </p:cTn>
                        </p:par>
                        <p:par>
                          <p:cTn id="28" fill="hold">
                            <p:stCondLst>
                              <p:cond delay="150"/>
                            </p:stCondLst>
                            <p:childTnLst>
                              <p:par>
                                <p:cTn id="29" presetID="10" presetClass="entr" presetSubtype="0" fill="hold" grpId="0" nodeType="afterEffect">
                                  <p:stCondLst>
                                    <p:cond delay="0"/>
                                  </p:stCondLst>
                                  <p:childTnLst>
                                    <p:set>
                                      <p:cBhvr>
                                        <p:cTn id="30" dur="1" fill="hold">
                                          <p:stCondLst>
                                            <p:cond delay="0"/>
                                          </p:stCondLst>
                                        </p:cTn>
                                        <p:tgtEl>
                                          <p:spTgt spid="27"/>
                                        </p:tgtEl>
                                        <p:attrNameLst>
                                          <p:attrName>style.visibility</p:attrName>
                                        </p:attrNameLst>
                                      </p:cBhvr>
                                      <p:to>
                                        <p:strVal val="visible"/>
                                      </p:to>
                                    </p:set>
                                    <p:animEffect transition="in" filter="fade">
                                      <p:cBhvr>
                                        <p:cTn id="31" dur="550"/>
                                        <p:tgtEl>
                                          <p:spTgt spid="27"/>
                                        </p:tgtEl>
                                      </p:cBhvr>
                                    </p:animEffect>
                                  </p:childTnLst>
                                </p:cTn>
                              </p:par>
                            </p:childTnLst>
                          </p:cTn>
                        </p:par>
                        <p:par>
                          <p:cTn id="32" fill="hold">
                            <p:stCondLst>
                              <p:cond delay="350"/>
                            </p:stCondLst>
                            <p:childTnLst>
                              <p:par>
                                <p:cTn id="33" presetID="42" presetClass="entr" presetSubtype="0" fill="hold" grpId="0" nodeType="afterEffect">
                                  <p:stCondLst>
                                    <p:cond delay="0"/>
                                  </p:stCondLst>
                                  <p:childTnLst>
                                    <p:set>
                                      <p:cBhvr>
                                        <p:cTn id="34" dur="1" fill="hold">
                                          <p:stCondLst>
                                            <p:cond delay="0"/>
                                          </p:stCondLst>
                                        </p:cTn>
                                        <p:tgtEl>
                                          <p:spTgt spid="29"/>
                                        </p:tgtEl>
                                        <p:attrNameLst>
                                          <p:attrName>style.visibility</p:attrName>
                                        </p:attrNameLst>
                                      </p:cBhvr>
                                      <p:to>
                                        <p:strVal val="visible"/>
                                      </p:to>
                                    </p:set>
                                    <p:animEffect transition="in" filter="fade">
                                      <p:cBhvr>
                                        <p:cTn id="35" dur="550"/>
                                        <p:tgtEl>
                                          <p:spTgt spid="29"/>
                                        </p:tgtEl>
                                      </p:cBhvr>
                                    </p:animEffect>
                                    <p:anim calcmode="lin" valueType="num">
                                      <p:cBhvr additive="base">
                                        <p:cTn id="36" dur="550" fill="hold"/>
                                        <p:tgtEl>
                                          <p:spTgt spid="29"/>
                                        </p:tgtEl>
                                        <p:attrNameLst>
                                          <p:attrName>ppt_x</p:attrName>
                                        </p:attrNameLst>
                                      </p:cBhvr>
                                      <p:tavLst>
                                        <p:tav tm="0">
                                          <p:val>
                                            <p:strVal val="#ppt_x"/>
                                          </p:val>
                                        </p:tav>
                                        <p:tav tm="100000">
                                          <p:val>
                                            <p:strVal val="#ppt_x"/>
                                          </p:val>
                                        </p:tav>
                                      </p:tavLst>
                                    </p:anim>
                                    <p:anim calcmode="lin" valueType="num">
                                      <p:cBhvr additive="base">
                                        <p:cTn id="37" dur="550" fill="hold"/>
                                        <p:tgtEl>
                                          <p:spTgt spid="29"/>
                                        </p:tgtEl>
                                        <p:attrNameLst>
                                          <p:attrName>ppt_y</p:attrName>
                                        </p:attrNameLst>
                                      </p:cBhvr>
                                      <p:tavLst>
                                        <p:tav tm="0">
                                          <p:val>
                                            <p:strVal val="#ppt_y+.08"/>
                                          </p:val>
                                        </p:tav>
                                        <p:tav tm="100000">
                                          <p:val>
                                            <p:strVal val="#ppt_y"/>
                                          </p:val>
                                        </p:tav>
                                      </p:tavLst>
                                    </p:anim>
                                  </p:childTnLst>
                                </p:cTn>
                              </p:par>
                            </p:childTnLst>
                          </p:cTn>
                        </p:par>
                        <p:par>
                          <p:cTn id="38" fill="hold">
                            <p:stCondLst>
                              <p:cond delay="350"/>
                            </p:stCondLst>
                            <p:childTnLst>
                              <p:par>
                                <p:cTn id="39" presetID="42" presetClass="entr" presetSubtype="0" fill="hold" grpId="0" nodeType="afterEffect">
                                  <p:stCondLst>
                                    <p:cond delay="0"/>
                                  </p:stCondLst>
                                  <p:childTnLst>
                                    <p:set>
                                      <p:cBhvr>
                                        <p:cTn id="40" dur="1" fill="hold">
                                          <p:stCondLst>
                                            <p:cond delay="0"/>
                                          </p:stCondLst>
                                        </p:cTn>
                                        <p:tgtEl>
                                          <p:spTgt spid="30"/>
                                        </p:tgtEl>
                                        <p:attrNameLst>
                                          <p:attrName>style.visibility</p:attrName>
                                        </p:attrNameLst>
                                      </p:cBhvr>
                                      <p:to>
                                        <p:strVal val="visible"/>
                                      </p:to>
                                    </p:set>
                                    <p:animEffect transition="in" filter="fade">
                                      <p:cBhvr>
                                        <p:cTn id="41" dur="550"/>
                                        <p:tgtEl>
                                          <p:spTgt spid="30"/>
                                        </p:tgtEl>
                                      </p:cBhvr>
                                    </p:animEffect>
                                    <p:anim calcmode="lin" valueType="num">
                                      <p:cBhvr additive="base">
                                        <p:cTn id="42" dur="550" fill="hold"/>
                                        <p:tgtEl>
                                          <p:spTgt spid="30"/>
                                        </p:tgtEl>
                                        <p:attrNameLst>
                                          <p:attrName>ppt_x</p:attrName>
                                        </p:attrNameLst>
                                      </p:cBhvr>
                                      <p:tavLst>
                                        <p:tav tm="0">
                                          <p:val>
                                            <p:strVal val="#ppt_x"/>
                                          </p:val>
                                        </p:tav>
                                        <p:tav tm="100000">
                                          <p:val>
                                            <p:strVal val="#ppt_x"/>
                                          </p:val>
                                        </p:tav>
                                      </p:tavLst>
                                    </p:anim>
                                    <p:anim calcmode="lin" valueType="num">
                                      <p:cBhvr additive="base">
                                        <p:cTn id="43" dur="550" fill="hold"/>
                                        <p:tgtEl>
                                          <p:spTgt spid="30"/>
                                        </p:tgtEl>
                                        <p:attrNameLst>
                                          <p:attrName>ppt_y</p:attrName>
                                        </p:attrNameLst>
                                      </p:cBhvr>
                                      <p:tavLst>
                                        <p:tav tm="0">
                                          <p:val>
                                            <p:strVal val="#ppt_y+.08"/>
                                          </p:val>
                                        </p:tav>
                                        <p:tav tm="100000">
                                          <p:val>
                                            <p:strVal val="#ppt_y"/>
                                          </p:val>
                                        </p:tav>
                                      </p:tavLst>
                                    </p:anim>
                                  </p:childTnLst>
                                </p:cTn>
                              </p:par>
                            </p:childTnLst>
                          </p:cTn>
                        </p:par>
                        <p:par>
                          <p:cTn id="44" fill="hold">
                            <p:stCondLst>
                              <p:cond delay="350"/>
                            </p:stCondLst>
                            <p:childTnLst>
                              <p:par>
                                <p:cTn id="45" presetID="53" presetClass="entr" presetSubtype="16" fill="hold" grpId="0" nodeType="afterEffect">
                                  <p:stCondLst>
                                    <p:cond delay="0"/>
                                  </p:stCondLst>
                                  <p:childTnLst>
                                    <p:set>
                                      <p:cBhvr>
                                        <p:cTn id="46" dur="1" fill="hold">
                                          <p:stCondLst>
                                            <p:cond delay="0"/>
                                          </p:stCondLst>
                                        </p:cTn>
                                        <p:tgtEl>
                                          <p:spTgt spid="31"/>
                                        </p:tgtEl>
                                        <p:attrNameLst>
                                          <p:attrName>style.visibility</p:attrName>
                                        </p:attrNameLst>
                                      </p:cBhvr>
                                      <p:to>
                                        <p:strVal val="visible"/>
                                      </p:to>
                                    </p:set>
                                    <p:animEffect transition="in" filter="fade">
                                      <p:cBhvr>
                                        <p:cTn id="47" dur="550"/>
                                        <p:tgtEl>
                                          <p:spTgt spid="31"/>
                                        </p:tgtEl>
                                      </p:cBhvr>
                                    </p:animEffect>
                                    <p:anim calcmode="lin" valueType="num">
                                      <p:cBhvr additive="base">
                                        <p:cTn id="48" dur="550" fill="hold"/>
                                        <p:tgtEl>
                                          <p:spTgt spid="31"/>
                                        </p:tgtEl>
                                        <p:attrNameLst>
                                          <p:attrName>ppt_w</p:attrName>
                                        </p:attrNameLst>
                                      </p:cBhvr>
                                      <p:tavLst>
                                        <p:tav tm="0">
                                          <p:val>
                                            <p:strVal val="0"/>
                                          </p:val>
                                        </p:tav>
                                        <p:tav tm="100000">
                                          <p:val>
                                            <p:strVal val="#ppt_w"/>
                                          </p:val>
                                        </p:tav>
                                      </p:tavLst>
                                    </p:anim>
                                    <p:anim calcmode="lin" valueType="num">
                                      <p:cBhvr additive="base">
                                        <p:cTn id="49" dur="550" fill="hold"/>
                                        <p:tgtEl>
                                          <p:spTgt spid="31"/>
                                        </p:tgtEl>
                                        <p:attrNameLst>
                                          <p:attrName>ppt_h</p:attrName>
                                        </p:attrNameLst>
                                      </p:cBhvr>
                                      <p:tavLst>
                                        <p:tav tm="0">
                                          <p:val>
                                            <p:strVal val="0"/>
                                          </p:val>
                                        </p:tav>
                                        <p:tav tm="100000">
                                          <p:val>
                                            <p:strVal val="#ppt_h"/>
                                          </p:val>
                                        </p:tav>
                                      </p:tavLst>
                                    </p:anim>
                                  </p:childTnLst>
                                </p:cTn>
                              </p:par>
                            </p:childTnLst>
                          </p:cTn>
                        </p:par>
                        <p:par>
                          <p:cTn id="50" fill="hold">
                            <p:stCondLst>
                              <p:cond delay="350"/>
                            </p:stCondLst>
                            <p:childTnLst>
                              <p:par>
                                <p:cTn id="51" presetID="42" presetClass="entr" presetSubtype="0" fill="hold" grpId="0" nodeType="afterEffect">
                                  <p:stCondLst>
                                    <p:cond delay="0"/>
                                  </p:stCondLst>
                                  <p:childTnLst>
                                    <p:set>
                                      <p:cBhvr>
                                        <p:cTn id="52" dur="1" fill="hold">
                                          <p:stCondLst>
                                            <p:cond delay="0"/>
                                          </p:stCondLst>
                                        </p:cTn>
                                        <p:tgtEl>
                                          <p:spTgt spid="32"/>
                                        </p:tgtEl>
                                        <p:attrNameLst>
                                          <p:attrName>style.visibility</p:attrName>
                                        </p:attrNameLst>
                                      </p:cBhvr>
                                      <p:to>
                                        <p:strVal val="visible"/>
                                      </p:to>
                                    </p:set>
                                    <p:animEffect transition="in" filter="fade">
                                      <p:cBhvr>
                                        <p:cTn id="53" dur="550"/>
                                        <p:tgtEl>
                                          <p:spTgt spid="32"/>
                                        </p:tgtEl>
                                      </p:cBhvr>
                                    </p:animEffect>
                                    <p:anim calcmode="lin" valueType="num">
                                      <p:cBhvr additive="base">
                                        <p:cTn id="54" dur="550" fill="hold"/>
                                        <p:tgtEl>
                                          <p:spTgt spid="32"/>
                                        </p:tgtEl>
                                        <p:attrNameLst>
                                          <p:attrName>ppt_x</p:attrName>
                                        </p:attrNameLst>
                                      </p:cBhvr>
                                      <p:tavLst>
                                        <p:tav tm="0">
                                          <p:val>
                                            <p:strVal val="#ppt_x"/>
                                          </p:val>
                                        </p:tav>
                                        <p:tav tm="100000">
                                          <p:val>
                                            <p:strVal val="#ppt_x"/>
                                          </p:val>
                                        </p:tav>
                                      </p:tavLst>
                                    </p:anim>
                                    <p:anim calcmode="lin" valueType="num">
                                      <p:cBhvr additive="base">
                                        <p:cTn id="55" dur="550" fill="hold"/>
                                        <p:tgtEl>
                                          <p:spTgt spid="32"/>
                                        </p:tgtEl>
                                        <p:attrNameLst>
                                          <p:attrName>ppt_y</p:attrName>
                                        </p:attrNameLst>
                                      </p:cBhvr>
                                      <p:tavLst>
                                        <p:tav tm="0">
                                          <p:val>
                                            <p:strVal val="#ppt_y+.08"/>
                                          </p:val>
                                        </p:tav>
                                        <p:tav tm="100000">
                                          <p:val>
                                            <p:strVal val="#ppt_y"/>
                                          </p:val>
                                        </p:tav>
                                      </p:tavLst>
                                    </p:anim>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21" grpId="0" animBg="1"/>
      <p:bldP spid="22" grpId="0" animBg="1"/>
      <p:bldP spid="25" grpId="0" animBg="1"/>
      <p:bldP spid="28" grpId="0" animBg="1"/>
      <p:bldP spid="27" grpId="0" animBg="1"/>
      <p:bldP spid="29" grpId="0" animBg="1"/>
      <p:bldP spid="30" grpId="0" animBg="1"/>
      <p:bldP spid="31" grpId="0" animBg="1"/>
      <p:bldP spid="32" grpId="0" animBg="1"/>
    </p:bldLst>
  </p:timing>
</p:sld>
</file>

<file path=ppt/slides/slide1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2000" cy="6858000"/>
          </a:xfrm>
          <a:prstGeom prst="rect">
            <a:avLst/>
          </a:prstGeom>
          <a:gradFill rotWithShape="1">
            <a:gsLst>
              <a:gs pos="0">
                <a:srgbClr val="070B1A"/>
              </a:gs>
              <a:gs pos="100000">
                <a:srgbClr val="141C44"/>
              </a:gs>
            </a:gsLst>
            <a:lin scaled="0" ang="13500000"/>
          </a:gra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cxnSp>
        <p:nvCxnSpPr>
          <p:cNvPr id="3" name="Connector 2"/>
          <p:cNvCxnSpPr/>
          <p:nvPr/>
        </p:nvCxnSpPr>
        <p:spPr>
          <a:xfrm flipV="1">
            <a:off x="10350000" y="305000"/>
            <a:ext cx="750000" cy="75000"/>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cxnSp>
        <p:nvCxnSpPr>
          <p:cNvPr id="4" name="Connector 3"/>
          <p:cNvCxnSpPr/>
          <p:nvPr/>
        </p:nvCxnSpPr>
        <p:spPr>
          <a:xfrm>
            <a:off x="10350000" y="380000"/>
            <a:ext cx="750000" cy="150000"/>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cxnSp>
        <p:nvCxnSpPr>
          <p:cNvPr id="5" name="Connector 4"/>
          <p:cNvCxnSpPr/>
          <p:nvPr/>
        </p:nvCxnSpPr>
        <p:spPr>
          <a:xfrm>
            <a:off x="10350000" y="380000"/>
            <a:ext cx="750000" cy="375000"/>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cxnSp>
        <p:nvCxnSpPr>
          <p:cNvPr id="6" name="Connector 5"/>
          <p:cNvCxnSpPr/>
          <p:nvPr/>
        </p:nvCxnSpPr>
        <p:spPr>
          <a:xfrm flipV="1">
            <a:off x="10350000" y="305000"/>
            <a:ext cx="750000" cy="375000"/>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cxnSp>
        <p:nvCxnSpPr>
          <p:cNvPr id="7" name="Connector 6"/>
          <p:cNvCxnSpPr/>
          <p:nvPr/>
        </p:nvCxnSpPr>
        <p:spPr>
          <a:xfrm flipV="1">
            <a:off x="10350000" y="530000"/>
            <a:ext cx="750000" cy="150000"/>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cxnSp>
        <p:nvCxnSpPr>
          <p:cNvPr id="8" name="Connector 7"/>
          <p:cNvCxnSpPr/>
          <p:nvPr/>
        </p:nvCxnSpPr>
        <p:spPr>
          <a:xfrm>
            <a:off x="10350000" y="680000"/>
            <a:ext cx="750000" cy="75000"/>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cxnSp>
        <p:nvCxnSpPr>
          <p:cNvPr id="9" name="Connector 8"/>
          <p:cNvCxnSpPr/>
          <p:nvPr/>
        </p:nvCxnSpPr>
        <p:spPr>
          <a:xfrm>
            <a:off x="11100000" y="305000"/>
            <a:ext cx="750000" cy="75000"/>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cxnSp>
        <p:nvCxnSpPr>
          <p:cNvPr id="10" name="Connector 9"/>
          <p:cNvCxnSpPr/>
          <p:nvPr/>
        </p:nvCxnSpPr>
        <p:spPr>
          <a:xfrm>
            <a:off x="11100000" y="305000"/>
            <a:ext cx="750000" cy="375000"/>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cxnSp>
        <p:nvCxnSpPr>
          <p:cNvPr id="11" name="Connector 10"/>
          <p:cNvCxnSpPr/>
          <p:nvPr/>
        </p:nvCxnSpPr>
        <p:spPr>
          <a:xfrm flipV="1">
            <a:off x="11100000" y="380000"/>
            <a:ext cx="750000" cy="150000"/>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cxnSp>
        <p:nvCxnSpPr>
          <p:cNvPr id="12" name="Connector 11"/>
          <p:cNvCxnSpPr/>
          <p:nvPr/>
        </p:nvCxnSpPr>
        <p:spPr>
          <a:xfrm>
            <a:off x="11100000" y="530000"/>
            <a:ext cx="750000" cy="150000"/>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cxnSp>
        <p:nvCxnSpPr>
          <p:cNvPr id="13" name="Connector 12"/>
          <p:cNvCxnSpPr/>
          <p:nvPr/>
        </p:nvCxnSpPr>
        <p:spPr>
          <a:xfrm flipV="1">
            <a:off x="11100000" y="380000"/>
            <a:ext cx="750000" cy="375000"/>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sp>
        <p:nvSpPr>
          <p:cNvPr id="14" name="Oval 13"/>
          <p:cNvSpPr/>
          <p:nvPr/>
        </p:nvSpPr>
        <p:spPr>
          <a:xfrm>
            <a:off x="10280000" y="310000"/>
            <a:ext cx="140000" cy="140000"/>
          </a:xfrm>
          <a:prstGeom prst="ellipse">
            <a:avLst/>
          </a:prstGeom>
          <a:solidFill>
            <a:srgbClr val="3B4C8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Oval 14"/>
          <p:cNvSpPr/>
          <p:nvPr/>
        </p:nvSpPr>
        <p:spPr>
          <a:xfrm>
            <a:off x="10280000" y="610000"/>
            <a:ext cx="140000" cy="140000"/>
          </a:xfrm>
          <a:prstGeom prst="ellipse">
            <a:avLst/>
          </a:prstGeom>
          <a:solidFill>
            <a:srgbClr val="3B4C8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Oval 15"/>
          <p:cNvSpPr/>
          <p:nvPr/>
        </p:nvSpPr>
        <p:spPr>
          <a:xfrm>
            <a:off x="11030000" y="235000"/>
            <a:ext cx="140000" cy="140000"/>
          </a:xfrm>
          <a:prstGeom prst="ellipse">
            <a:avLst/>
          </a:prstGeom>
          <a:solidFill>
            <a:srgbClr val="3B4C8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Oval 16"/>
          <p:cNvSpPr/>
          <p:nvPr/>
        </p:nvSpPr>
        <p:spPr>
          <a:xfrm>
            <a:off x="11030000" y="460000"/>
            <a:ext cx="140000" cy="140000"/>
          </a:xfrm>
          <a:prstGeom prst="ellipse">
            <a:avLst/>
          </a:prstGeom>
          <a:solidFill>
            <a:srgbClr val="3B4C8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Oval 17"/>
          <p:cNvSpPr/>
          <p:nvPr/>
        </p:nvSpPr>
        <p:spPr>
          <a:xfrm>
            <a:off x="11030000" y="685000"/>
            <a:ext cx="140000" cy="140000"/>
          </a:xfrm>
          <a:prstGeom prst="ellipse">
            <a:avLst/>
          </a:prstGeom>
          <a:solidFill>
            <a:srgbClr val="3B4C8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Oval 18"/>
          <p:cNvSpPr/>
          <p:nvPr/>
        </p:nvSpPr>
        <p:spPr>
          <a:xfrm>
            <a:off x="11780000" y="310000"/>
            <a:ext cx="140000" cy="140000"/>
          </a:xfrm>
          <a:prstGeom prst="ellipse">
            <a:avLst/>
          </a:prstGeom>
          <a:solidFill>
            <a:srgbClr val="3B4C8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Oval 19"/>
          <p:cNvSpPr/>
          <p:nvPr/>
        </p:nvSpPr>
        <p:spPr>
          <a:xfrm>
            <a:off x="11780000" y="610000"/>
            <a:ext cx="140000" cy="140000"/>
          </a:xfrm>
          <a:prstGeom prst="ellipse">
            <a:avLst/>
          </a:prstGeom>
          <a:solidFill>
            <a:srgbClr val="3B4C8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TextBox 20"/>
          <p:cNvSpPr txBox="1"/>
          <p:nvPr/>
        </p:nvSpPr>
        <p:spPr>
          <a:xfrm>
            <a:off x="500000" y="160000"/>
            <a:ext cx="9600000" cy="300000"/>
          </a:xfrm>
          <a:prstGeom prst="rect">
            <a:avLst/>
          </a:prstGeom>
          <a:noFill/>
        </p:spPr>
        <p:txBody>
          <a:bodyPr wrap="square" anchor="t" lIns="50800" rIns="50800">
            <a:spAutoFit/>
          </a:bodyPr>
          <a:lstStyle/>
          <a:p>
            <a:pPr algn="l"/>
            <a:r>
              <a:rPr sz="1100" b="1">
                <a:solidFill>
                  <a:srgbClr val="22D3EE"/>
                </a:solidFill>
                <a:latin typeface="Segoe UI"/>
              </a:rPr>
              <a:t>◆ 2-REJA</a:t>
            </a:r>
          </a:p>
        </p:txBody>
      </p:sp>
      <p:sp>
        <p:nvSpPr>
          <p:cNvPr id="22" name="TextBox 21"/>
          <p:cNvSpPr txBox="1"/>
          <p:nvPr/>
        </p:nvSpPr>
        <p:spPr>
          <a:xfrm>
            <a:off x="500000" y="400000"/>
            <a:ext cx="9800000" cy="650000"/>
          </a:xfrm>
          <a:prstGeom prst="rect">
            <a:avLst/>
          </a:prstGeom>
          <a:noFill/>
        </p:spPr>
        <p:txBody>
          <a:bodyPr wrap="square" anchor="ctr" lIns="50800" rIns="50800">
            <a:spAutoFit/>
          </a:bodyPr>
          <a:lstStyle/>
          <a:p>
            <a:pPr algn="l"/>
            <a:r>
              <a:rPr sz="2600" b="1">
                <a:solidFill>
                  <a:srgbClr val="E8EEFA"/>
                </a:solidFill>
                <a:latin typeface="Segoe UI"/>
              </a:rPr>
              <a:t>Hujumlar taksonomiyasi</a:t>
            </a:r>
          </a:p>
        </p:txBody>
      </p:sp>
      <p:sp>
        <p:nvSpPr>
          <p:cNvPr id="23" name="Rectangle 22"/>
          <p:cNvSpPr/>
          <p:nvPr/>
        </p:nvSpPr>
        <p:spPr>
          <a:xfrm>
            <a:off x="560000" y="1080000"/>
            <a:ext cx="1700000" cy="45000"/>
          </a:xfrm>
          <a:prstGeom prst="rect">
            <a:avLst/>
          </a:prstGeom>
          <a:gradFill rotWithShape="1">
            <a:gsLst>
              <a:gs pos="0">
                <a:srgbClr val="22D3EE"/>
              </a:gs>
              <a:gs pos="100000">
                <a:srgbClr val="8B5CF6"/>
              </a:gs>
            </a:gsLst>
            <a:lin scaled="0" ang="0"/>
          </a:gra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TextBox 23"/>
          <p:cNvSpPr txBox="1"/>
          <p:nvPr/>
        </p:nvSpPr>
        <p:spPr>
          <a:xfrm>
            <a:off x="500000" y="6450000"/>
            <a:ext cx="9500000" cy="280000"/>
          </a:xfrm>
          <a:prstGeom prst="rect">
            <a:avLst/>
          </a:prstGeom>
          <a:noFill/>
        </p:spPr>
        <p:txBody>
          <a:bodyPr wrap="square" anchor="t" lIns="50800" rIns="50800">
            <a:spAutoFit/>
          </a:bodyPr>
          <a:lstStyle/>
          <a:p>
            <a:pPr algn="l"/>
            <a:r>
              <a:rPr sz="900" b="0">
                <a:solidFill>
                  <a:srgbClr val="707EAA"/>
                </a:solidFill>
                <a:latin typeface="Segoe UI"/>
              </a:rPr>
              <a:t>M9 · Tizimlarining ishonchliligi va axborot xavfsizligi</a:t>
            </a:r>
          </a:p>
        </p:txBody>
      </p:sp>
      <p:sp>
        <p:nvSpPr>
          <p:cNvPr id="25" name="Rounded Rectangle 24"/>
          <p:cNvSpPr/>
          <p:nvPr/>
        </p:nvSpPr>
        <p:spPr>
          <a:xfrm>
            <a:off x="11000000" y="6430000"/>
            <a:ext cx="700000" cy="270000"/>
          </a:xfrm>
          <a:prstGeom prst="roundRect">
            <a:avLst/>
          </a:prstGeom>
          <a:solidFill>
            <a:srgbClr val="121936"/>
          </a:solidFill>
          <a:ln w="12700">
            <a:solidFill>
              <a:srgbClr val="2A356E"/>
            </a:solidFill>
          </a:ln>
          <a:effectLst/>
        </p:spPr>
        <p:style>
          <a:lnRef idx="1">
            <a:schemeClr val="accent1"/>
          </a:lnRef>
          <a:fillRef idx="3">
            <a:schemeClr val="accent1"/>
          </a:fillRef>
          <a:effectRef idx="2">
            <a:schemeClr val="accent1"/>
          </a:effectRef>
          <a:fontRef idx="minor">
            <a:schemeClr val="lt1"/>
          </a:fontRef>
        </p:style>
        <p:txBody>
          <a:bodyPr rtlCol="0" anchor="ctr" tIns="0" bIns="0"/>
          <a:lstStyle/>
          <a:p>
            <a:pPr algn="ctr"/>
            <a:r>
              <a:rPr sz="1000" b="1">
                <a:solidFill>
                  <a:srgbClr val="22D3EE"/>
                </a:solidFill>
                <a:latin typeface="Segoe UI"/>
              </a:rPr>
              <a:t>11</a:t>
            </a:r>
          </a:p>
        </p:txBody>
      </p:sp>
      <p:sp>
        <p:nvSpPr>
          <p:cNvPr id="26" name="Rounded Rectangle 25"/>
          <p:cNvSpPr/>
          <p:nvPr/>
        </p:nvSpPr>
        <p:spPr>
          <a:xfrm>
            <a:off x="7520000" y="1330000"/>
            <a:ext cx="4250000" cy="4650000"/>
          </a:xfrm>
          <a:prstGeom prst="roundRect">
            <a:avLst>
              <a:gd name="adj" fmla="val 5000"/>
            </a:avLst>
          </a:prstGeom>
          <a:noFill/>
          <a:ln w="15875">
            <a:solidFill>
              <a:srgbClr val="8B5CF6"/>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27" name="Picture 26" descr="d947ebd7f8bba68b.jpg"/>
          <p:cNvPicPr>
            <a:picLocks noChangeAspect="1"/>
          </p:cNvPicPr>
          <p:nvPr/>
        </p:nvPicPr>
        <p:blipFill>
          <a:blip r:embed="rId2"/>
          <a:srcRect l="6059" r="6059"/>
          <a:stretch>
            <a:fillRect/>
          </a:stretch>
        </p:blipFill>
        <p:spPr>
          <a:xfrm>
            <a:off x="7620000" y="1430000"/>
            <a:ext cx="4050000" cy="4250000"/>
          </a:xfrm>
          <a:prstGeom prst="roundRect">
            <a:avLst/>
          </a:prstGeom>
          <a:ln w="19050">
            <a:solidFill>
              <a:srgbClr val="22D3EE"/>
            </a:solidFill>
          </a:ln>
        </p:spPr>
      </p:pic>
      <p:sp>
        <p:nvSpPr>
          <p:cNvPr id="28" name="TextBox 27"/>
          <p:cNvSpPr txBox="1"/>
          <p:nvPr/>
        </p:nvSpPr>
        <p:spPr>
          <a:xfrm>
            <a:off x="7620000" y="5710000"/>
            <a:ext cx="4050000" cy="260000"/>
          </a:xfrm>
          <a:prstGeom prst="rect">
            <a:avLst/>
          </a:prstGeom>
          <a:noFill/>
        </p:spPr>
        <p:txBody>
          <a:bodyPr wrap="square" anchor="t" lIns="50800" rIns="50800">
            <a:spAutoFit/>
          </a:bodyPr>
          <a:lstStyle/>
          <a:p>
            <a:pPr algn="l"/>
            <a:r>
              <a:rPr sz="800" b="0">
                <a:solidFill>
                  <a:srgbClr val="707EAA"/>
                </a:solidFill>
                <a:latin typeface="Segoe UI"/>
              </a:rPr>
              <a:t>Rasm: jailbird · Wikimedia Commons · CC BY-SA 3.0 de</a:t>
            </a:r>
          </a:p>
        </p:txBody>
      </p:sp>
      <p:sp>
        <p:nvSpPr>
          <p:cNvPr id="29" name="Rounded Rectangle 28"/>
          <p:cNvSpPr/>
          <p:nvPr/>
        </p:nvSpPr>
        <p:spPr>
          <a:xfrm>
            <a:off x="7750000" y="1560000"/>
            <a:ext cx="1700000" cy="300000"/>
          </a:xfrm>
          <a:prstGeom prst="roundRect">
            <a:avLst/>
          </a:prstGeom>
          <a:solidFill>
            <a:srgbClr val="070B1A"/>
          </a:solidFill>
          <a:ln w="12700">
            <a:solidFill>
              <a:srgbClr val="22D3EE"/>
            </a:solidFill>
          </a:ln>
          <a:effectLst/>
        </p:spPr>
        <p:style>
          <a:lnRef idx="1">
            <a:schemeClr val="accent1"/>
          </a:lnRef>
          <a:fillRef idx="3">
            <a:schemeClr val="accent1"/>
          </a:fillRef>
          <a:effectRef idx="2">
            <a:schemeClr val="accent1"/>
          </a:effectRef>
          <a:fontRef idx="minor">
            <a:schemeClr val="lt1"/>
          </a:fontRef>
        </p:style>
        <p:txBody>
          <a:bodyPr rtlCol="0" anchor="ctr" tIns="0" bIns="0"/>
          <a:lstStyle/>
          <a:p>
            <a:pPr algn="ctr"/>
            <a:r>
              <a:rPr sz="900" b="1">
                <a:solidFill>
                  <a:srgbClr val="22D3EE"/>
                </a:solidFill>
                <a:latin typeface="Segoe UI"/>
              </a:rPr>
              <a:t>⚙ AMALIYOTDA</a:t>
            </a:r>
          </a:p>
        </p:txBody>
      </p:sp>
      <p:sp>
        <p:nvSpPr>
          <p:cNvPr id="30" name="Rounded Rectangle 29"/>
          <p:cNvSpPr/>
          <p:nvPr/>
        </p:nvSpPr>
        <p:spPr>
          <a:xfrm>
            <a:off x="550000" y="1661544"/>
            <a:ext cx="6750000" cy="2073456"/>
          </a:xfrm>
          <a:prstGeom prst="roundRect">
            <a:avLst>
              <a:gd name="adj" fmla="val 12000"/>
            </a:avLst>
          </a:prstGeom>
          <a:solidFill>
            <a:srgbClr val="121936"/>
          </a:solidFill>
          <a:ln w="12700">
            <a:solidFill>
              <a:srgbClr val="2A356E"/>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1" name="Rectangle 30"/>
          <p:cNvSpPr/>
          <p:nvPr/>
        </p:nvSpPr>
        <p:spPr>
          <a:xfrm>
            <a:off x="550000" y="1741544"/>
            <a:ext cx="50000" cy="1913456"/>
          </a:xfrm>
          <a:prstGeom prst="rect">
            <a:avLst/>
          </a:prstGeom>
          <a:solidFill>
            <a:srgbClr val="34D39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2" name="Oval 31"/>
          <p:cNvSpPr/>
          <p:nvPr/>
        </p:nvSpPr>
        <p:spPr>
          <a:xfrm>
            <a:off x="760000" y="2498272"/>
            <a:ext cx="400000" cy="400000"/>
          </a:xfrm>
          <a:prstGeom prst="ellipse">
            <a:avLst/>
          </a:prstGeom>
          <a:noFill/>
          <a:ln w="25400">
            <a:solidFill>
              <a:srgbClr val="34D399"/>
            </a:solidFill>
          </a:ln>
          <a:effectLst/>
        </p:spPr>
        <p:style>
          <a:lnRef idx="1">
            <a:schemeClr val="accent1"/>
          </a:lnRef>
          <a:fillRef idx="3">
            <a:schemeClr val="accent1"/>
          </a:fillRef>
          <a:effectRef idx="2">
            <a:schemeClr val="accent1"/>
          </a:effectRef>
          <a:fontRef idx="minor">
            <a:schemeClr val="lt1"/>
          </a:fontRef>
        </p:style>
        <p:txBody>
          <a:bodyPr rtlCol="0" anchor="ctr" lIns="0" rIns="0"/>
          <a:lstStyle/>
          <a:p>
            <a:pPr algn="ctr"/>
            <a:r>
              <a:rPr sz="1200" b="1">
                <a:solidFill>
                  <a:srgbClr val="34D399"/>
                </a:solidFill>
                <a:latin typeface="Segoe UI"/>
              </a:rPr>
              <a:t>04</a:t>
            </a:r>
          </a:p>
        </p:txBody>
      </p:sp>
      <p:sp>
        <p:nvSpPr>
          <p:cNvPr id="33" name="TextBox 32"/>
          <p:cNvSpPr txBox="1"/>
          <p:nvPr/>
        </p:nvSpPr>
        <p:spPr>
          <a:xfrm>
            <a:off x="1300000" y="1701544"/>
            <a:ext cx="5900000" cy="1993456"/>
          </a:xfrm>
          <a:prstGeom prst="rect">
            <a:avLst/>
          </a:prstGeom>
          <a:noFill/>
        </p:spPr>
        <p:txBody>
          <a:bodyPr wrap="square" anchor="ctr">
            <a:spAutoFit/>
          </a:bodyPr>
          <a:lstStyle/>
          <a:p>
            <a:r>
              <a:rPr sz="1400" b="1">
                <a:solidFill>
                  <a:srgbClr val="E8EEFA"/>
                </a:solidFill>
                <a:latin typeface="Segoe UI"/>
              </a:rPr>
              <a:t>Zaharlash (poisoning) hujumlari o'qitish bosqichiga qaratilgan.</a:t>
            </a:r>
          </a:p>
          <a:p>
            <a:pPr>
              <a:spcBef>
                <a:spcPts val="400"/>
              </a:spcBef>
            </a:pPr>
            <a:r>
              <a:rPr sz="1300">
                <a:solidFill>
                  <a:srgbClr val="AEBBD9"/>
                </a:solidFill>
                <a:latin typeface="Segoe UI"/>
              </a:rPr>
              <a:t>Hujumchi o'qitish to'plamiga noto'g'ri yorliqli yoki maxsus tuzilgan namunalar qo'shadi. Eng xavfli ko'rinishi — orqa eshik (backdoor yoki Trojan) hujumi: namunalarning kichik qismiga «trigger» (masalan, burchakdagi 3×3 piksel naqsh) qo'shilib, ular maqsad sinfga yorliqlanadi. Model toza ma'lumotlarda odatdagidek ishlaydi, trigger paydo bo'lganda esa hujumchi xohlagan javobni beradi.</a:t>
            </a:r>
          </a:p>
        </p:txBody>
      </p:sp>
      <p:sp>
        <p:nvSpPr>
          <p:cNvPr id="34" name="Rounded Rectangle 33"/>
          <p:cNvSpPr/>
          <p:nvPr/>
        </p:nvSpPr>
        <p:spPr>
          <a:xfrm>
            <a:off x="550000" y="3845000"/>
            <a:ext cx="6750000" cy="2073456"/>
          </a:xfrm>
          <a:prstGeom prst="roundRect">
            <a:avLst>
              <a:gd name="adj" fmla="val 12000"/>
            </a:avLst>
          </a:prstGeom>
          <a:solidFill>
            <a:srgbClr val="121936"/>
          </a:solidFill>
          <a:ln w="12700">
            <a:solidFill>
              <a:srgbClr val="2A356E"/>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5" name="Rectangle 34"/>
          <p:cNvSpPr/>
          <p:nvPr/>
        </p:nvSpPr>
        <p:spPr>
          <a:xfrm>
            <a:off x="550000" y="3925000"/>
            <a:ext cx="50000" cy="1913456"/>
          </a:xfrm>
          <a:prstGeom prst="rect">
            <a:avLst/>
          </a:prstGeom>
          <a:solidFill>
            <a:srgbClr val="F59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6" name="Oval 35"/>
          <p:cNvSpPr/>
          <p:nvPr/>
        </p:nvSpPr>
        <p:spPr>
          <a:xfrm>
            <a:off x="760000" y="4681728"/>
            <a:ext cx="400000" cy="400000"/>
          </a:xfrm>
          <a:prstGeom prst="ellipse">
            <a:avLst/>
          </a:prstGeom>
          <a:noFill/>
          <a:ln w="25400">
            <a:solidFill>
              <a:srgbClr val="F59E0B"/>
            </a:solidFill>
          </a:ln>
          <a:effectLst/>
        </p:spPr>
        <p:style>
          <a:lnRef idx="1">
            <a:schemeClr val="accent1"/>
          </a:lnRef>
          <a:fillRef idx="3">
            <a:schemeClr val="accent1"/>
          </a:fillRef>
          <a:effectRef idx="2">
            <a:schemeClr val="accent1"/>
          </a:effectRef>
          <a:fontRef idx="minor">
            <a:schemeClr val="lt1"/>
          </a:fontRef>
        </p:style>
        <p:txBody>
          <a:bodyPr rtlCol="0" anchor="ctr" lIns="0" rIns="0"/>
          <a:lstStyle/>
          <a:p>
            <a:pPr algn="ctr"/>
            <a:r>
              <a:rPr sz="1200" b="1">
                <a:solidFill>
                  <a:srgbClr val="F59E0B"/>
                </a:solidFill>
                <a:latin typeface="Segoe UI"/>
              </a:rPr>
              <a:t>05</a:t>
            </a:r>
          </a:p>
        </p:txBody>
      </p:sp>
      <p:sp>
        <p:nvSpPr>
          <p:cNvPr id="37" name="TextBox 36"/>
          <p:cNvSpPr txBox="1"/>
          <p:nvPr/>
        </p:nvSpPr>
        <p:spPr>
          <a:xfrm>
            <a:off x="1300000" y="3885000"/>
            <a:ext cx="5900000" cy="1993456"/>
          </a:xfrm>
          <a:prstGeom prst="rect">
            <a:avLst/>
          </a:prstGeom>
          <a:noFill/>
        </p:spPr>
        <p:txBody>
          <a:bodyPr wrap="square" anchor="ctr">
            <a:spAutoFit/>
          </a:bodyPr>
          <a:lstStyle/>
          <a:p>
            <a:r>
              <a:rPr sz="1400" b="1">
                <a:solidFill>
                  <a:srgbClr val="E8EEFA"/>
                </a:solidFill>
                <a:latin typeface="Segoe UI"/>
              </a:rPr>
              <a:t>Tadqiqotlar ko'rsatadiki, CIFAR-10 kabi to'plamlarda 0,5–1 foiz zaharli namuna 95 foizdan yuqori hujum muvaffaqiyatini ta'minlashi mumkin.</a:t>
            </a:r>
          </a:p>
          <a:p>
            <a:pPr>
              <a:spcBef>
                <a:spcPts val="400"/>
              </a:spcBef>
            </a:pPr>
            <a:r>
              <a:rPr sz="1300">
                <a:solidFill>
                  <a:srgbClr val="AEBBD9"/>
                </a:solidFill>
                <a:latin typeface="Segoe UI"/>
              </a:rPr>
              <a:t>Veb-dan yig'ilgan ulkan to'plamlar (LAION, Common Crawl) va tayyor og'irliklarni qayta sozlash amaliyoti bu xavfni real qiladi.</a:t>
            </a:r>
          </a:p>
        </p:txBody>
      </p:sp>
    </p:spTree>
  </p:cSld>
  <p:clrMapOvr>
    <a:masterClrMapping/>
  </p:clrMapOvr>
  <p:transition spd="med">
    <p:fade/>
  </p:transition>
  <p:timing>
    <p:tnLst>
      <p:par>
        <p:cTn id="1" dur="indefinite" restart="never" nodeType="tmRoot">
          <p:childTnLst>
            <p:seq concurrent="1" nextAc="seek">
              <p:cTn id="2" dur="indefinite" nodeType="mainSeq">
                <p:childTnLst>
                  <p:par>
                    <p:cTn id="80" fill="hold">
                      <p:stCondLst>
                        <p:cond delay="indefinite"/>
                        <p:cond evt="onBegin" delay="0">
                          <p:tn val="2"/>
                        </p:cond>
                      </p:stCondLst>
                      <p:childTnLst>
                        <p:par>
                          <p:cTn id="3" fill="hold">
                            <p:stCondLst>
                              <p:cond delay="0"/>
                            </p:stCondLst>
                            <p:childTnLst>
                              <p:par>
                                <p:cTn id="4" presetID="10" presetClass="entr" presetSubtype="0" fill="hold" grpId="0" nodeType="withEffect">
                                  <p:stCondLst>
                                    <p:cond delay="0"/>
                                  </p:stCondLst>
                                  <p:childTnLst>
                                    <p:set>
                                      <p:cBhvr>
                                        <p:cTn id="5" dur="1" fill="hold">
                                          <p:stCondLst>
                                            <p:cond delay="0"/>
                                          </p:stCondLst>
                                        </p:cTn>
                                        <p:tgtEl>
                                          <p:spTgt spid="22"/>
                                        </p:tgtEl>
                                        <p:attrNameLst>
                                          <p:attrName>style.visibility</p:attrName>
                                        </p:attrNameLst>
                                      </p:cBhvr>
                                      <p:to>
                                        <p:strVal val="visible"/>
                                      </p:to>
                                    </p:set>
                                    <p:animEffect transition="in" filter="fade">
                                      <p:cBhvr>
                                        <p:cTn id="6" dur="550"/>
                                        <p:tgtEl>
                                          <p:spTgt spid="22"/>
                                        </p:tgtEl>
                                      </p:cBhvr>
                                    </p:animEffect>
                                  </p:childTnLst>
                                </p:cTn>
                              </p:par>
                            </p:childTnLst>
                          </p:cTn>
                        </p:par>
                        <p:par>
                          <p:cTn id="7" fill="hold">
                            <p:stCondLst>
                              <p:cond delay="0"/>
                            </p:stCondLst>
                            <p:childTnLst>
                              <p:par>
                                <p:cTn id="8" presetID="22" presetClass="entr" presetSubtype="8" fill="hold" grpId="0" nodeType="afterEffect">
                                  <p:stCondLst>
                                    <p:cond delay="0"/>
                                  </p:stCondLst>
                                  <p:childTnLst>
                                    <p:set>
                                      <p:cBhvr>
                                        <p:cTn id="9" dur="1" fill="hold">
                                          <p:stCondLst>
                                            <p:cond delay="0"/>
                                          </p:stCondLst>
                                        </p:cTn>
                                        <p:tgtEl>
                                          <p:spTgt spid="23"/>
                                        </p:tgtEl>
                                        <p:attrNameLst>
                                          <p:attrName>style.visibility</p:attrName>
                                        </p:attrNameLst>
                                      </p:cBhvr>
                                      <p:to>
                                        <p:strVal val="visible"/>
                                      </p:to>
                                    </p:set>
                                    <p:animEffect transition="in" filter="wipe(left)">
                                      <p:cBhvr>
                                        <p:cTn id="11" dur="800"/>
                                        <p:tgtEl>
                                          <p:spTgt spid="23"/>
                                        </p:tgtEl>
                                      </p:cBhvr>
                                    </p:animEffect>
                                  </p:childTnLst>
                                </p:cTn>
                              </p:par>
                            </p:childTnLst>
                          </p:cTn>
                        </p:par>
                        <p:par>
                          <p:cTn id="12" fill="hold">
                            <p:stCondLst>
                              <p:cond delay="150"/>
                            </p:stCondLst>
                            <p:childTnLst>
                              <p:par>
                                <p:cTn id="13" presetID="53" presetClass="entr" presetSubtype="16" fill="hold" grpId="0" nodeType="afterEffect">
                                  <p:stCondLst>
                                    <p:cond delay="0"/>
                                  </p:stCondLst>
                                  <p:childTnLst>
                                    <p:set>
                                      <p:cBhvr>
                                        <p:cTn id="14" dur="1" fill="hold">
                                          <p:stCondLst>
                                            <p:cond delay="0"/>
                                          </p:stCondLst>
                                        </p:cTn>
                                        <p:tgtEl>
                                          <p:spTgt spid="26"/>
                                        </p:tgtEl>
                                        <p:attrNameLst>
                                          <p:attrName>style.visibility</p:attrName>
                                        </p:attrNameLst>
                                      </p:cBhvr>
                                      <p:to>
                                        <p:strVal val="visible"/>
                                      </p:to>
                                    </p:set>
                                    <p:animEffect transition="in" filter="fade">
                                      <p:cBhvr>
                                        <p:cTn id="15" dur="550"/>
                                        <p:tgtEl>
                                          <p:spTgt spid="26"/>
                                        </p:tgtEl>
                                      </p:cBhvr>
                                    </p:animEffect>
                                    <p:anim calcmode="lin" valueType="num">
                                      <p:cBhvr additive="base">
                                        <p:cTn id="16" dur="550" fill="hold"/>
                                        <p:tgtEl>
                                          <p:spTgt spid="26"/>
                                        </p:tgtEl>
                                        <p:attrNameLst>
                                          <p:attrName>ppt_w</p:attrName>
                                        </p:attrNameLst>
                                      </p:cBhvr>
                                      <p:tavLst>
                                        <p:tav tm="0">
                                          <p:val>
                                            <p:strVal val="0"/>
                                          </p:val>
                                        </p:tav>
                                        <p:tav tm="100000">
                                          <p:val>
                                            <p:strVal val="#ppt_w"/>
                                          </p:val>
                                        </p:tav>
                                      </p:tavLst>
                                    </p:anim>
                                    <p:anim calcmode="lin" valueType="num">
                                      <p:cBhvr additive="base">
                                        <p:cTn id="17" dur="550" fill="hold"/>
                                        <p:tgtEl>
                                          <p:spTgt spid="26"/>
                                        </p:tgtEl>
                                        <p:attrNameLst>
                                          <p:attrName>ppt_h</p:attrName>
                                        </p:attrNameLst>
                                      </p:cBhvr>
                                      <p:tavLst>
                                        <p:tav tm="0">
                                          <p:val>
                                            <p:strVal val="0"/>
                                          </p:val>
                                        </p:tav>
                                        <p:tav tm="100000">
                                          <p:val>
                                            <p:strVal val="#ppt_h"/>
                                          </p:val>
                                        </p:tav>
                                      </p:tavLst>
                                    </p:anim>
                                  </p:childTnLst>
                                </p:cTn>
                              </p:par>
                            </p:childTnLst>
                          </p:cTn>
                        </p:par>
                        <p:par>
                          <p:cTn id="18" fill="hold">
                            <p:stCondLst>
                              <p:cond delay="150"/>
                            </p:stCondLst>
                            <p:childTnLst>
                              <p:par>
                                <p:cTn id="19" presetID="53" presetClass="entr" presetSubtype="16" fill="hold" grpId="0" nodeType="afterEffect">
                                  <p:stCondLst>
                                    <p:cond delay="0"/>
                                  </p:stCondLst>
                                  <p:childTnLst>
                                    <p:set>
                                      <p:cBhvr>
                                        <p:cTn id="20" dur="1" fill="hold">
                                          <p:stCondLst>
                                            <p:cond delay="0"/>
                                          </p:stCondLst>
                                        </p:cTn>
                                        <p:tgtEl>
                                          <p:spTgt spid="27"/>
                                        </p:tgtEl>
                                        <p:attrNameLst>
                                          <p:attrName>style.visibility</p:attrName>
                                        </p:attrNameLst>
                                      </p:cBhvr>
                                      <p:to>
                                        <p:strVal val="visible"/>
                                      </p:to>
                                    </p:set>
                                    <p:animEffect transition="in" filter="fade">
                                      <p:cBhvr>
                                        <p:cTn id="21" dur="550"/>
                                        <p:tgtEl>
                                          <p:spTgt spid="27"/>
                                        </p:tgtEl>
                                      </p:cBhvr>
                                    </p:animEffect>
                                    <p:anim calcmode="lin" valueType="num">
                                      <p:cBhvr additive="base">
                                        <p:cTn id="22" dur="550" fill="hold"/>
                                        <p:tgtEl>
                                          <p:spTgt spid="27"/>
                                        </p:tgtEl>
                                        <p:attrNameLst>
                                          <p:attrName>ppt_w</p:attrName>
                                        </p:attrNameLst>
                                      </p:cBhvr>
                                      <p:tavLst>
                                        <p:tav tm="0">
                                          <p:val>
                                            <p:strVal val="0"/>
                                          </p:val>
                                        </p:tav>
                                        <p:tav tm="100000">
                                          <p:val>
                                            <p:strVal val="#ppt_w"/>
                                          </p:val>
                                        </p:tav>
                                      </p:tavLst>
                                    </p:anim>
                                    <p:anim calcmode="lin" valueType="num">
                                      <p:cBhvr additive="base">
                                        <p:cTn id="23" dur="550" fill="hold"/>
                                        <p:tgtEl>
                                          <p:spTgt spid="27"/>
                                        </p:tgtEl>
                                        <p:attrNameLst>
                                          <p:attrName>ppt_h</p:attrName>
                                        </p:attrNameLst>
                                      </p:cBhvr>
                                      <p:tavLst>
                                        <p:tav tm="0">
                                          <p:val>
                                            <p:strVal val="0"/>
                                          </p:val>
                                        </p:tav>
                                        <p:tav tm="100000">
                                          <p:val>
                                            <p:strVal val="#ppt_h"/>
                                          </p:val>
                                        </p:tav>
                                      </p:tavLst>
                                    </p:anim>
                                  </p:childTnLst>
                                </p:cTn>
                              </p:par>
                            </p:childTnLst>
                          </p:cTn>
                        </p:par>
                        <p:par>
                          <p:cTn id="24" fill="hold">
                            <p:stCondLst>
                              <p:cond delay="150"/>
                            </p:stCondLst>
                            <p:childTnLst>
                              <p:par>
                                <p:cTn id="25" presetID="10" presetClass="entr" presetSubtype="0" fill="hold" grpId="0" nodeType="afterEffect">
                                  <p:stCondLst>
                                    <p:cond delay="0"/>
                                  </p:stCondLst>
                                  <p:childTnLst>
                                    <p:set>
                                      <p:cBhvr>
                                        <p:cTn id="26" dur="1" fill="hold">
                                          <p:stCondLst>
                                            <p:cond delay="0"/>
                                          </p:stCondLst>
                                        </p:cTn>
                                        <p:tgtEl>
                                          <p:spTgt spid="29"/>
                                        </p:tgtEl>
                                        <p:attrNameLst>
                                          <p:attrName>style.visibility</p:attrName>
                                        </p:attrNameLst>
                                      </p:cBhvr>
                                      <p:to>
                                        <p:strVal val="visible"/>
                                      </p:to>
                                    </p:set>
                                    <p:animEffect transition="in" filter="fade">
                                      <p:cBhvr>
                                        <p:cTn id="27" dur="550"/>
                                        <p:tgtEl>
                                          <p:spTgt spid="29"/>
                                        </p:tgtEl>
                                      </p:cBhvr>
                                    </p:animEffect>
                                  </p:childTnLst>
                                </p:cTn>
                              </p:par>
                            </p:childTnLst>
                          </p:cTn>
                        </p:par>
                        <p:par>
                          <p:cTn id="28" fill="hold">
                            <p:stCondLst>
                              <p:cond delay="150"/>
                            </p:stCondLst>
                            <p:childTnLst>
                              <p:par>
                                <p:cTn id="29" presetID="10" presetClass="entr" presetSubtype="0" fill="hold" grpId="0" nodeType="afterEffect">
                                  <p:stCondLst>
                                    <p:cond delay="0"/>
                                  </p:stCondLst>
                                  <p:childTnLst>
                                    <p:set>
                                      <p:cBhvr>
                                        <p:cTn id="30" dur="1" fill="hold">
                                          <p:stCondLst>
                                            <p:cond delay="0"/>
                                          </p:stCondLst>
                                        </p:cTn>
                                        <p:tgtEl>
                                          <p:spTgt spid="28"/>
                                        </p:tgtEl>
                                        <p:attrNameLst>
                                          <p:attrName>style.visibility</p:attrName>
                                        </p:attrNameLst>
                                      </p:cBhvr>
                                      <p:to>
                                        <p:strVal val="visible"/>
                                      </p:to>
                                    </p:set>
                                    <p:animEffect transition="in" filter="fade">
                                      <p:cBhvr>
                                        <p:cTn id="31" dur="550"/>
                                        <p:tgtEl>
                                          <p:spTgt spid="28"/>
                                        </p:tgtEl>
                                      </p:cBhvr>
                                    </p:animEffect>
                                  </p:childTnLst>
                                </p:cTn>
                              </p:par>
                            </p:childTnLst>
                          </p:cTn>
                        </p:par>
                        <p:par>
                          <p:cTn id="32" fill="hold">
                            <p:stCondLst>
                              <p:cond delay="350"/>
                            </p:stCondLst>
                            <p:childTnLst>
                              <p:par>
                                <p:cTn id="33" presetID="42" presetClass="entr" presetSubtype="0" fill="hold" grpId="0" nodeType="afterEffect">
                                  <p:stCondLst>
                                    <p:cond delay="0"/>
                                  </p:stCondLst>
                                  <p:childTnLst>
                                    <p:set>
                                      <p:cBhvr>
                                        <p:cTn id="34" dur="1" fill="hold">
                                          <p:stCondLst>
                                            <p:cond delay="0"/>
                                          </p:stCondLst>
                                        </p:cTn>
                                        <p:tgtEl>
                                          <p:spTgt spid="30"/>
                                        </p:tgtEl>
                                        <p:attrNameLst>
                                          <p:attrName>style.visibility</p:attrName>
                                        </p:attrNameLst>
                                      </p:cBhvr>
                                      <p:to>
                                        <p:strVal val="visible"/>
                                      </p:to>
                                    </p:set>
                                    <p:animEffect transition="in" filter="fade">
                                      <p:cBhvr>
                                        <p:cTn id="35" dur="550"/>
                                        <p:tgtEl>
                                          <p:spTgt spid="30"/>
                                        </p:tgtEl>
                                      </p:cBhvr>
                                    </p:animEffect>
                                    <p:anim calcmode="lin" valueType="num">
                                      <p:cBhvr additive="base">
                                        <p:cTn id="36" dur="550" fill="hold"/>
                                        <p:tgtEl>
                                          <p:spTgt spid="30"/>
                                        </p:tgtEl>
                                        <p:attrNameLst>
                                          <p:attrName>ppt_x</p:attrName>
                                        </p:attrNameLst>
                                      </p:cBhvr>
                                      <p:tavLst>
                                        <p:tav tm="0">
                                          <p:val>
                                            <p:strVal val="#ppt_x"/>
                                          </p:val>
                                        </p:tav>
                                        <p:tav tm="100000">
                                          <p:val>
                                            <p:strVal val="#ppt_x"/>
                                          </p:val>
                                        </p:tav>
                                      </p:tavLst>
                                    </p:anim>
                                    <p:anim calcmode="lin" valueType="num">
                                      <p:cBhvr additive="base">
                                        <p:cTn id="37" dur="550" fill="hold"/>
                                        <p:tgtEl>
                                          <p:spTgt spid="30"/>
                                        </p:tgtEl>
                                        <p:attrNameLst>
                                          <p:attrName>ppt_y</p:attrName>
                                        </p:attrNameLst>
                                      </p:cBhvr>
                                      <p:tavLst>
                                        <p:tav tm="0">
                                          <p:val>
                                            <p:strVal val="#ppt_y+.08"/>
                                          </p:val>
                                        </p:tav>
                                        <p:tav tm="100000">
                                          <p:val>
                                            <p:strVal val="#ppt_y"/>
                                          </p:val>
                                        </p:tav>
                                      </p:tavLst>
                                    </p:anim>
                                  </p:childTnLst>
                                </p:cTn>
                              </p:par>
                            </p:childTnLst>
                          </p:cTn>
                        </p:par>
                        <p:par>
                          <p:cTn id="38" fill="hold">
                            <p:stCondLst>
                              <p:cond delay="350"/>
                            </p:stCondLst>
                            <p:childTnLst>
                              <p:par>
                                <p:cTn id="39" presetID="42" presetClass="entr" presetSubtype="0" fill="hold" grpId="0" nodeType="afterEffect">
                                  <p:stCondLst>
                                    <p:cond delay="0"/>
                                  </p:stCondLst>
                                  <p:childTnLst>
                                    <p:set>
                                      <p:cBhvr>
                                        <p:cTn id="40" dur="1" fill="hold">
                                          <p:stCondLst>
                                            <p:cond delay="0"/>
                                          </p:stCondLst>
                                        </p:cTn>
                                        <p:tgtEl>
                                          <p:spTgt spid="31"/>
                                        </p:tgtEl>
                                        <p:attrNameLst>
                                          <p:attrName>style.visibility</p:attrName>
                                        </p:attrNameLst>
                                      </p:cBhvr>
                                      <p:to>
                                        <p:strVal val="visible"/>
                                      </p:to>
                                    </p:set>
                                    <p:animEffect transition="in" filter="fade">
                                      <p:cBhvr>
                                        <p:cTn id="41" dur="550"/>
                                        <p:tgtEl>
                                          <p:spTgt spid="31"/>
                                        </p:tgtEl>
                                      </p:cBhvr>
                                    </p:animEffect>
                                    <p:anim calcmode="lin" valueType="num">
                                      <p:cBhvr additive="base">
                                        <p:cTn id="42" dur="550" fill="hold"/>
                                        <p:tgtEl>
                                          <p:spTgt spid="31"/>
                                        </p:tgtEl>
                                        <p:attrNameLst>
                                          <p:attrName>ppt_x</p:attrName>
                                        </p:attrNameLst>
                                      </p:cBhvr>
                                      <p:tavLst>
                                        <p:tav tm="0">
                                          <p:val>
                                            <p:strVal val="#ppt_x"/>
                                          </p:val>
                                        </p:tav>
                                        <p:tav tm="100000">
                                          <p:val>
                                            <p:strVal val="#ppt_x"/>
                                          </p:val>
                                        </p:tav>
                                      </p:tavLst>
                                    </p:anim>
                                    <p:anim calcmode="lin" valueType="num">
                                      <p:cBhvr additive="base">
                                        <p:cTn id="43" dur="550" fill="hold"/>
                                        <p:tgtEl>
                                          <p:spTgt spid="31"/>
                                        </p:tgtEl>
                                        <p:attrNameLst>
                                          <p:attrName>ppt_y</p:attrName>
                                        </p:attrNameLst>
                                      </p:cBhvr>
                                      <p:tavLst>
                                        <p:tav tm="0">
                                          <p:val>
                                            <p:strVal val="#ppt_y+.08"/>
                                          </p:val>
                                        </p:tav>
                                        <p:tav tm="100000">
                                          <p:val>
                                            <p:strVal val="#ppt_y"/>
                                          </p:val>
                                        </p:tav>
                                      </p:tavLst>
                                    </p:anim>
                                  </p:childTnLst>
                                </p:cTn>
                              </p:par>
                            </p:childTnLst>
                          </p:cTn>
                        </p:par>
                        <p:par>
                          <p:cTn id="44" fill="hold">
                            <p:stCondLst>
                              <p:cond delay="350"/>
                            </p:stCondLst>
                            <p:childTnLst>
                              <p:par>
                                <p:cTn id="45" presetID="53" presetClass="entr" presetSubtype="16" fill="hold" grpId="0" nodeType="afterEffect">
                                  <p:stCondLst>
                                    <p:cond delay="0"/>
                                  </p:stCondLst>
                                  <p:childTnLst>
                                    <p:set>
                                      <p:cBhvr>
                                        <p:cTn id="46" dur="1" fill="hold">
                                          <p:stCondLst>
                                            <p:cond delay="0"/>
                                          </p:stCondLst>
                                        </p:cTn>
                                        <p:tgtEl>
                                          <p:spTgt spid="32"/>
                                        </p:tgtEl>
                                        <p:attrNameLst>
                                          <p:attrName>style.visibility</p:attrName>
                                        </p:attrNameLst>
                                      </p:cBhvr>
                                      <p:to>
                                        <p:strVal val="visible"/>
                                      </p:to>
                                    </p:set>
                                    <p:animEffect transition="in" filter="fade">
                                      <p:cBhvr>
                                        <p:cTn id="47" dur="550"/>
                                        <p:tgtEl>
                                          <p:spTgt spid="32"/>
                                        </p:tgtEl>
                                      </p:cBhvr>
                                    </p:animEffect>
                                    <p:anim calcmode="lin" valueType="num">
                                      <p:cBhvr additive="base">
                                        <p:cTn id="48" dur="550" fill="hold"/>
                                        <p:tgtEl>
                                          <p:spTgt spid="32"/>
                                        </p:tgtEl>
                                        <p:attrNameLst>
                                          <p:attrName>ppt_w</p:attrName>
                                        </p:attrNameLst>
                                      </p:cBhvr>
                                      <p:tavLst>
                                        <p:tav tm="0">
                                          <p:val>
                                            <p:strVal val="0"/>
                                          </p:val>
                                        </p:tav>
                                        <p:tav tm="100000">
                                          <p:val>
                                            <p:strVal val="#ppt_w"/>
                                          </p:val>
                                        </p:tav>
                                      </p:tavLst>
                                    </p:anim>
                                    <p:anim calcmode="lin" valueType="num">
                                      <p:cBhvr additive="base">
                                        <p:cTn id="49" dur="550" fill="hold"/>
                                        <p:tgtEl>
                                          <p:spTgt spid="32"/>
                                        </p:tgtEl>
                                        <p:attrNameLst>
                                          <p:attrName>ppt_h</p:attrName>
                                        </p:attrNameLst>
                                      </p:cBhvr>
                                      <p:tavLst>
                                        <p:tav tm="0">
                                          <p:val>
                                            <p:strVal val="0"/>
                                          </p:val>
                                        </p:tav>
                                        <p:tav tm="100000">
                                          <p:val>
                                            <p:strVal val="#ppt_h"/>
                                          </p:val>
                                        </p:tav>
                                      </p:tavLst>
                                    </p:anim>
                                  </p:childTnLst>
                                </p:cTn>
                              </p:par>
                            </p:childTnLst>
                          </p:cTn>
                        </p:par>
                        <p:par>
                          <p:cTn id="50" fill="hold">
                            <p:stCondLst>
                              <p:cond delay="350"/>
                            </p:stCondLst>
                            <p:childTnLst>
                              <p:par>
                                <p:cTn id="51" presetID="42" presetClass="entr" presetSubtype="0" fill="hold" grpId="0" nodeType="afterEffect">
                                  <p:stCondLst>
                                    <p:cond delay="0"/>
                                  </p:stCondLst>
                                  <p:childTnLst>
                                    <p:set>
                                      <p:cBhvr>
                                        <p:cTn id="52" dur="1" fill="hold">
                                          <p:stCondLst>
                                            <p:cond delay="0"/>
                                          </p:stCondLst>
                                        </p:cTn>
                                        <p:tgtEl>
                                          <p:spTgt spid="33"/>
                                        </p:tgtEl>
                                        <p:attrNameLst>
                                          <p:attrName>style.visibility</p:attrName>
                                        </p:attrNameLst>
                                      </p:cBhvr>
                                      <p:to>
                                        <p:strVal val="visible"/>
                                      </p:to>
                                    </p:set>
                                    <p:animEffect transition="in" filter="fade">
                                      <p:cBhvr>
                                        <p:cTn id="53" dur="550"/>
                                        <p:tgtEl>
                                          <p:spTgt spid="33"/>
                                        </p:tgtEl>
                                      </p:cBhvr>
                                    </p:animEffect>
                                    <p:anim calcmode="lin" valueType="num">
                                      <p:cBhvr additive="base">
                                        <p:cTn id="54" dur="550" fill="hold"/>
                                        <p:tgtEl>
                                          <p:spTgt spid="33"/>
                                        </p:tgtEl>
                                        <p:attrNameLst>
                                          <p:attrName>ppt_x</p:attrName>
                                        </p:attrNameLst>
                                      </p:cBhvr>
                                      <p:tavLst>
                                        <p:tav tm="0">
                                          <p:val>
                                            <p:strVal val="#ppt_x"/>
                                          </p:val>
                                        </p:tav>
                                        <p:tav tm="100000">
                                          <p:val>
                                            <p:strVal val="#ppt_x"/>
                                          </p:val>
                                        </p:tav>
                                      </p:tavLst>
                                    </p:anim>
                                    <p:anim calcmode="lin" valueType="num">
                                      <p:cBhvr additive="base">
                                        <p:cTn id="55" dur="550" fill="hold"/>
                                        <p:tgtEl>
                                          <p:spTgt spid="33"/>
                                        </p:tgtEl>
                                        <p:attrNameLst>
                                          <p:attrName>ppt_y</p:attrName>
                                        </p:attrNameLst>
                                      </p:cBhvr>
                                      <p:tavLst>
                                        <p:tav tm="0">
                                          <p:val>
                                            <p:strVal val="#ppt_y+.08"/>
                                          </p:val>
                                        </p:tav>
                                        <p:tav tm="100000">
                                          <p:val>
                                            <p:strVal val="#ppt_y"/>
                                          </p:val>
                                        </p:tav>
                                      </p:tavLst>
                                    </p:anim>
                                  </p:childTnLst>
                                </p:cTn>
                              </p:par>
                            </p:childTnLst>
                          </p:cTn>
                        </p:par>
                        <p:par>
                          <p:cTn id="56" fill="hold">
                            <p:stCondLst>
                              <p:cond delay="550"/>
                            </p:stCondLst>
                            <p:childTnLst>
                              <p:par>
                                <p:cTn id="57" presetID="42" presetClass="entr" presetSubtype="0" fill="hold" grpId="0" nodeType="afterEffect">
                                  <p:stCondLst>
                                    <p:cond delay="0"/>
                                  </p:stCondLst>
                                  <p:childTnLst>
                                    <p:set>
                                      <p:cBhvr>
                                        <p:cTn id="58" dur="1" fill="hold">
                                          <p:stCondLst>
                                            <p:cond delay="0"/>
                                          </p:stCondLst>
                                        </p:cTn>
                                        <p:tgtEl>
                                          <p:spTgt spid="34"/>
                                        </p:tgtEl>
                                        <p:attrNameLst>
                                          <p:attrName>style.visibility</p:attrName>
                                        </p:attrNameLst>
                                      </p:cBhvr>
                                      <p:to>
                                        <p:strVal val="visible"/>
                                      </p:to>
                                    </p:set>
                                    <p:animEffect transition="in" filter="fade">
                                      <p:cBhvr>
                                        <p:cTn id="59" dur="550"/>
                                        <p:tgtEl>
                                          <p:spTgt spid="34"/>
                                        </p:tgtEl>
                                      </p:cBhvr>
                                    </p:animEffect>
                                    <p:anim calcmode="lin" valueType="num">
                                      <p:cBhvr additive="base">
                                        <p:cTn id="60" dur="550" fill="hold"/>
                                        <p:tgtEl>
                                          <p:spTgt spid="34"/>
                                        </p:tgtEl>
                                        <p:attrNameLst>
                                          <p:attrName>ppt_x</p:attrName>
                                        </p:attrNameLst>
                                      </p:cBhvr>
                                      <p:tavLst>
                                        <p:tav tm="0">
                                          <p:val>
                                            <p:strVal val="#ppt_x"/>
                                          </p:val>
                                        </p:tav>
                                        <p:tav tm="100000">
                                          <p:val>
                                            <p:strVal val="#ppt_x"/>
                                          </p:val>
                                        </p:tav>
                                      </p:tavLst>
                                    </p:anim>
                                    <p:anim calcmode="lin" valueType="num">
                                      <p:cBhvr additive="base">
                                        <p:cTn id="61" dur="550" fill="hold"/>
                                        <p:tgtEl>
                                          <p:spTgt spid="34"/>
                                        </p:tgtEl>
                                        <p:attrNameLst>
                                          <p:attrName>ppt_y</p:attrName>
                                        </p:attrNameLst>
                                      </p:cBhvr>
                                      <p:tavLst>
                                        <p:tav tm="0">
                                          <p:val>
                                            <p:strVal val="#ppt_y+.08"/>
                                          </p:val>
                                        </p:tav>
                                        <p:tav tm="100000">
                                          <p:val>
                                            <p:strVal val="#ppt_y"/>
                                          </p:val>
                                        </p:tav>
                                      </p:tavLst>
                                    </p:anim>
                                  </p:childTnLst>
                                </p:cTn>
                              </p:par>
                            </p:childTnLst>
                          </p:cTn>
                        </p:par>
                        <p:par>
                          <p:cTn id="62" fill="hold">
                            <p:stCondLst>
                              <p:cond delay="550"/>
                            </p:stCondLst>
                            <p:childTnLst>
                              <p:par>
                                <p:cTn id="63" presetID="42" presetClass="entr" presetSubtype="0" fill="hold" grpId="0" nodeType="afterEffect">
                                  <p:stCondLst>
                                    <p:cond delay="0"/>
                                  </p:stCondLst>
                                  <p:childTnLst>
                                    <p:set>
                                      <p:cBhvr>
                                        <p:cTn id="64" dur="1" fill="hold">
                                          <p:stCondLst>
                                            <p:cond delay="0"/>
                                          </p:stCondLst>
                                        </p:cTn>
                                        <p:tgtEl>
                                          <p:spTgt spid="35"/>
                                        </p:tgtEl>
                                        <p:attrNameLst>
                                          <p:attrName>style.visibility</p:attrName>
                                        </p:attrNameLst>
                                      </p:cBhvr>
                                      <p:to>
                                        <p:strVal val="visible"/>
                                      </p:to>
                                    </p:set>
                                    <p:animEffect transition="in" filter="fade">
                                      <p:cBhvr>
                                        <p:cTn id="65" dur="550"/>
                                        <p:tgtEl>
                                          <p:spTgt spid="35"/>
                                        </p:tgtEl>
                                      </p:cBhvr>
                                    </p:animEffect>
                                    <p:anim calcmode="lin" valueType="num">
                                      <p:cBhvr additive="base">
                                        <p:cTn id="66" dur="550" fill="hold"/>
                                        <p:tgtEl>
                                          <p:spTgt spid="35"/>
                                        </p:tgtEl>
                                        <p:attrNameLst>
                                          <p:attrName>ppt_x</p:attrName>
                                        </p:attrNameLst>
                                      </p:cBhvr>
                                      <p:tavLst>
                                        <p:tav tm="0">
                                          <p:val>
                                            <p:strVal val="#ppt_x"/>
                                          </p:val>
                                        </p:tav>
                                        <p:tav tm="100000">
                                          <p:val>
                                            <p:strVal val="#ppt_x"/>
                                          </p:val>
                                        </p:tav>
                                      </p:tavLst>
                                    </p:anim>
                                    <p:anim calcmode="lin" valueType="num">
                                      <p:cBhvr additive="base">
                                        <p:cTn id="67" dur="550" fill="hold"/>
                                        <p:tgtEl>
                                          <p:spTgt spid="35"/>
                                        </p:tgtEl>
                                        <p:attrNameLst>
                                          <p:attrName>ppt_y</p:attrName>
                                        </p:attrNameLst>
                                      </p:cBhvr>
                                      <p:tavLst>
                                        <p:tav tm="0">
                                          <p:val>
                                            <p:strVal val="#ppt_y+.08"/>
                                          </p:val>
                                        </p:tav>
                                        <p:tav tm="100000">
                                          <p:val>
                                            <p:strVal val="#ppt_y"/>
                                          </p:val>
                                        </p:tav>
                                      </p:tavLst>
                                    </p:anim>
                                  </p:childTnLst>
                                </p:cTn>
                              </p:par>
                            </p:childTnLst>
                          </p:cTn>
                        </p:par>
                        <p:par>
                          <p:cTn id="68" fill="hold">
                            <p:stCondLst>
                              <p:cond delay="550"/>
                            </p:stCondLst>
                            <p:childTnLst>
                              <p:par>
                                <p:cTn id="69" presetID="53" presetClass="entr" presetSubtype="16" fill="hold" grpId="0" nodeType="afterEffect">
                                  <p:stCondLst>
                                    <p:cond delay="0"/>
                                  </p:stCondLst>
                                  <p:childTnLst>
                                    <p:set>
                                      <p:cBhvr>
                                        <p:cTn id="70" dur="1" fill="hold">
                                          <p:stCondLst>
                                            <p:cond delay="0"/>
                                          </p:stCondLst>
                                        </p:cTn>
                                        <p:tgtEl>
                                          <p:spTgt spid="36"/>
                                        </p:tgtEl>
                                        <p:attrNameLst>
                                          <p:attrName>style.visibility</p:attrName>
                                        </p:attrNameLst>
                                      </p:cBhvr>
                                      <p:to>
                                        <p:strVal val="visible"/>
                                      </p:to>
                                    </p:set>
                                    <p:animEffect transition="in" filter="fade">
                                      <p:cBhvr>
                                        <p:cTn id="71" dur="550"/>
                                        <p:tgtEl>
                                          <p:spTgt spid="36"/>
                                        </p:tgtEl>
                                      </p:cBhvr>
                                    </p:animEffect>
                                    <p:anim calcmode="lin" valueType="num">
                                      <p:cBhvr additive="base">
                                        <p:cTn id="72" dur="550" fill="hold"/>
                                        <p:tgtEl>
                                          <p:spTgt spid="36"/>
                                        </p:tgtEl>
                                        <p:attrNameLst>
                                          <p:attrName>ppt_w</p:attrName>
                                        </p:attrNameLst>
                                      </p:cBhvr>
                                      <p:tavLst>
                                        <p:tav tm="0">
                                          <p:val>
                                            <p:strVal val="0"/>
                                          </p:val>
                                        </p:tav>
                                        <p:tav tm="100000">
                                          <p:val>
                                            <p:strVal val="#ppt_w"/>
                                          </p:val>
                                        </p:tav>
                                      </p:tavLst>
                                    </p:anim>
                                    <p:anim calcmode="lin" valueType="num">
                                      <p:cBhvr additive="base">
                                        <p:cTn id="73" dur="550" fill="hold"/>
                                        <p:tgtEl>
                                          <p:spTgt spid="36"/>
                                        </p:tgtEl>
                                        <p:attrNameLst>
                                          <p:attrName>ppt_h</p:attrName>
                                        </p:attrNameLst>
                                      </p:cBhvr>
                                      <p:tavLst>
                                        <p:tav tm="0">
                                          <p:val>
                                            <p:strVal val="0"/>
                                          </p:val>
                                        </p:tav>
                                        <p:tav tm="100000">
                                          <p:val>
                                            <p:strVal val="#ppt_h"/>
                                          </p:val>
                                        </p:tav>
                                      </p:tavLst>
                                    </p:anim>
                                  </p:childTnLst>
                                </p:cTn>
                              </p:par>
                            </p:childTnLst>
                          </p:cTn>
                        </p:par>
                        <p:par>
                          <p:cTn id="74" fill="hold">
                            <p:stCondLst>
                              <p:cond delay="550"/>
                            </p:stCondLst>
                            <p:childTnLst>
                              <p:par>
                                <p:cTn id="75" presetID="42" presetClass="entr" presetSubtype="0" fill="hold" grpId="0" nodeType="afterEffect">
                                  <p:stCondLst>
                                    <p:cond delay="0"/>
                                  </p:stCondLst>
                                  <p:childTnLst>
                                    <p:set>
                                      <p:cBhvr>
                                        <p:cTn id="76" dur="1" fill="hold">
                                          <p:stCondLst>
                                            <p:cond delay="0"/>
                                          </p:stCondLst>
                                        </p:cTn>
                                        <p:tgtEl>
                                          <p:spTgt spid="37"/>
                                        </p:tgtEl>
                                        <p:attrNameLst>
                                          <p:attrName>style.visibility</p:attrName>
                                        </p:attrNameLst>
                                      </p:cBhvr>
                                      <p:to>
                                        <p:strVal val="visible"/>
                                      </p:to>
                                    </p:set>
                                    <p:animEffect transition="in" filter="fade">
                                      <p:cBhvr>
                                        <p:cTn id="77" dur="550"/>
                                        <p:tgtEl>
                                          <p:spTgt spid="37"/>
                                        </p:tgtEl>
                                      </p:cBhvr>
                                    </p:animEffect>
                                    <p:anim calcmode="lin" valueType="num">
                                      <p:cBhvr additive="base">
                                        <p:cTn id="78" dur="550" fill="hold"/>
                                        <p:tgtEl>
                                          <p:spTgt spid="37"/>
                                        </p:tgtEl>
                                        <p:attrNameLst>
                                          <p:attrName>ppt_x</p:attrName>
                                        </p:attrNameLst>
                                      </p:cBhvr>
                                      <p:tavLst>
                                        <p:tav tm="0">
                                          <p:val>
                                            <p:strVal val="#ppt_x"/>
                                          </p:val>
                                        </p:tav>
                                        <p:tav tm="100000">
                                          <p:val>
                                            <p:strVal val="#ppt_x"/>
                                          </p:val>
                                        </p:tav>
                                      </p:tavLst>
                                    </p:anim>
                                    <p:anim calcmode="lin" valueType="num">
                                      <p:cBhvr additive="base">
                                        <p:cTn id="79" dur="550" fill="hold"/>
                                        <p:tgtEl>
                                          <p:spTgt spid="37"/>
                                        </p:tgtEl>
                                        <p:attrNameLst>
                                          <p:attrName>ppt_y</p:attrName>
                                        </p:attrNameLst>
                                      </p:cBhvr>
                                      <p:tavLst>
                                        <p:tav tm="0">
                                          <p:val>
                                            <p:strVal val="#ppt_y+.08"/>
                                          </p:val>
                                        </p:tav>
                                        <p:tav tm="100000">
                                          <p:val>
                                            <p:strVal val="#ppt_y"/>
                                          </p:val>
                                        </p:tav>
                                      </p:tavLst>
                                    </p:anim>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22" grpId="0" animBg="1"/>
      <p:bldP spid="23" grpId="0" animBg="1"/>
      <p:bldP spid="26" grpId="0" animBg="1"/>
      <p:bldP spid="29" grpId="0" animBg="1"/>
      <p:bldP spid="28" grpId="0" animBg="1"/>
      <p:bldP spid="30" grpId="0" animBg="1"/>
      <p:bldP spid="31" grpId="0" animBg="1"/>
      <p:bldP spid="32" grpId="0" animBg="1"/>
      <p:bldP spid="33" grpId="0" animBg="1"/>
      <p:bldP spid="34" grpId="0" animBg="1"/>
      <p:bldP spid="35" grpId="0" animBg="1"/>
      <p:bldP spid="36" grpId="0" animBg="1"/>
      <p:bldP spid="37" grpId="0" animBg="1"/>
    </p:bldLst>
  </p:timing>
</p:sld>
</file>

<file path=ppt/slides/slide1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2000" cy="6858000"/>
          </a:xfrm>
          <a:prstGeom prst="rect">
            <a:avLst/>
          </a:prstGeom>
          <a:gradFill rotWithShape="1">
            <a:gsLst>
              <a:gs pos="0">
                <a:srgbClr val="070B1A"/>
              </a:gs>
              <a:gs pos="100000">
                <a:srgbClr val="141C44"/>
              </a:gs>
            </a:gsLst>
            <a:lin scaled="0" ang="13500000"/>
          </a:gra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cxnSp>
        <p:nvCxnSpPr>
          <p:cNvPr id="3" name="Connector 2"/>
          <p:cNvCxnSpPr/>
          <p:nvPr/>
        </p:nvCxnSpPr>
        <p:spPr>
          <a:xfrm flipV="1">
            <a:off x="10350000" y="305000"/>
            <a:ext cx="750000" cy="75000"/>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cxnSp>
        <p:nvCxnSpPr>
          <p:cNvPr id="4" name="Connector 3"/>
          <p:cNvCxnSpPr/>
          <p:nvPr/>
        </p:nvCxnSpPr>
        <p:spPr>
          <a:xfrm>
            <a:off x="10350000" y="380000"/>
            <a:ext cx="750000" cy="150000"/>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cxnSp>
        <p:nvCxnSpPr>
          <p:cNvPr id="5" name="Connector 4"/>
          <p:cNvCxnSpPr/>
          <p:nvPr/>
        </p:nvCxnSpPr>
        <p:spPr>
          <a:xfrm>
            <a:off x="10350000" y="380000"/>
            <a:ext cx="750000" cy="375000"/>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cxnSp>
        <p:nvCxnSpPr>
          <p:cNvPr id="6" name="Connector 5"/>
          <p:cNvCxnSpPr/>
          <p:nvPr/>
        </p:nvCxnSpPr>
        <p:spPr>
          <a:xfrm flipV="1">
            <a:off x="10350000" y="530000"/>
            <a:ext cx="750000" cy="150000"/>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cxnSp>
        <p:nvCxnSpPr>
          <p:cNvPr id="7" name="Connector 6"/>
          <p:cNvCxnSpPr/>
          <p:nvPr/>
        </p:nvCxnSpPr>
        <p:spPr>
          <a:xfrm>
            <a:off x="10350000" y="680000"/>
            <a:ext cx="750000" cy="75000"/>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cxnSp>
        <p:nvCxnSpPr>
          <p:cNvPr id="8" name="Connector 7"/>
          <p:cNvCxnSpPr/>
          <p:nvPr/>
        </p:nvCxnSpPr>
        <p:spPr>
          <a:xfrm>
            <a:off x="11100000" y="305000"/>
            <a:ext cx="750000" cy="75000"/>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cxnSp>
        <p:nvCxnSpPr>
          <p:cNvPr id="9" name="Connector 8"/>
          <p:cNvCxnSpPr/>
          <p:nvPr/>
        </p:nvCxnSpPr>
        <p:spPr>
          <a:xfrm flipV="1">
            <a:off x="11100000" y="380000"/>
            <a:ext cx="750000" cy="150000"/>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cxnSp>
        <p:nvCxnSpPr>
          <p:cNvPr id="10" name="Connector 9"/>
          <p:cNvCxnSpPr/>
          <p:nvPr/>
        </p:nvCxnSpPr>
        <p:spPr>
          <a:xfrm>
            <a:off x="11100000" y="530000"/>
            <a:ext cx="750000" cy="150000"/>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cxnSp>
        <p:nvCxnSpPr>
          <p:cNvPr id="11" name="Connector 10"/>
          <p:cNvCxnSpPr/>
          <p:nvPr/>
        </p:nvCxnSpPr>
        <p:spPr>
          <a:xfrm flipV="1">
            <a:off x="11100000" y="380000"/>
            <a:ext cx="750000" cy="375000"/>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sp>
        <p:nvSpPr>
          <p:cNvPr id="12" name="Oval 11"/>
          <p:cNvSpPr/>
          <p:nvPr/>
        </p:nvSpPr>
        <p:spPr>
          <a:xfrm>
            <a:off x="10280000" y="310000"/>
            <a:ext cx="140000" cy="140000"/>
          </a:xfrm>
          <a:prstGeom prst="ellipse">
            <a:avLst/>
          </a:prstGeom>
          <a:solidFill>
            <a:srgbClr val="3B4C8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Oval 12"/>
          <p:cNvSpPr/>
          <p:nvPr/>
        </p:nvSpPr>
        <p:spPr>
          <a:xfrm>
            <a:off x="10280000" y="610000"/>
            <a:ext cx="140000" cy="140000"/>
          </a:xfrm>
          <a:prstGeom prst="ellipse">
            <a:avLst/>
          </a:prstGeom>
          <a:solidFill>
            <a:srgbClr val="3B4C8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Oval 13"/>
          <p:cNvSpPr/>
          <p:nvPr/>
        </p:nvSpPr>
        <p:spPr>
          <a:xfrm>
            <a:off x="11030000" y="235000"/>
            <a:ext cx="140000" cy="140000"/>
          </a:xfrm>
          <a:prstGeom prst="ellipse">
            <a:avLst/>
          </a:prstGeom>
          <a:solidFill>
            <a:srgbClr val="3B4C8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Oval 14"/>
          <p:cNvSpPr/>
          <p:nvPr/>
        </p:nvSpPr>
        <p:spPr>
          <a:xfrm>
            <a:off x="11030000" y="460000"/>
            <a:ext cx="140000" cy="140000"/>
          </a:xfrm>
          <a:prstGeom prst="ellipse">
            <a:avLst/>
          </a:prstGeom>
          <a:solidFill>
            <a:srgbClr val="3B4C8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Oval 15"/>
          <p:cNvSpPr/>
          <p:nvPr/>
        </p:nvSpPr>
        <p:spPr>
          <a:xfrm>
            <a:off x="11030000" y="685000"/>
            <a:ext cx="140000" cy="140000"/>
          </a:xfrm>
          <a:prstGeom prst="ellipse">
            <a:avLst/>
          </a:prstGeom>
          <a:solidFill>
            <a:srgbClr val="3B4C8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Oval 16"/>
          <p:cNvSpPr/>
          <p:nvPr/>
        </p:nvSpPr>
        <p:spPr>
          <a:xfrm>
            <a:off x="11780000" y="310000"/>
            <a:ext cx="140000" cy="140000"/>
          </a:xfrm>
          <a:prstGeom prst="ellipse">
            <a:avLst/>
          </a:prstGeom>
          <a:solidFill>
            <a:srgbClr val="3B4C8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Oval 17"/>
          <p:cNvSpPr/>
          <p:nvPr/>
        </p:nvSpPr>
        <p:spPr>
          <a:xfrm>
            <a:off x="11780000" y="610000"/>
            <a:ext cx="140000" cy="140000"/>
          </a:xfrm>
          <a:prstGeom prst="ellipse">
            <a:avLst/>
          </a:prstGeom>
          <a:solidFill>
            <a:srgbClr val="3B4C8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500000" y="160000"/>
            <a:ext cx="9600000" cy="300000"/>
          </a:xfrm>
          <a:prstGeom prst="rect">
            <a:avLst/>
          </a:prstGeom>
          <a:noFill/>
        </p:spPr>
        <p:txBody>
          <a:bodyPr wrap="square" anchor="t" lIns="50800" rIns="50800">
            <a:spAutoFit/>
          </a:bodyPr>
          <a:lstStyle/>
          <a:p>
            <a:pPr algn="l"/>
            <a:r>
              <a:rPr sz="1100" b="1">
                <a:solidFill>
                  <a:srgbClr val="22D3EE"/>
                </a:solidFill>
                <a:latin typeface="Segoe UI"/>
              </a:rPr>
              <a:t>◆ 2-REJA</a:t>
            </a:r>
          </a:p>
        </p:txBody>
      </p:sp>
      <p:sp>
        <p:nvSpPr>
          <p:cNvPr id="20" name="TextBox 19"/>
          <p:cNvSpPr txBox="1"/>
          <p:nvPr/>
        </p:nvSpPr>
        <p:spPr>
          <a:xfrm>
            <a:off x="500000" y="400000"/>
            <a:ext cx="9800000" cy="650000"/>
          </a:xfrm>
          <a:prstGeom prst="rect">
            <a:avLst/>
          </a:prstGeom>
          <a:noFill/>
        </p:spPr>
        <p:txBody>
          <a:bodyPr wrap="square" anchor="ctr" lIns="50800" rIns="50800">
            <a:spAutoFit/>
          </a:bodyPr>
          <a:lstStyle/>
          <a:p>
            <a:pPr algn="l"/>
            <a:r>
              <a:rPr sz="2600" b="1">
                <a:solidFill>
                  <a:srgbClr val="E8EEFA"/>
                </a:solidFill>
                <a:latin typeface="Segoe UI"/>
              </a:rPr>
              <a:t>Hujumlar taksonomiyasi</a:t>
            </a:r>
          </a:p>
        </p:txBody>
      </p:sp>
      <p:sp>
        <p:nvSpPr>
          <p:cNvPr id="21" name="Rectangle 20"/>
          <p:cNvSpPr/>
          <p:nvPr/>
        </p:nvSpPr>
        <p:spPr>
          <a:xfrm>
            <a:off x="560000" y="1080000"/>
            <a:ext cx="1700000" cy="45000"/>
          </a:xfrm>
          <a:prstGeom prst="rect">
            <a:avLst/>
          </a:prstGeom>
          <a:gradFill rotWithShape="1">
            <a:gsLst>
              <a:gs pos="0">
                <a:srgbClr val="22D3EE"/>
              </a:gs>
              <a:gs pos="100000">
                <a:srgbClr val="8B5CF6"/>
              </a:gs>
            </a:gsLst>
            <a:lin scaled="0" ang="0"/>
          </a:gra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TextBox 21"/>
          <p:cNvSpPr txBox="1"/>
          <p:nvPr/>
        </p:nvSpPr>
        <p:spPr>
          <a:xfrm>
            <a:off x="500000" y="6450000"/>
            <a:ext cx="9500000" cy="280000"/>
          </a:xfrm>
          <a:prstGeom prst="rect">
            <a:avLst/>
          </a:prstGeom>
          <a:noFill/>
        </p:spPr>
        <p:txBody>
          <a:bodyPr wrap="square" anchor="t" lIns="50800" rIns="50800">
            <a:spAutoFit/>
          </a:bodyPr>
          <a:lstStyle/>
          <a:p>
            <a:pPr algn="l"/>
            <a:r>
              <a:rPr sz="900" b="0">
                <a:solidFill>
                  <a:srgbClr val="707EAA"/>
                </a:solidFill>
                <a:latin typeface="Segoe UI"/>
              </a:rPr>
              <a:t>M9 · Tizimlarining ishonchliligi va axborot xavfsizligi</a:t>
            </a:r>
          </a:p>
        </p:txBody>
      </p:sp>
      <p:sp>
        <p:nvSpPr>
          <p:cNvPr id="23" name="Rounded Rectangle 22"/>
          <p:cNvSpPr/>
          <p:nvPr/>
        </p:nvSpPr>
        <p:spPr>
          <a:xfrm>
            <a:off x="11000000" y="6430000"/>
            <a:ext cx="700000" cy="270000"/>
          </a:xfrm>
          <a:prstGeom prst="roundRect">
            <a:avLst/>
          </a:prstGeom>
          <a:solidFill>
            <a:srgbClr val="121936"/>
          </a:solidFill>
          <a:ln w="12700">
            <a:solidFill>
              <a:srgbClr val="2A356E"/>
            </a:solidFill>
          </a:ln>
          <a:effectLst/>
        </p:spPr>
        <p:style>
          <a:lnRef idx="1">
            <a:schemeClr val="accent1"/>
          </a:lnRef>
          <a:fillRef idx="3">
            <a:schemeClr val="accent1"/>
          </a:fillRef>
          <a:effectRef idx="2">
            <a:schemeClr val="accent1"/>
          </a:effectRef>
          <a:fontRef idx="minor">
            <a:schemeClr val="lt1"/>
          </a:fontRef>
        </p:style>
        <p:txBody>
          <a:bodyPr rtlCol="0" anchor="ctr" tIns="0" bIns="0"/>
          <a:lstStyle/>
          <a:p>
            <a:pPr algn="ctr"/>
            <a:r>
              <a:rPr sz="1000" b="1">
                <a:solidFill>
                  <a:srgbClr val="22D3EE"/>
                </a:solidFill>
                <a:latin typeface="Segoe UI"/>
              </a:rPr>
              <a:t>12</a:t>
            </a:r>
          </a:p>
        </p:txBody>
      </p:sp>
      <p:sp>
        <p:nvSpPr>
          <p:cNvPr id="24" name="Rounded Rectangle 23"/>
          <p:cNvSpPr/>
          <p:nvPr/>
        </p:nvSpPr>
        <p:spPr>
          <a:xfrm>
            <a:off x="7520000" y="1330000"/>
            <a:ext cx="4250000" cy="4650000"/>
          </a:xfrm>
          <a:prstGeom prst="roundRect">
            <a:avLst>
              <a:gd name="adj" fmla="val 5000"/>
            </a:avLst>
          </a:prstGeom>
          <a:noFill/>
          <a:ln w="15875">
            <a:solidFill>
              <a:srgbClr val="8B5CF6"/>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25" name="Picture 24" descr="bb7bd69bee69eb7d.jpg"/>
          <p:cNvPicPr>
            <a:picLocks noChangeAspect="1"/>
          </p:cNvPicPr>
          <p:nvPr/>
        </p:nvPicPr>
        <p:blipFill>
          <a:blip r:embed="rId2"/>
          <a:srcRect l="18248" r="18248"/>
          <a:stretch>
            <a:fillRect/>
          </a:stretch>
        </p:blipFill>
        <p:spPr>
          <a:xfrm>
            <a:off x="7620000" y="1430000"/>
            <a:ext cx="4050000" cy="4250000"/>
          </a:xfrm>
          <a:prstGeom prst="roundRect">
            <a:avLst/>
          </a:prstGeom>
          <a:ln w="19050">
            <a:solidFill>
              <a:srgbClr val="22D3EE"/>
            </a:solidFill>
          </a:ln>
        </p:spPr>
      </p:pic>
      <p:sp>
        <p:nvSpPr>
          <p:cNvPr id="26" name="TextBox 25"/>
          <p:cNvSpPr txBox="1"/>
          <p:nvPr/>
        </p:nvSpPr>
        <p:spPr>
          <a:xfrm>
            <a:off x="7620000" y="5710000"/>
            <a:ext cx="4050000" cy="260000"/>
          </a:xfrm>
          <a:prstGeom prst="rect">
            <a:avLst/>
          </a:prstGeom>
          <a:noFill/>
        </p:spPr>
        <p:txBody>
          <a:bodyPr wrap="square" anchor="t" lIns="50800" rIns="50800">
            <a:spAutoFit/>
          </a:bodyPr>
          <a:lstStyle/>
          <a:p>
            <a:pPr algn="l"/>
            <a:r>
              <a:rPr sz="800" b="0">
                <a:solidFill>
                  <a:srgbClr val="707EAA"/>
                </a:solidFill>
                <a:latin typeface="Segoe UI"/>
              </a:rPr>
              <a:t>Rasm: Alexander Klink · Wikimedia Commons · CC BY 3.0</a:t>
            </a:r>
          </a:p>
        </p:txBody>
      </p:sp>
      <p:sp>
        <p:nvSpPr>
          <p:cNvPr id="27" name="Rounded Rectangle 26"/>
          <p:cNvSpPr/>
          <p:nvPr/>
        </p:nvSpPr>
        <p:spPr>
          <a:xfrm>
            <a:off x="7750000" y="1560000"/>
            <a:ext cx="1700000" cy="300000"/>
          </a:xfrm>
          <a:prstGeom prst="roundRect">
            <a:avLst/>
          </a:prstGeom>
          <a:solidFill>
            <a:srgbClr val="070B1A"/>
          </a:solidFill>
          <a:ln w="12700">
            <a:solidFill>
              <a:srgbClr val="22D3EE"/>
            </a:solidFill>
          </a:ln>
          <a:effectLst/>
        </p:spPr>
        <p:style>
          <a:lnRef idx="1">
            <a:schemeClr val="accent1"/>
          </a:lnRef>
          <a:fillRef idx="3">
            <a:schemeClr val="accent1"/>
          </a:fillRef>
          <a:effectRef idx="2">
            <a:schemeClr val="accent1"/>
          </a:effectRef>
          <a:fontRef idx="minor">
            <a:schemeClr val="lt1"/>
          </a:fontRef>
        </p:style>
        <p:txBody>
          <a:bodyPr rtlCol="0" anchor="ctr" tIns="0" bIns="0"/>
          <a:lstStyle/>
          <a:p>
            <a:pPr algn="ctr"/>
            <a:r>
              <a:rPr sz="900" b="1">
                <a:solidFill>
                  <a:srgbClr val="22D3EE"/>
                </a:solidFill>
                <a:latin typeface="Segoe UI"/>
              </a:rPr>
              <a:t>⚙ AMALIYOTDA</a:t>
            </a:r>
          </a:p>
        </p:txBody>
      </p:sp>
      <p:sp>
        <p:nvSpPr>
          <p:cNvPr id="28" name="Rounded Rectangle 27"/>
          <p:cNvSpPr/>
          <p:nvPr/>
        </p:nvSpPr>
        <p:spPr>
          <a:xfrm>
            <a:off x="550000" y="2568868"/>
            <a:ext cx="6750000" cy="2442264"/>
          </a:xfrm>
          <a:prstGeom prst="roundRect">
            <a:avLst>
              <a:gd name="adj" fmla="val 12000"/>
            </a:avLst>
          </a:prstGeom>
          <a:solidFill>
            <a:srgbClr val="121936"/>
          </a:solidFill>
          <a:ln w="12700">
            <a:solidFill>
              <a:srgbClr val="2A356E"/>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Rectangle 28"/>
          <p:cNvSpPr/>
          <p:nvPr/>
        </p:nvSpPr>
        <p:spPr>
          <a:xfrm>
            <a:off x="550000" y="2648868"/>
            <a:ext cx="50000" cy="2282264"/>
          </a:xfrm>
          <a:prstGeom prst="rect">
            <a:avLst/>
          </a:prstGeom>
          <a:solidFill>
            <a:srgbClr val="60A5F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 name="Oval 29"/>
          <p:cNvSpPr/>
          <p:nvPr/>
        </p:nvSpPr>
        <p:spPr>
          <a:xfrm>
            <a:off x="760000" y="3590000"/>
            <a:ext cx="400000" cy="400000"/>
          </a:xfrm>
          <a:prstGeom prst="ellipse">
            <a:avLst/>
          </a:prstGeom>
          <a:noFill/>
          <a:ln w="25400">
            <a:solidFill>
              <a:srgbClr val="60A5FA"/>
            </a:solidFill>
          </a:ln>
          <a:effectLst/>
        </p:spPr>
        <p:style>
          <a:lnRef idx="1">
            <a:schemeClr val="accent1"/>
          </a:lnRef>
          <a:fillRef idx="3">
            <a:schemeClr val="accent1"/>
          </a:fillRef>
          <a:effectRef idx="2">
            <a:schemeClr val="accent1"/>
          </a:effectRef>
          <a:fontRef idx="minor">
            <a:schemeClr val="lt1"/>
          </a:fontRef>
        </p:style>
        <p:txBody>
          <a:bodyPr rtlCol="0" anchor="ctr" lIns="0" rIns="0"/>
          <a:lstStyle/>
          <a:p>
            <a:pPr algn="ctr"/>
            <a:r>
              <a:rPr sz="1200" b="1">
                <a:solidFill>
                  <a:srgbClr val="60A5FA"/>
                </a:solidFill>
                <a:latin typeface="Segoe UI"/>
              </a:rPr>
              <a:t>06</a:t>
            </a:r>
          </a:p>
        </p:txBody>
      </p:sp>
      <p:sp>
        <p:nvSpPr>
          <p:cNvPr id="31" name="TextBox 30"/>
          <p:cNvSpPr txBox="1"/>
          <p:nvPr/>
        </p:nvSpPr>
        <p:spPr>
          <a:xfrm>
            <a:off x="1300000" y="2608868"/>
            <a:ext cx="5900000" cy="2362264"/>
          </a:xfrm>
          <a:prstGeom prst="rect">
            <a:avLst/>
          </a:prstGeom>
          <a:noFill/>
        </p:spPr>
        <p:txBody>
          <a:bodyPr wrap="square" anchor="ctr">
            <a:spAutoFit/>
          </a:bodyPr>
          <a:lstStyle/>
          <a:p>
            <a:r>
              <a:rPr sz="1500" b="1">
                <a:solidFill>
                  <a:srgbClr val="E8EEFA"/>
                </a:solidFill>
                <a:latin typeface="Segoe UI"/>
              </a:rPr>
              <a:t>Maxfiylikka qarshi hujumlar modelning o'zini axborot manbai sifatida ishlatadi.</a:t>
            </a:r>
          </a:p>
          <a:p>
            <a:pPr>
              <a:spcBef>
                <a:spcPts val="400"/>
              </a:spcBef>
            </a:pPr>
            <a:r>
              <a:rPr sz="1400">
                <a:solidFill>
                  <a:srgbClr val="AEBBD9"/>
                </a:solidFill>
                <a:latin typeface="Segoe UI"/>
              </a:rPr>
              <a:t>A'zolik inferensiyasi (membership inference) hujumida raqib berilgan namuna o'qitish to'plamida bo'lgan-bo'lmaganini aniqlaydi — bu, masalan, bemorning klinik tadqiqotda qatnashganini oshkor qiladi. Model inversiyasi (model inversion) sinf prototipini yoki hatto aniq namunani qayta tiklaydi; katta til modellarida o'qitish matnini so'zma-so'z qaytarish (memorization) hodisasi hujjatlashtirilgan.</a:t>
            </a:r>
          </a:p>
        </p:txBody>
      </p:sp>
    </p:spTree>
  </p:cSld>
  <p:clrMapOvr>
    <a:masterClrMapping/>
  </p:clrMapOvr>
  <p:transition spd="med">
    <p:fade/>
  </p:transition>
  <p:timing>
    <p:tnLst>
      <p:par>
        <p:cTn id="1" dur="indefinite" restart="never" nodeType="tmRoot">
          <p:childTnLst>
            <p:seq concurrent="1" nextAc="seek">
              <p:cTn id="2" dur="indefinite" nodeType="mainSeq">
                <p:childTnLst>
                  <p:par>
                    <p:cTn id="56" fill="hold">
                      <p:stCondLst>
                        <p:cond delay="indefinite"/>
                        <p:cond evt="onBegin" delay="0">
                          <p:tn val="2"/>
                        </p:cond>
                      </p:stCondLst>
                      <p:childTnLst>
                        <p:par>
                          <p:cTn id="3" fill="hold">
                            <p:stCondLst>
                              <p:cond delay="0"/>
                            </p:stCondLst>
                            <p:childTnLst>
                              <p:par>
                                <p:cTn id="4" presetID="10" presetClass="entr" presetSubtype="0" fill="hold" grpId="0" nodeType="withEffect">
                                  <p:stCondLst>
                                    <p:cond delay="0"/>
                                  </p:stCondLst>
                                  <p:childTnLst>
                                    <p:set>
                                      <p:cBhvr>
                                        <p:cTn id="5" dur="1" fill="hold">
                                          <p:stCondLst>
                                            <p:cond delay="0"/>
                                          </p:stCondLst>
                                        </p:cTn>
                                        <p:tgtEl>
                                          <p:spTgt spid="20"/>
                                        </p:tgtEl>
                                        <p:attrNameLst>
                                          <p:attrName>style.visibility</p:attrName>
                                        </p:attrNameLst>
                                      </p:cBhvr>
                                      <p:to>
                                        <p:strVal val="visible"/>
                                      </p:to>
                                    </p:set>
                                    <p:animEffect transition="in" filter="fade">
                                      <p:cBhvr>
                                        <p:cTn id="6" dur="550"/>
                                        <p:tgtEl>
                                          <p:spTgt spid="20"/>
                                        </p:tgtEl>
                                      </p:cBhvr>
                                    </p:animEffect>
                                  </p:childTnLst>
                                </p:cTn>
                              </p:par>
                            </p:childTnLst>
                          </p:cTn>
                        </p:par>
                        <p:par>
                          <p:cTn id="7" fill="hold">
                            <p:stCondLst>
                              <p:cond delay="0"/>
                            </p:stCondLst>
                            <p:childTnLst>
                              <p:par>
                                <p:cTn id="8" presetID="22" presetClass="entr" presetSubtype="8" fill="hold" grpId="0" nodeType="afterEffect">
                                  <p:stCondLst>
                                    <p:cond delay="0"/>
                                  </p:stCondLst>
                                  <p:childTnLst>
                                    <p:set>
                                      <p:cBhvr>
                                        <p:cTn id="9" dur="1" fill="hold">
                                          <p:stCondLst>
                                            <p:cond delay="0"/>
                                          </p:stCondLst>
                                        </p:cTn>
                                        <p:tgtEl>
                                          <p:spTgt spid="21"/>
                                        </p:tgtEl>
                                        <p:attrNameLst>
                                          <p:attrName>style.visibility</p:attrName>
                                        </p:attrNameLst>
                                      </p:cBhvr>
                                      <p:to>
                                        <p:strVal val="visible"/>
                                      </p:to>
                                    </p:set>
                                    <p:animEffect transition="in" filter="wipe(left)">
                                      <p:cBhvr>
                                        <p:cTn id="11" dur="800"/>
                                        <p:tgtEl>
                                          <p:spTgt spid="21"/>
                                        </p:tgtEl>
                                      </p:cBhvr>
                                    </p:animEffect>
                                  </p:childTnLst>
                                </p:cTn>
                              </p:par>
                            </p:childTnLst>
                          </p:cTn>
                        </p:par>
                        <p:par>
                          <p:cTn id="12" fill="hold">
                            <p:stCondLst>
                              <p:cond delay="150"/>
                            </p:stCondLst>
                            <p:childTnLst>
                              <p:par>
                                <p:cTn id="13" presetID="53" presetClass="entr" presetSubtype="16" fill="hold" grpId="0" nodeType="afterEffect">
                                  <p:stCondLst>
                                    <p:cond delay="0"/>
                                  </p:stCondLst>
                                  <p:childTnLst>
                                    <p:set>
                                      <p:cBhvr>
                                        <p:cTn id="14" dur="1" fill="hold">
                                          <p:stCondLst>
                                            <p:cond delay="0"/>
                                          </p:stCondLst>
                                        </p:cTn>
                                        <p:tgtEl>
                                          <p:spTgt spid="24"/>
                                        </p:tgtEl>
                                        <p:attrNameLst>
                                          <p:attrName>style.visibility</p:attrName>
                                        </p:attrNameLst>
                                      </p:cBhvr>
                                      <p:to>
                                        <p:strVal val="visible"/>
                                      </p:to>
                                    </p:set>
                                    <p:animEffect transition="in" filter="fade">
                                      <p:cBhvr>
                                        <p:cTn id="15" dur="550"/>
                                        <p:tgtEl>
                                          <p:spTgt spid="24"/>
                                        </p:tgtEl>
                                      </p:cBhvr>
                                    </p:animEffect>
                                    <p:anim calcmode="lin" valueType="num">
                                      <p:cBhvr additive="base">
                                        <p:cTn id="16" dur="550" fill="hold"/>
                                        <p:tgtEl>
                                          <p:spTgt spid="24"/>
                                        </p:tgtEl>
                                        <p:attrNameLst>
                                          <p:attrName>ppt_w</p:attrName>
                                        </p:attrNameLst>
                                      </p:cBhvr>
                                      <p:tavLst>
                                        <p:tav tm="0">
                                          <p:val>
                                            <p:strVal val="0"/>
                                          </p:val>
                                        </p:tav>
                                        <p:tav tm="100000">
                                          <p:val>
                                            <p:strVal val="#ppt_w"/>
                                          </p:val>
                                        </p:tav>
                                      </p:tavLst>
                                    </p:anim>
                                    <p:anim calcmode="lin" valueType="num">
                                      <p:cBhvr additive="base">
                                        <p:cTn id="17" dur="550" fill="hold"/>
                                        <p:tgtEl>
                                          <p:spTgt spid="24"/>
                                        </p:tgtEl>
                                        <p:attrNameLst>
                                          <p:attrName>ppt_h</p:attrName>
                                        </p:attrNameLst>
                                      </p:cBhvr>
                                      <p:tavLst>
                                        <p:tav tm="0">
                                          <p:val>
                                            <p:strVal val="0"/>
                                          </p:val>
                                        </p:tav>
                                        <p:tav tm="100000">
                                          <p:val>
                                            <p:strVal val="#ppt_h"/>
                                          </p:val>
                                        </p:tav>
                                      </p:tavLst>
                                    </p:anim>
                                  </p:childTnLst>
                                </p:cTn>
                              </p:par>
                            </p:childTnLst>
                          </p:cTn>
                        </p:par>
                        <p:par>
                          <p:cTn id="18" fill="hold">
                            <p:stCondLst>
                              <p:cond delay="150"/>
                            </p:stCondLst>
                            <p:childTnLst>
                              <p:par>
                                <p:cTn id="19" presetID="53" presetClass="entr" presetSubtype="16" fill="hold" grpId="0" nodeType="afterEffect">
                                  <p:stCondLst>
                                    <p:cond delay="0"/>
                                  </p:stCondLst>
                                  <p:childTnLst>
                                    <p:set>
                                      <p:cBhvr>
                                        <p:cTn id="20" dur="1" fill="hold">
                                          <p:stCondLst>
                                            <p:cond delay="0"/>
                                          </p:stCondLst>
                                        </p:cTn>
                                        <p:tgtEl>
                                          <p:spTgt spid="25"/>
                                        </p:tgtEl>
                                        <p:attrNameLst>
                                          <p:attrName>style.visibility</p:attrName>
                                        </p:attrNameLst>
                                      </p:cBhvr>
                                      <p:to>
                                        <p:strVal val="visible"/>
                                      </p:to>
                                    </p:set>
                                    <p:animEffect transition="in" filter="fade">
                                      <p:cBhvr>
                                        <p:cTn id="21" dur="550"/>
                                        <p:tgtEl>
                                          <p:spTgt spid="25"/>
                                        </p:tgtEl>
                                      </p:cBhvr>
                                    </p:animEffect>
                                    <p:anim calcmode="lin" valueType="num">
                                      <p:cBhvr additive="base">
                                        <p:cTn id="22" dur="550" fill="hold"/>
                                        <p:tgtEl>
                                          <p:spTgt spid="25"/>
                                        </p:tgtEl>
                                        <p:attrNameLst>
                                          <p:attrName>ppt_w</p:attrName>
                                        </p:attrNameLst>
                                      </p:cBhvr>
                                      <p:tavLst>
                                        <p:tav tm="0">
                                          <p:val>
                                            <p:strVal val="0"/>
                                          </p:val>
                                        </p:tav>
                                        <p:tav tm="100000">
                                          <p:val>
                                            <p:strVal val="#ppt_w"/>
                                          </p:val>
                                        </p:tav>
                                      </p:tavLst>
                                    </p:anim>
                                    <p:anim calcmode="lin" valueType="num">
                                      <p:cBhvr additive="base">
                                        <p:cTn id="23" dur="550" fill="hold"/>
                                        <p:tgtEl>
                                          <p:spTgt spid="25"/>
                                        </p:tgtEl>
                                        <p:attrNameLst>
                                          <p:attrName>ppt_h</p:attrName>
                                        </p:attrNameLst>
                                      </p:cBhvr>
                                      <p:tavLst>
                                        <p:tav tm="0">
                                          <p:val>
                                            <p:strVal val="0"/>
                                          </p:val>
                                        </p:tav>
                                        <p:tav tm="100000">
                                          <p:val>
                                            <p:strVal val="#ppt_h"/>
                                          </p:val>
                                        </p:tav>
                                      </p:tavLst>
                                    </p:anim>
                                  </p:childTnLst>
                                </p:cTn>
                              </p:par>
                            </p:childTnLst>
                          </p:cTn>
                        </p:par>
                        <p:par>
                          <p:cTn id="24" fill="hold">
                            <p:stCondLst>
                              <p:cond delay="150"/>
                            </p:stCondLst>
                            <p:childTnLst>
                              <p:par>
                                <p:cTn id="25" presetID="10" presetClass="entr" presetSubtype="0" fill="hold" grpId="0" nodeType="afterEffect">
                                  <p:stCondLst>
                                    <p:cond delay="0"/>
                                  </p:stCondLst>
                                  <p:childTnLst>
                                    <p:set>
                                      <p:cBhvr>
                                        <p:cTn id="26" dur="1" fill="hold">
                                          <p:stCondLst>
                                            <p:cond delay="0"/>
                                          </p:stCondLst>
                                        </p:cTn>
                                        <p:tgtEl>
                                          <p:spTgt spid="27"/>
                                        </p:tgtEl>
                                        <p:attrNameLst>
                                          <p:attrName>style.visibility</p:attrName>
                                        </p:attrNameLst>
                                      </p:cBhvr>
                                      <p:to>
                                        <p:strVal val="visible"/>
                                      </p:to>
                                    </p:set>
                                    <p:animEffect transition="in" filter="fade">
                                      <p:cBhvr>
                                        <p:cTn id="27" dur="550"/>
                                        <p:tgtEl>
                                          <p:spTgt spid="27"/>
                                        </p:tgtEl>
                                      </p:cBhvr>
                                    </p:animEffect>
                                  </p:childTnLst>
                                </p:cTn>
                              </p:par>
                            </p:childTnLst>
                          </p:cTn>
                        </p:par>
                        <p:par>
                          <p:cTn id="28" fill="hold">
                            <p:stCondLst>
                              <p:cond delay="150"/>
                            </p:stCondLst>
                            <p:childTnLst>
                              <p:par>
                                <p:cTn id="29" presetID="10" presetClass="entr" presetSubtype="0" fill="hold" grpId="0" nodeType="afterEffect">
                                  <p:stCondLst>
                                    <p:cond delay="0"/>
                                  </p:stCondLst>
                                  <p:childTnLst>
                                    <p:set>
                                      <p:cBhvr>
                                        <p:cTn id="30" dur="1" fill="hold">
                                          <p:stCondLst>
                                            <p:cond delay="0"/>
                                          </p:stCondLst>
                                        </p:cTn>
                                        <p:tgtEl>
                                          <p:spTgt spid="26"/>
                                        </p:tgtEl>
                                        <p:attrNameLst>
                                          <p:attrName>style.visibility</p:attrName>
                                        </p:attrNameLst>
                                      </p:cBhvr>
                                      <p:to>
                                        <p:strVal val="visible"/>
                                      </p:to>
                                    </p:set>
                                    <p:animEffect transition="in" filter="fade">
                                      <p:cBhvr>
                                        <p:cTn id="31" dur="550"/>
                                        <p:tgtEl>
                                          <p:spTgt spid="26"/>
                                        </p:tgtEl>
                                      </p:cBhvr>
                                    </p:animEffect>
                                  </p:childTnLst>
                                </p:cTn>
                              </p:par>
                            </p:childTnLst>
                          </p:cTn>
                        </p:par>
                        <p:par>
                          <p:cTn id="32" fill="hold">
                            <p:stCondLst>
                              <p:cond delay="350"/>
                            </p:stCondLst>
                            <p:childTnLst>
                              <p:par>
                                <p:cTn id="33" presetID="42" presetClass="entr" presetSubtype="0" fill="hold" grpId="0" nodeType="afterEffect">
                                  <p:stCondLst>
                                    <p:cond delay="0"/>
                                  </p:stCondLst>
                                  <p:childTnLst>
                                    <p:set>
                                      <p:cBhvr>
                                        <p:cTn id="34" dur="1" fill="hold">
                                          <p:stCondLst>
                                            <p:cond delay="0"/>
                                          </p:stCondLst>
                                        </p:cTn>
                                        <p:tgtEl>
                                          <p:spTgt spid="28"/>
                                        </p:tgtEl>
                                        <p:attrNameLst>
                                          <p:attrName>style.visibility</p:attrName>
                                        </p:attrNameLst>
                                      </p:cBhvr>
                                      <p:to>
                                        <p:strVal val="visible"/>
                                      </p:to>
                                    </p:set>
                                    <p:animEffect transition="in" filter="fade">
                                      <p:cBhvr>
                                        <p:cTn id="35" dur="550"/>
                                        <p:tgtEl>
                                          <p:spTgt spid="28"/>
                                        </p:tgtEl>
                                      </p:cBhvr>
                                    </p:animEffect>
                                    <p:anim calcmode="lin" valueType="num">
                                      <p:cBhvr additive="base">
                                        <p:cTn id="36" dur="550" fill="hold"/>
                                        <p:tgtEl>
                                          <p:spTgt spid="28"/>
                                        </p:tgtEl>
                                        <p:attrNameLst>
                                          <p:attrName>ppt_x</p:attrName>
                                        </p:attrNameLst>
                                      </p:cBhvr>
                                      <p:tavLst>
                                        <p:tav tm="0">
                                          <p:val>
                                            <p:strVal val="#ppt_x"/>
                                          </p:val>
                                        </p:tav>
                                        <p:tav tm="100000">
                                          <p:val>
                                            <p:strVal val="#ppt_x"/>
                                          </p:val>
                                        </p:tav>
                                      </p:tavLst>
                                    </p:anim>
                                    <p:anim calcmode="lin" valueType="num">
                                      <p:cBhvr additive="base">
                                        <p:cTn id="37" dur="550" fill="hold"/>
                                        <p:tgtEl>
                                          <p:spTgt spid="28"/>
                                        </p:tgtEl>
                                        <p:attrNameLst>
                                          <p:attrName>ppt_y</p:attrName>
                                        </p:attrNameLst>
                                      </p:cBhvr>
                                      <p:tavLst>
                                        <p:tav tm="0">
                                          <p:val>
                                            <p:strVal val="#ppt_y+.08"/>
                                          </p:val>
                                        </p:tav>
                                        <p:tav tm="100000">
                                          <p:val>
                                            <p:strVal val="#ppt_y"/>
                                          </p:val>
                                        </p:tav>
                                      </p:tavLst>
                                    </p:anim>
                                  </p:childTnLst>
                                </p:cTn>
                              </p:par>
                            </p:childTnLst>
                          </p:cTn>
                        </p:par>
                        <p:par>
                          <p:cTn id="38" fill="hold">
                            <p:stCondLst>
                              <p:cond delay="350"/>
                            </p:stCondLst>
                            <p:childTnLst>
                              <p:par>
                                <p:cTn id="39" presetID="42" presetClass="entr" presetSubtype="0" fill="hold" grpId="0" nodeType="afterEffect">
                                  <p:stCondLst>
                                    <p:cond delay="0"/>
                                  </p:stCondLst>
                                  <p:childTnLst>
                                    <p:set>
                                      <p:cBhvr>
                                        <p:cTn id="40" dur="1" fill="hold">
                                          <p:stCondLst>
                                            <p:cond delay="0"/>
                                          </p:stCondLst>
                                        </p:cTn>
                                        <p:tgtEl>
                                          <p:spTgt spid="29"/>
                                        </p:tgtEl>
                                        <p:attrNameLst>
                                          <p:attrName>style.visibility</p:attrName>
                                        </p:attrNameLst>
                                      </p:cBhvr>
                                      <p:to>
                                        <p:strVal val="visible"/>
                                      </p:to>
                                    </p:set>
                                    <p:animEffect transition="in" filter="fade">
                                      <p:cBhvr>
                                        <p:cTn id="41" dur="550"/>
                                        <p:tgtEl>
                                          <p:spTgt spid="29"/>
                                        </p:tgtEl>
                                      </p:cBhvr>
                                    </p:animEffect>
                                    <p:anim calcmode="lin" valueType="num">
                                      <p:cBhvr additive="base">
                                        <p:cTn id="42" dur="550" fill="hold"/>
                                        <p:tgtEl>
                                          <p:spTgt spid="29"/>
                                        </p:tgtEl>
                                        <p:attrNameLst>
                                          <p:attrName>ppt_x</p:attrName>
                                        </p:attrNameLst>
                                      </p:cBhvr>
                                      <p:tavLst>
                                        <p:tav tm="0">
                                          <p:val>
                                            <p:strVal val="#ppt_x"/>
                                          </p:val>
                                        </p:tav>
                                        <p:tav tm="100000">
                                          <p:val>
                                            <p:strVal val="#ppt_x"/>
                                          </p:val>
                                        </p:tav>
                                      </p:tavLst>
                                    </p:anim>
                                    <p:anim calcmode="lin" valueType="num">
                                      <p:cBhvr additive="base">
                                        <p:cTn id="43" dur="550" fill="hold"/>
                                        <p:tgtEl>
                                          <p:spTgt spid="29"/>
                                        </p:tgtEl>
                                        <p:attrNameLst>
                                          <p:attrName>ppt_y</p:attrName>
                                        </p:attrNameLst>
                                      </p:cBhvr>
                                      <p:tavLst>
                                        <p:tav tm="0">
                                          <p:val>
                                            <p:strVal val="#ppt_y+.08"/>
                                          </p:val>
                                        </p:tav>
                                        <p:tav tm="100000">
                                          <p:val>
                                            <p:strVal val="#ppt_y"/>
                                          </p:val>
                                        </p:tav>
                                      </p:tavLst>
                                    </p:anim>
                                  </p:childTnLst>
                                </p:cTn>
                              </p:par>
                            </p:childTnLst>
                          </p:cTn>
                        </p:par>
                        <p:par>
                          <p:cTn id="44" fill="hold">
                            <p:stCondLst>
                              <p:cond delay="350"/>
                            </p:stCondLst>
                            <p:childTnLst>
                              <p:par>
                                <p:cTn id="45" presetID="53" presetClass="entr" presetSubtype="16" fill="hold" grpId="0" nodeType="afterEffect">
                                  <p:stCondLst>
                                    <p:cond delay="0"/>
                                  </p:stCondLst>
                                  <p:childTnLst>
                                    <p:set>
                                      <p:cBhvr>
                                        <p:cTn id="46" dur="1" fill="hold">
                                          <p:stCondLst>
                                            <p:cond delay="0"/>
                                          </p:stCondLst>
                                        </p:cTn>
                                        <p:tgtEl>
                                          <p:spTgt spid="30"/>
                                        </p:tgtEl>
                                        <p:attrNameLst>
                                          <p:attrName>style.visibility</p:attrName>
                                        </p:attrNameLst>
                                      </p:cBhvr>
                                      <p:to>
                                        <p:strVal val="visible"/>
                                      </p:to>
                                    </p:set>
                                    <p:animEffect transition="in" filter="fade">
                                      <p:cBhvr>
                                        <p:cTn id="47" dur="550"/>
                                        <p:tgtEl>
                                          <p:spTgt spid="30"/>
                                        </p:tgtEl>
                                      </p:cBhvr>
                                    </p:animEffect>
                                    <p:anim calcmode="lin" valueType="num">
                                      <p:cBhvr additive="base">
                                        <p:cTn id="48" dur="550" fill="hold"/>
                                        <p:tgtEl>
                                          <p:spTgt spid="30"/>
                                        </p:tgtEl>
                                        <p:attrNameLst>
                                          <p:attrName>ppt_w</p:attrName>
                                        </p:attrNameLst>
                                      </p:cBhvr>
                                      <p:tavLst>
                                        <p:tav tm="0">
                                          <p:val>
                                            <p:strVal val="0"/>
                                          </p:val>
                                        </p:tav>
                                        <p:tav tm="100000">
                                          <p:val>
                                            <p:strVal val="#ppt_w"/>
                                          </p:val>
                                        </p:tav>
                                      </p:tavLst>
                                    </p:anim>
                                    <p:anim calcmode="lin" valueType="num">
                                      <p:cBhvr additive="base">
                                        <p:cTn id="49" dur="550" fill="hold"/>
                                        <p:tgtEl>
                                          <p:spTgt spid="30"/>
                                        </p:tgtEl>
                                        <p:attrNameLst>
                                          <p:attrName>ppt_h</p:attrName>
                                        </p:attrNameLst>
                                      </p:cBhvr>
                                      <p:tavLst>
                                        <p:tav tm="0">
                                          <p:val>
                                            <p:strVal val="0"/>
                                          </p:val>
                                        </p:tav>
                                        <p:tav tm="100000">
                                          <p:val>
                                            <p:strVal val="#ppt_h"/>
                                          </p:val>
                                        </p:tav>
                                      </p:tavLst>
                                    </p:anim>
                                  </p:childTnLst>
                                </p:cTn>
                              </p:par>
                            </p:childTnLst>
                          </p:cTn>
                        </p:par>
                        <p:par>
                          <p:cTn id="50" fill="hold">
                            <p:stCondLst>
                              <p:cond delay="350"/>
                            </p:stCondLst>
                            <p:childTnLst>
                              <p:par>
                                <p:cTn id="51" presetID="42" presetClass="entr" presetSubtype="0" fill="hold" grpId="0" nodeType="afterEffect">
                                  <p:stCondLst>
                                    <p:cond delay="0"/>
                                  </p:stCondLst>
                                  <p:childTnLst>
                                    <p:set>
                                      <p:cBhvr>
                                        <p:cTn id="52" dur="1" fill="hold">
                                          <p:stCondLst>
                                            <p:cond delay="0"/>
                                          </p:stCondLst>
                                        </p:cTn>
                                        <p:tgtEl>
                                          <p:spTgt spid="31"/>
                                        </p:tgtEl>
                                        <p:attrNameLst>
                                          <p:attrName>style.visibility</p:attrName>
                                        </p:attrNameLst>
                                      </p:cBhvr>
                                      <p:to>
                                        <p:strVal val="visible"/>
                                      </p:to>
                                    </p:set>
                                    <p:animEffect transition="in" filter="fade">
                                      <p:cBhvr>
                                        <p:cTn id="53" dur="550"/>
                                        <p:tgtEl>
                                          <p:spTgt spid="31"/>
                                        </p:tgtEl>
                                      </p:cBhvr>
                                    </p:animEffect>
                                    <p:anim calcmode="lin" valueType="num">
                                      <p:cBhvr additive="base">
                                        <p:cTn id="54" dur="550" fill="hold"/>
                                        <p:tgtEl>
                                          <p:spTgt spid="31"/>
                                        </p:tgtEl>
                                        <p:attrNameLst>
                                          <p:attrName>ppt_x</p:attrName>
                                        </p:attrNameLst>
                                      </p:cBhvr>
                                      <p:tavLst>
                                        <p:tav tm="0">
                                          <p:val>
                                            <p:strVal val="#ppt_x"/>
                                          </p:val>
                                        </p:tav>
                                        <p:tav tm="100000">
                                          <p:val>
                                            <p:strVal val="#ppt_x"/>
                                          </p:val>
                                        </p:tav>
                                      </p:tavLst>
                                    </p:anim>
                                    <p:anim calcmode="lin" valueType="num">
                                      <p:cBhvr additive="base">
                                        <p:cTn id="55" dur="550" fill="hold"/>
                                        <p:tgtEl>
                                          <p:spTgt spid="31"/>
                                        </p:tgtEl>
                                        <p:attrNameLst>
                                          <p:attrName>ppt_y</p:attrName>
                                        </p:attrNameLst>
                                      </p:cBhvr>
                                      <p:tavLst>
                                        <p:tav tm="0">
                                          <p:val>
                                            <p:strVal val="#ppt_y+.08"/>
                                          </p:val>
                                        </p:tav>
                                        <p:tav tm="100000">
                                          <p:val>
                                            <p:strVal val="#ppt_y"/>
                                          </p:val>
                                        </p:tav>
                                      </p:tavLst>
                                    </p:anim>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20" grpId="0" animBg="1"/>
      <p:bldP spid="21" grpId="0" animBg="1"/>
      <p:bldP spid="24" grpId="0" animBg="1"/>
      <p:bldP spid="27" grpId="0" animBg="1"/>
      <p:bldP spid="26" grpId="0" animBg="1"/>
      <p:bldP spid="28" grpId="0" animBg="1"/>
      <p:bldP spid="29" grpId="0" animBg="1"/>
      <p:bldP spid="30" grpId="0" animBg="1"/>
      <p:bldP spid="31" grpId="0" animBg="1"/>
    </p:bldLst>
  </p:timing>
</p:sld>
</file>

<file path=ppt/slides/slide1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2000" cy="6858000"/>
          </a:xfrm>
          <a:prstGeom prst="rect">
            <a:avLst/>
          </a:prstGeom>
          <a:gradFill rotWithShape="1">
            <a:gsLst>
              <a:gs pos="0">
                <a:srgbClr val="070B1A"/>
              </a:gs>
              <a:gs pos="100000">
                <a:srgbClr val="141C44"/>
              </a:gs>
            </a:gsLst>
            <a:lin scaled="0" ang="13500000"/>
          </a:gra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cxnSp>
        <p:nvCxnSpPr>
          <p:cNvPr id="3" name="Connector 2"/>
          <p:cNvCxnSpPr/>
          <p:nvPr/>
        </p:nvCxnSpPr>
        <p:spPr>
          <a:xfrm flipV="1">
            <a:off x="10350000" y="305000"/>
            <a:ext cx="750000" cy="75000"/>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cxnSp>
        <p:nvCxnSpPr>
          <p:cNvPr id="4" name="Connector 3"/>
          <p:cNvCxnSpPr/>
          <p:nvPr/>
        </p:nvCxnSpPr>
        <p:spPr>
          <a:xfrm flipV="1">
            <a:off x="10350000" y="305000"/>
            <a:ext cx="750000" cy="375000"/>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cxnSp>
        <p:nvCxnSpPr>
          <p:cNvPr id="5" name="Connector 4"/>
          <p:cNvCxnSpPr/>
          <p:nvPr/>
        </p:nvCxnSpPr>
        <p:spPr>
          <a:xfrm flipV="1">
            <a:off x="10350000" y="530000"/>
            <a:ext cx="750000" cy="150000"/>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cxnSp>
        <p:nvCxnSpPr>
          <p:cNvPr id="6" name="Connector 5"/>
          <p:cNvCxnSpPr/>
          <p:nvPr/>
        </p:nvCxnSpPr>
        <p:spPr>
          <a:xfrm>
            <a:off x="10350000" y="680000"/>
            <a:ext cx="750000" cy="75000"/>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cxnSp>
        <p:nvCxnSpPr>
          <p:cNvPr id="7" name="Connector 6"/>
          <p:cNvCxnSpPr/>
          <p:nvPr/>
        </p:nvCxnSpPr>
        <p:spPr>
          <a:xfrm>
            <a:off x="11100000" y="305000"/>
            <a:ext cx="750000" cy="75000"/>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cxnSp>
        <p:nvCxnSpPr>
          <p:cNvPr id="8" name="Connector 7"/>
          <p:cNvCxnSpPr/>
          <p:nvPr/>
        </p:nvCxnSpPr>
        <p:spPr>
          <a:xfrm>
            <a:off x="11100000" y="305000"/>
            <a:ext cx="750000" cy="375000"/>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cxnSp>
        <p:nvCxnSpPr>
          <p:cNvPr id="9" name="Connector 8"/>
          <p:cNvCxnSpPr/>
          <p:nvPr/>
        </p:nvCxnSpPr>
        <p:spPr>
          <a:xfrm>
            <a:off x="11100000" y="530000"/>
            <a:ext cx="750000" cy="150000"/>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cxnSp>
        <p:nvCxnSpPr>
          <p:cNvPr id="10" name="Connector 9"/>
          <p:cNvCxnSpPr/>
          <p:nvPr/>
        </p:nvCxnSpPr>
        <p:spPr>
          <a:xfrm flipV="1">
            <a:off x="11100000" y="380000"/>
            <a:ext cx="750000" cy="375000"/>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cxnSp>
        <p:nvCxnSpPr>
          <p:cNvPr id="11" name="Connector 10"/>
          <p:cNvCxnSpPr/>
          <p:nvPr/>
        </p:nvCxnSpPr>
        <p:spPr>
          <a:xfrm flipV="1">
            <a:off x="11100000" y="680000"/>
            <a:ext cx="750000" cy="75000"/>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sp>
        <p:nvSpPr>
          <p:cNvPr id="12" name="Oval 11"/>
          <p:cNvSpPr/>
          <p:nvPr/>
        </p:nvSpPr>
        <p:spPr>
          <a:xfrm>
            <a:off x="10280000" y="310000"/>
            <a:ext cx="140000" cy="140000"/>
          </a:xfrm>
          <a:prstGeom prst="ellipse">
            <a:avLst/>
          </a:prstGeom>
          <a:solidFill>
            <a:srgbClr val="3B4C8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Oval 12"/>
          <p:cNvSpPr/>
          <p:nvPr/>
        </p:nvSpPr>
        <p:spPr>
          <a:xfrm>
            <a:off x="10280000" y="610000"/>
            <a:ext cx="140000" cy="140000"/>
          </a:xfrm>
          <a:prstGeom prst="ellipse">
            <a:avLst/>
          </a:prstGeom>
          <a:solidFill>
            <a:srgbClr val="3B4C8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Oval 13"/>
          <p:cNvSpPr/>
          <p:nvPr/>
        </p:nvSpPr>
        <p:spPr>
          <a:xfrm>
            <a:off x="11030000" y="235000"/>
            <a:ext cx="140000" cy="140000"/>
          </a:xfrm>
          <a:prstGeom prst="ellipse">
            <a:avLst/>
          </a:prstGeom>
          <a:solidFill>
            <a:srgbClr val="3B4C8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Oval 14"/>
          <p:cNvSpPr/>
          <p:nvPr/>
        </p:nvSpPr>
        <p:spPr>
          <a:xfrm>
            <a:off x="11030000" y="460000"/>
            <a:ext cx="140000" cy="140000"/>
          </a:xfrm>
          <a:prstGeom prst="ellipse">
            <a:avLst/>
          </a:prstGeom>
          <a:solidFill>
            <a:srgbClr val="3B4C8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Oval 15"/>
          <p:cNvSpPr/>
          <p:nvPr/>
        </p:nvSpPr>
        <p:spPr>
          <a:xfrm>
            <a:off x="11030000" y="685000"/>
            <a:ext cx="140000" cy="140000"/>
          </a:xfrm>
          <a:prstGeom prst="ellipse">
            <a:avLst/>
          </a:prstGeom>
          <a:solidFill>
            <a:srgbClr val="3B4C8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Oval 16"/>
          <p:cNvSpPr/>
          <p:nvPr/>
        </p:nvSpPr>
        <p:spPr>
          <a:xfrm>
            <a:off x="11780000" y="310000"/>
            <a:ext cx="140000" cy="140000"/>
          </a:xfrm>
          <a:prstGeom prst="ellipse">
            <a:avLst/>
          </a:prstGeom>
          <a:solidFill>
            <a:srgbClr val="3B4C8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Oval 17"/>
          <p:cNvSpPr/>
          <p:nvPr/>
        </p:nvSpPr>
        <p:spPr>
          <a:xfrm>
            <a:off x="11780000" y="610000"/>
            <a:ext cx="140000" cy="140000"/>
          </a:xfrm>
          <a:prstGeom prst="ellipse">
            <a:avLst/>
          </a:prstGeom>
          <a:solidFill>
            <a:srgbClr val="3B4C8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500000" y="160000"/>
            <a:ext cx="9600000" cy="300000"/>
          </a:xfrm>
          <a:prstGeom prst="rect">
            <a:avLst/>
          </a:prstGeom>
          <a:noFill/>
        </p:spPr>
        <p:txBody>
          <a:bodyPr wrap="square" anchor="t" lIns="50800" rIns="50800">
            <a:spAutoFit/>
          </a:bodyPr>
          <a:lstStyle/>
          <a:p>
            <a:pPr algn="l"/>
            <a:r>
              <a:rPr sz="1100" b="1">
                <a:solidFill>
                  <a:srgbClr val="22D3EE"/>
                </a:solidFill>
                <a:latin typeface="Segoe UI"/>
              </a:rPr>
              <a:t>◆ 2-REJA</a:t>
            </a:r>
          </a:p>
        </p:txBody>
      </p:sp>
      <p:sp>
        <p:nvSpPr>
          <p:cNvPr id="20" name="TextBox 19"/>
          <p:cNvSpPr txBox="1"/>
          <p:nvPr/>
        </p:nvSpPr>
        <p:spPr>
          <a:xfrm>
            <a:off x="500000" y="400000"/>
            <a:ext cx="9800000" cy="650000"/>
          </a:xfrm>
          <a:prstGeom prst="rect">
            <a:avLst/>
          </a:prstGeom>
          <a:noFill/>
        </p:spPr>
        <p:txBody>
          <a:bodyPr wrap="square" anchor="ctr" lIns="50800" rIns="50800">
            <a:spAutoFit/>
          </a:bodyPr>
          <a:lstStyle/>
          <a:p>
            <a:pPr algn="l"/>
            <a:r>
              <a:rPr sz="2600" b="1">
                <a:solidFill>
                  <a:srgbClr val="E8EEFA"/>
                </a:solidFill>
                <a:latin typeface="Segoe UI"/>
              </a:rPr>
              <a:t>Hujumlar taksonomiyasi</a:t>
            </a:r>
          </a:p>
        </p:txBody>
      </p:sp>
      <p:sp>
        <p:nvSpPr>
          <p:cNvPr id="21" name="Rectangle 20"/>
          <p:cNvSpPr/>
          <p:nvPr/>
        </p:nvSpPr>
        <p:spPr>
          <a:xfrm>
            <a:off x="560000" y="1080000"/>
            <a:ext cx="1700000" cy="45000"/>
          </a:xfrm>
          <a:prstGeom prst="rect">
            <a:avLst/>
          </a:prstGeom>
          <a:gradFill rotWithShape="1">
            <a:gsLst>
              <a:gs pos="0">
                <a:srgbClr val="22D3EE"/>
              </a:gs>
              <a:gs pos="100000">
                <a:srgbClr val="8B5CF6"/>
              </a:gs>
            </a:gsLst>
            <a:lin scaled="0" ang="0"/>
          </a:gra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TextBox 21"/>
          <p:cNvSpPr txBox="1"/>
          <p:nvPr/>
        </p:nvSpPr>
        <p:spPr>
          <a:xfrm>
            <a:off x="500000" y="6450000"/>
            <a:ext cx="9500000" cy="280000"/>
          </a:xfrm>
          <a:prstGeom prst="rect">
            <a:avLst/>
          </a:prstGeom>
          <a:noFill/>
        </p:spPr>
        <p:txBody>
          <a:bodyPr wrap="square" anchor="t" lIns="50800" rIns="50800">
            <a:spAutoFit/>
          </a:bodyPr>
          <a:lstStyle/>
          <a:p>
            <a:pPr algn="l"/>
            <a:r>
              <a:rPr sz="900" b="0">
                <a:solidFill>
                  <a:srgbClr val="707EAA"/>
                </a:solidFill>
                <a:latin typeface="Segoe UI"/>
              </a:rPr>
              <a:t>M9 · Tizimlarining ishonchliligi va axborot xavfsizligi</a:t>
            </a:r>
          </a:p>
        </p:txBody>
      </p:sp>
      <p:sp>
        <p:nvSpPr>
          <p:cNvPr id="23" name="Rounded Rectangle 22"/>
          <p:cNvSpPr/>
          <p:nvPr/>
        </p:nvSpPr>
        <p:spPr>
          <a:xfrm>
            <a:off x="11000000" y="6430000"/>
            <a:ext cx="700000" cy="270000"/>
          </a:xfrm>
          <a:prstGeom prst="roundRect">
            <a:avLst/>
          </a:prstGeom>
          <a:solidFill>
            <a:srgbClr val="121936"/>
          </a:solidFill>
          <a:ln w="12700">
            <a:solidFill>
              <a:srgbClr val="2A356E"/>
            </a:solidFill>
          </a:ln>
          <a:effectLst/>
        </p:spPr>
        <p:style>
          <a:lnRef idx="1">
            <a:schemeClr val="accent1"/>
          </a:lnRef>
          <a:fillRef idx="3">
            <a:schemeClr val="accent1"/>
          </a:fillRef>
          <a:effectRef idx="2">
            <a:schemeClr val="accent1"/>
          </a:effectRef>
          <a:fontRef idx="minor">
            <a:schemeClr val="lt1"/>
          </a:fontRef>
        </p:style>
        <p:txBody>
          <a:bodyPr rtlCol="0" anchor="ctr" tIns="0" bIns="0"/>
          <a:lstStyle/>
          <a:p>
            <a:pPr algn="ctr"/>
            <a:r>
              <a:rPr sz="1000" b="1">
                <a:solidFill>
                  <a:srgbClr val="22D3EE"/>
                </a:solidFill>
                <a:latin typeface="Segoe UI"/>
              </a:rPr>
              <a:t>13</a:t>
            </a:r>
          </a:p>
        </p:txBody>
      </p:sp>
      <p:sp>
        <p:nvSpPr>
          <p:cNvPr id="24" name="Rounded Rectangle 23"/>
          <p:cNvSpPr/>
          <p:nvPr/>
        </p:nvSpPr>
        <p:spPr>
          <a:xfrm>
            <a:off x="7520000" y="1330000"/>
            <a:ext cx="4250000" cy="4650000"/>
          </a:xfrm>
          <a:prstGeom prst="roundRect">
            <a:avLst>
              <a:gd name="adj" fmla="val 5000"/>
            </a:avLst>
          </a:prstGeom>
          <a:noFill/>
          <a:ln w="15875">
            <a:solidFill>
              <a:srgbClr val="8B5CF6"/>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25" name="Picture 24" descr="c3bf51a6fe71b1fc.jpg"/>
          <p:cNvPicPr>
            <a:picLocks noChangeAspect="1"/>
          </p:cNvPicPr>
          <p:nvPr/>
        </p:nvPicPr>
        <p:blipFill>
          <a:blip r:embed="rId2"/>
          <a:srcRect l="18285" r="18285"/>
          <a:stretch>
            <a:fillRect/>
          </a:stretch>
        </p:blipFill>
        <p:spPr>
          <a:xfrm>
            <a:off x="7620000" y="1430000"/>
            <a:ext cx="4050000" cy="4250000"/>
          </a:xfrm>
          <a:prstGeom prst="roundRect">
            <a:avLst/>
          </a:prstGeom>
          <a:ln w="19050">
            <a:solidFill>
              <a:srgbClr val="22D3EE"/>
            </a:solidFill>
          </a:ln>
        </p:spPr>
      </p:pic>
      <p:sp>
        <p:nvSpPr>
          <p:cNvPr id="26" name="TextBox 25"/>
          <p:cNvSpPr txBox="1"/>
          <p:nvPr/>
        </p:nvSpPr>
        <p:spPr>
          <a:xfrm>
            <a:off x="7620000" y="5710000"/>
            <a:ext cx="4050000" cy="260000"/>
          </a:xfrm>
          <a:prstGeom prst="rect">
            <a:avLst/>
          </a:prstGeom>
          <a:noFill/>
        </p:spPr>
        <p:txBody>
          <a:bodyPr wrap="square" anchor="t" lIns="50800" rIns="50800">
            <a:spAutoFit/>
          </a:bodyPr>
          <a:lstStyle/>
          <a:p>
            <a:pPr algn="l"/>
            <a:r>
              <a:rPr sz="800" b="0">
                <a:solidFill>
                  <a:srgbClr val="707EAA"/>
                </a:solidFill>
                <a:latin typeface="Segoe UI"/>
              </a:rPr>
              <a:t>Rasm: Aisart · Wikimedia Commons · CC BY-SA 3.0</a:t>
            </a:r>
          </a:p>
        </p:txBody>
      </p:sp>
      <p:sp>
        <p:nvSpPr>
          <p:cNvPr id="27" name="Rounded Rectangle 26"/>
          <p:cNvSpPr/>
          <p:nvPr/>
        </p:nvSpPr>
        <p:spPr>
          <a:xfrm>
            <a:off x="7750000" y="1560000"/>
            <a:ext cx="1700000" cy="300000"/>
          </a:xfrm>
          <a:prstGeom prst="roundRect">
            <a:avLst/>
          </a:prstGeom>
          <a:solidFill>
            <a:srgbClr val="070B1A"/>
          </a:solidFill>
          <a:ln w="12700">
            <a:solidFill>
              <a:srgbClr val="22D3EE"/>
            </a:solidFill>
          </a:ln>
          <a:effectLst/>
        </p:spPr>
        <p:style>
          <a:lnRef idx="1">
            <a:schemeClr val="accent1"/>
          </a:lnRef>
          <a:fillRef idx="3">
            <a:schemeClr val="accent1"/>
          </a:fillRef>
          <a:effectRef idx="2">
            <a:schemeClr val="accent1"/>
          </a:effectRef>
          <a:fontRef idx="minor">
            <a:schemeClr val="lt1"/>
          </a:fontRef>
        </p:style>
        <p:txBody>
          <a:bodyPr rtlCol="0" anchor="ctr" tIns="0" bIns="0"/>
          <a:lstStyle/>
          <a:p>
            <a:pPr algn="ctr"/>
            <a:r>
              <a:rPr sz="900" b="1">
                <a:solidFill>
                  <a:srgbClr val="22D3EE"/>
                </a:solidFill>
                <a:latin typeface="Segoe UI"/>
              </a:rPr>
              <a:t>⚙ AMALIYOTDA</a:t>
            </a:r>
          </a:p>
        </p:txBody>
      </p:sp>
      <p:sp>
        <p:nvSpPr>
          <p:cNvPr id="28" name="Rounded Rectangle 27"/>
          <p:cNvSpPr/>
          <p:nvPr/>
        </p:nvSpPr>
        <p:spPr>
          <a:xfrm>
            <a:off x="550000" y="2417992"/>
            <a:ext cx="6750000" cy="2744016"/>
          </a:xfrm>
          <a:prstGeom prst="roundRect">
            <a:avLst>
              <a:gd name="adj" fmla="val 12000"/>
            </a:avLst>
          </a:prstGeom>
          <a:solidFill>
            <a:srgbClr val="121936"/>
          </a:solidFill>
          <a:ln w="12700">
            <a:solidFill>
              <a:srgbClr val="2A356E"/>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Rectangle 28"/>
          <p:cNvSpPr/>
          <p:nvPr/>
        </p:nvSpPr>
        <p:spPr>
          <a:xfrm>
            <a:off x="550000" y="2497992"/>
            <a:ext cx="50000" cy="2584016"/>
          </a:xfrm>
          <a:prstGeom prst="rect">
            <a:avLst/>
          </a:prstGeom>
          <a:solidFill>
            <a:srgbClr val="22D3E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 name="Oval 29"/>
          <p:cNvSpPr/>
          <p:nvPr/>
        </p:nvSpPr>
        <p:spPr>
          <a:xfrm>
            <a:off x="760000" y="3590000"/>
            <a:ext cx="400000" cy="400000"/>
          </a:xfrm>
          <a:prstGeom prst="ellipse">
            <a:avLst/>
          </a:prstGeom>
          <a:noFill/>
          <a:ln w="25400">
            <a:solidFill>
              <a:srgbClr val="22D3EE"/>
            </a:solidFill>
          </a:ln>
          <a:effectLst/>
        </p:spPr>
        <p:style>
          <a:lnRef idx="1">
            <a:schemeClr val="accent1"/>
          </a:lnRef>
          <a:fillRef idx="3">
            <a:schemeClr val="accent1"/>
          </a:fillRef>
          <a:effectRef idx="2">
            <a:schemeClr val="accent1"/>
          </a:effectRef>
          <a:fontRef idx="minor">
            <a:schemeClr val="lt1"/>
          </a:fontRef>
        </p:style>
        <p:txBody>
          <a:bodyPr rtlCol="0" anchor="ctr" lIns="0" rIns="0"/>
          <a:lstStyle/>
          <a:p>
            <a:pPr algn="ctr"/>
            <a:r>
              <a:rPr sz="1200" b="1">
                <a:solidFill>
                  <a:srgbClr val="22D3EE"/>
                </a:solidFill>
                <a:latin typeface="Segoe UI"/>
              </a:rPr>
              <a:t>07</a:t>
            </a:r>
          </a:p>
        </p:txBody>
      </p:sp>
      <p:sp>
        <p:nvSpPr>
          <p:cNvPr id="31" name="TextBox 30"/>
          <p:cNvSpPr txBox="1"/>
          <p:nvPr/>
        </p:nvSpPr>
        <p:spPr>
          <a:xfrm>
            <a:off x="1300000" y="2457992"/>
            <a:ext cx="5900000" cy="2664016"/>
          </a:xfrm>
          <a:prstGeom prst="rect">
            <a:avLst/>
          </a:prstGeom>
          <a:noFill/>
        </p:spPr>
        <p:txBody>
          <a:bodyPr wrap="square" anchor="ctr">
            <a:spAutoFit/>
          </a:bodyPr>
          <a:lstStyle/>
          <a:p>
            <a:r>
              <a:rPr sz="1700" b="1">
                <a:solidFill>
                  <a:srgbClr val="E8EEFA"/>
                </a:solidFill>
                <a:latin typeface="Segoe UI"/>
              </a:rPr>
              <a:t>Katta til modellari bilan yangi sinf — prompt injection — paydo bo'ldi.</a:t>
            </a:r>
          </a:p>
          <a:p>
            <a:pPr>
              <a:spcBef>
                <a:spcPts val="400"/>
              </a:spcBef>
            </a:pPr>
            <a:r>
              <a:rPr sz="1600">
                <a:solidFill>
                  <a:srgbClr val="AEBBD9"/>
                </a:solidFill>
                <a:latin typeface="Segoe UI"/>
              </a:rPr>
              <a:t>To'g'ridan-to'g'ri injection'da foydalanuvchi tizim ko'rsatmalarini bekor qilishga urinadi; bilvosita (indirect) injection'da esa zararli ko'rsatma model o'qiydigan hujjat, veb-sahifa yoki elektron pochtaga yashiriladi va RAG yoki agent tizimi orqali bajariladi. OWASP tashkilotining «Top 10 for LLM Applications» ro'yxatida prompt injection birinchi o'rinda turadi.</a:t>
            </a:r>
          </a:p>
        </p:txBody>
      </p:sp>
    </p:spTree>
  </p:cSld>
  <p:clrMapOvr>
    <a:masterClrMapping/>
  </p:clrMapOvr>
  <p:transition spd="med">
    <p:fade/>
  </p:transition>
  <p:timing>
    <p:tnLst>
      <p:par>
        <p:cTn id="1" dur="indefinite" restart="never" nodeType="tmRoot">
          <p:childTnLst>
            <p:seq concurrent="1" nextAc="seek">
              <p:cTn id="2" dur="indefinite" nodeType="mainSeq">
                <p:childTnLst>
                  <p:par>
                    <p:cTn id="56" fill="hold">
                      <p:stCondLst>
                        <p:cond delay="indefinite"/>
                        <p:cond evt="onBegin" delay="0">
                          <p:tn val="2"/>
                        </p:cond>
                      </p:stCondLst>
                      <p:childTnLst>
                        <p:par>
                          <p:cTn id="3" fill="hold">
                            <p:stCondLst>
                              <p:cond delay="0"/>
                            </p:stCondLst>
                            <p:childTnLst>
                              <p:par>
                                <p:cTn id="4" presetID="10" presetClass="entr" presetSubtype="0" fill="hold" grpId="0" nodeType="withEffect">
                                  <p:stCondLst>
                                    <p:cond delay="0"/>
                                  </p:stCondLst>
                                  <p:childTnLst>
                                    <p:set>
                                      <p:cBhvr>
                                        <p:cTn id="5" dur="1" fill="hold">
                                          <p:stCondLst>
                                            <p:cond delay="0"/>
                                          </p:stCondLst>
                                        </p:cTn>
                                        <p:tgtEl>
                                          <p:spTgt spid="20"/>
                                        </p:tgtEl>
                                        <p:attrNameLst>
                                          <p:attrName>style.visibility</p:attrName>
                                        </p:attrNameLst>
                                      </p:cBhvr>
                                      <p:to>
                                        <p:strVal val="visible"/>
                                      </p:to>
                                    </p:set>
                                    <p:animEffect transition="in" filter="fade">
                                      <p:cBhvr>
                                        <p:cTn id="6" dur="550"/>
                                        <p:tgtEl>
                                          <p:spTgt spid="20"/>
                                        </p:tgtEl>
                                      </p:cBhvr>
                                    </p:animEffect>
                                  </p:childTnLst>
                                </p:cTn>
                              </p:par>
                            </p:childTnLst>
                          </p:cTn>
                        </p:par>
                        <p:par>
                          <p:cTn id="7" fill="hold">
                            <p:stCondLst>
                              <p:cond delay="0"/>
                            </p:stCondLst>
                            <p:childTnLst>
                              <p:par>
                                <p:cTn id="8" presetID="22" presetClass="entr" presetSubtype="8" fill="hold" grpId="0" nodeType="afterEffect">
                                  <p:stCondLst>
                                    <p:cond delay="0"/>
                                  </p:stCondLst>
                                  <p:childTnLst>
                                    <p:set>
                                      <p:cBhvr>
                                        <p:cTn id="9" dur="1" fill="hold">
                                          <p:stCondLst>
                                            <p:cond delay="0"/>
                                          </p:stCondLst>
                                        </p:cTn>
                                        <p:tgtEl>
                                          <p:spTgt spid="21"/>
                                        </p:tgtEl>
                                        <p:attrNameLst>
                                          <p:attrName>style.visibility</p:attrName>
                                        </p:attrNameLst>
                                      </p:cBhvr>
                                      <p:to>
                                        <p:strVal val="visible"/>
                                      </p:to>
                                    </p:set>
                                    <p:animEffect transition="in" filter="wipe(left)">
                                      <p:cBhvr>
                                        <p:cTn id="11" dur="800"/>
                                        <p:tgtEl>
                                          <p:spTgt spid="21"/>
                                        </p:tgtEl>
                                      </p:cBhvr>
                                    </p:animEffect>
                                  </p:childTnLst>
                                </p:cTn>
                              </p:par>
                            </p:childTnLst>
                          </p:cTn>
                        </p:par>
                        <p:par>
                          <p:cTn id="12" fill="hold">
                            <p:stCondLst>
                              <p:cond delay="150"/>
                            </p:stCondLst>
                            <p:childTnLst>
                              <p:par>
                                <p:cTn id="13" presetID="53" presetClass="entr" presetSubtype="16" fill="hold" grpId="0" nodeType="afterEffect">
                                  <p:stCondLst>
                                    <p:cond delay="0"/>
                                  </p:stCondLst>
                                  <p:childTnLst>
                                    <p:set>
                                      <p:cBhvr>
                                        <p:cTn id="14" dur="1" fill="hold">
                                          <p:stCondLst>
                                            <p:cond delay="0"/>
                                          </p:stCondLst>
                                        </p:cTn>
                                        <p:tgtEl>
                                          <p:spTgt spid="24"/>
                                        </p:tgtEl>
                                        <p:attrNameLst>
                                          <p:attrName>style.visibility</p:attrName>
                                        </p:attrNameLst>
                                      </p:cBhvr>
                                      <p:to>
                                        <p:strVal val="visible"/>
                                      </p:to>
                                    </p:set>
                                    <p:animEffect transition="in" filter="fade">
                                      <p:cBhvr>
                                        <p:cTn id="15" dur="550"/>
                                        <p:tgtEl>
                                          <p:spTgt spid="24"/>
                                        </p:tgtEl>
                                      </p:cBhvr>
                                    </p:animEffect>
                                    <p:anim calcmode="lin" valueType="num">
                                      <p:cBhvr additive="base">
                                        <p:cTn id="16" dur="550" fill="hold"/>
                                        <p:tgtEl>
                                          <p:spTgt spid="24"/>
                                        </p:tgtEl>
                                        <p:attrNameLst>
                                          <p:attrName>ppt_w</p:attrName>
                                        </p:attrNameLst>
                                      </p:cBhvr>
                                      <p:tavLst>
                                        <p:tav tm="0">
                                          <p:val>
                                            <p:strVal val="0"/>
                                          </p:val>
                                        </p:tav>
                                        <p:tav tm="100000">
                                          <p:val>
                                            <p:strVal val="#ppt_w"/>
                                          </p:val>
                                        </p:tav>
                                      </p:tavLst>
                                    </p:anim>
                                    <p:anim calcmode="lin" valueType="num">
                                      <p:cBhvr additive="base">
                                        <p:cTn id="17" dur="550" fill="hold"/>
                                        <p:tgtEl>
                                          <p:spTgt spid="24"/>
                                        </p:tgtEl>
                                        <p:attrNameLst>
                                          <p:attrName>ppt_h</p:attrName>
                                        </p:attrNameLst>
                                      </p:cBhvr>
                                      <p:tavLst>
                                        <p:tav tm="0">
                                          <p:val>
                                            <p:strVal val="0"/>
                                          </p:val>
                                        </p:tav>
                                        <p:tav tm="100000">
                                          <p:val>
                                            <p:strVal val="#ppt_h"/>
                                          </p:val>
                                        </p:tav>
                                      </p:tavLst>
                                    </p:anim>
                                  </p:childTnLst>
                                </p:cTn>
                              </p:par>
                            </p:childTnLst>
                          </p:cTn>
                        </p:par>
                        <p:par>
                          <p:cTn id="18" fill="hold">
                            <p:stCondLst>
                              <p:cond delay="150"/>
                            </p:stCondLst>
                            <p:childTnLst>
                              <p:par>
                                <p:cTn id="19" presetID="53" presetClass="entr" presetSubtype="16" fill="hold" grpId="0" nodeType="afterEffect">
                                  <p:stCondLst>
                                    <p:cond delay="0"/>
                                  </p:stCondLst>
                                  <p:childTnLst>
                                    <p:set>
                                      <p:cBhvr>
                                        <p:cTn id="20" dur="1" fill="hold">
                                          <p:stCondLst>
                                            <p:cond delay="0"/>
                                          </p:stCondLst>
                                        </p:cTn>
                                        <p:tgtEl>
                                          <p:spTgt spid="25"/>
                                        </p:tgtEl>
                                        <p:attrNameLst>
                                          <p:attrName>style.visibility</p:attrName>
                                        </p:attrNameLst>
                                      </p:cBhvr>
                                      <p:to>
                                        <p:strVal val="visible"/>
                                      </p:to>
                                    </p:set>
                                    <p:animEffect transition="in" filter="fade">
                                      <p:cBhvr>
                                        <p:cTn id="21" dur="550"/>
                                        <p:tgtEl>
                                          <p:spTgt spid="25"/>
                                        </p:tgtEl>
                                      </p:cBhvr>
                                    </p:animEffect>
                                    <p:anim calcmode="lin" valueType="num">
                                      <p:cBhvr additive="base">
                                        <p:cTn id="22" dur="550" fill="hold"/>
                                        <p:tgtEl>
                                          <p:spTgt spid="25"/>
                                        </p:tgtEl>
                                        <p:attrNameLst>
                                          <p:attrName>ppt_w</p:attrName>
                                        </p:attrNameLst>
                                      </p:cBhvr>
                                      <p:tavLst>
                                        <p:tav tm="0">
                                          <p:val>
                                            <p:strVal val="0"/>
                                          </p:val>
                                        </p:tav>
                                        <p:tav tm="100000">
                                          <p:val>
                                            <p:strVal val="#ppt_w"/>
                                          </p:val>
                                        </p:tav>
                                      </p:tavLst>
                                    </p:anim>
                                    <p:anim calcmode="lin" valueType="num">
                                      <p:cBhvr additive="base">
                                        <p:cTn id="23" dur="550" fill="hold"/>
                                        <p:tgtEl>
                                          <p:spTgt spid="25"/>
                                        </p:tgtEl>
                                        <p:attrNameLst>
                                          <p:attrName>ppt_h</p:attrName>
                                        </p:attrNameLst>
                                      </p:cBhvr>
                                      <p:tavLst>
                                        <p:tav tm="0">
                                          <p:val>
                                            <p:strVal val="0"/>
                                          </p:val>
                                        </p:tav>
                                        <p:tav tm="100000">
                                          <p:val>
                                            <p:strVal val="#ppt_h"/>
                                          </p:val>
                                        </p:tav>
                                      </p:tavLst>
                                    </p:anim>
                                  </p:childTnLst>
                                </p:cTn>
                              </p:par>
                            </p:childTnLst>
                          </p:cTn>
                        </p:par>
                        <p:par>
                          <p:cTn id="24" fill="hold">
                            <p:stCondLst>
                              <p:cond delay="150"/>
                            </p:stCondLst>
                            <p:childTnLst>
                              <p:par>
                                <p:cTn id="25" presetID="10" presetClass="entr" presetSubtype="0" fill="hold" grpId="0" nodeType="afterEffect">
                                  <p:stCondLst>
                                    <p:cond delay="0"/>
                                  </p:stCondLst>
                                  <p:childTnLst>
                                    <p:set>
                                      <p:cBhvr>
                                        <p:cTn id="26" dur="1" fill="hold">
                                          <p:stCondLst>
                                            <p:cond delay="0"/>
                                          </p:stCondLst>
                                        </p:cTn>
                                        <p:tgtEl>
                                          <p:spTgt spid="27"/>
                                        </p:tgtEl>
                                        <p:attrNameLst>
                                          <p:attrName>style.visibility</p:attrName>
                                        </p:attrNameLst>
                                      </p:cBhvr>
                                      <p:to>
                                        <p:strVal val="visible"/>
                                      </p:to>
                                    </p:set>
                                    <p:animEffect transition="in" filter="fade">
                                      <p:cBhvr>
                                        <p:cTn id="27" dur="550"/>
                                        <p:tgtEl>
                                          <p:spTgt spid="27"/>
                                        </p:tgtEl>
                                      </p:cBhvr>
                                    </p:animEffect>
                                  </p:childTnLst>
                                </p:cTn>
                              </p:par>
                            </p:childTnLst>
                          </p:cTn>
                        </p:par>
                        <p:par>
                          <p:cTn id="28" fill="hold">
                            <p:stCondLst>
                              <p:cond delay="150"/>
                            </p:stCondLst>
                            <p:childTnLst>
                              <p:par>
                                <p:cTn id="29" presetID="10" presetClass="entr" presetSubtype="0" fill="hold" grpId="0" nodeType="afterEffect">
                                  <p:stCondLst>
                                    <p:cond delay="0"/>
                                  </p:stCondLst>
                                  <p:childTnLst>
                                    <p:set>
                                      <p:cBhvr>
                                        <p:cTn id="30" dur="1" fill="hold">
                                          <p:stCondLst>
                                            <p:cond delay="0"/>
                                          </p:stCondLst>
                                        </p:cTn>
                                        <p:tgtEl>
                                          <p:spTgt spid="26"/>
                                        </p:tgtEl>
                                        <p:attrNameLst>
                                          <p:attrName>style.visibility</p:attrName>
                                        </p:attrNameLst>
                                      </p:cBhvr>
                                      <p:to>
                                        <p:strVal val="visible"/>
                                      </p:to>
                                    </p:set>
                                    <p:animEffect transition="in" filter="fade">
                                      <p:cBhvr>
                                        <p:cTn id="31" dur="550"/>
                                        <p:tgtEl>
                                          <p:spTgt spid="26"/>
                                        </p:tgtEl>
                                      </p:cBhvr>
                                    </p:animEffect>
                                  </p:childTnLst>
                                </p:cTn>
                              </p:par>
                            </p:childTnLst>
                          </p:cTn>
                        </p:par>
                        <p:par>
                          <p:cTn id="32" fill="hold">
                            <p:stCondLst>
                              <p:cond delay="350"/>
                            </p:stCondLst>
                            <p:childTnLst>
                              <p:par>
                                <p:cTn id="33" presetID="42" presetClass="entr" presetSubtype="0" fill="hold" grpId="0" nodeType="afterEffect">
                                  <p:stCondLst>
                                    <p:cond delay="0"/>
                                  </p:stCondLst>
                                  <p:childTnLst>
                                    <p:set>
                                      <p:cBhvr>
                                        <p:cTn id="34" dur="1" fill="hold">
                                          <p:stCondLst>
                                            <p:cond delay="0"/>
                                          </p:stCondLst>
                                        </p:cTn>
                                        <p:tgtEl>
                                          <p:spTgt spid="28"/>
                                        </p:tgtEl>
                                        <p:attrNameLst>
                                          <p:attrName>style.visibility</p:attrName>
                                        </p:attrNameLst>
                                      </p:cBhvr>
                                      <p:to>
                                        <p:strVal val="visible"/>
                                      </p:to>
                                    </p:set>
                                    <p:animEffect transition="in" filter="fade">
                                      <p:cBhvr>
                                        <p:cTn id="35" dur="550"/>
                                        <p:tgtEl>
                                          <p:spTgt spid="28"/>
                                        </p:tgtEl>
                                      </p:cBhvr>
                                    </p:animEffect>
                                    <p:anim calcmode="lin" valueType="num">
                                      <p:cBhvr additive="base">
                                        <p:cTn id="36" dur="550" fill="hold"/>
                                        <p:tgtEl>
                                          <p:spTgt spid="28"/>
                                        </p:tgtEl>
                                        <p:attrNameLst>
                                          <p:attrName>ppt_x</p:attrName>
                                        </p:attrNameLst>
                                      </p:cBhvr>
                                      <p:tavLst>
                                        <p:tav tm="0">
                                          <p:val>
                                            <p:strVal val="#ppt_x"/>
                                          </p:val>
                                        </p:tav>
                                        <p:tav tm="100000">
                                          <p:val>
                                            <p:strVal val="#ppt_x"/>
                                          </p:val>
                                        </p:tav>
                                      </p:tavLst>
                                    </p:anim>
                                    <p:anim calcmode="lin" valueType="num">
                                      <p:cBhvr additive="base">
                                        <p:cTn id="37" dur="550" fill="hold"/>
                                        <p:tgtEl>
                                          <p:spTgt spid="28"/>
                                        </p:tgtEl>
                                        <p:attrNameLst>
                                          <p:attrName>ppt_y</p:attrName>
                                        </p:attrNameLst>
                                      </p:cBhvr>
                                      <p:tavLst>
                                        <p:tav tm="0">
                                          <p:val>
                                            <p:strVal val="#ppt_y+.08"/>
                                          </p:val>
                                        </p:tav>
                                        <p:tav tm="100000">
                                          <p:val>
                                            <p:strVal val="#ppt_y"/>
                                          </p:val>
                                        </p:tav>
                                      </p:tavLst>
                                    </p:anim>
                                  </p:childTnLst>
                                </p:cTn>
                              </p:par>
                            </p:childTnLst>
                          </p:cTn>
                        </p:par>
                        <p:par>
                          <p:cTn id="38" fill="hold">
                            <p:stCondLst>
                              <p:cond delay="350"/>
                            </p:stCondLst>
                            <p:childTnLst>
                              <p:par>
                                <p:cTn id="39" presetID="42" presetClass="entr" presetSubtype="0" fill="hold" grpId="0" nodeType="afterEffect">
                                  <p:stCondLst>
                                    <p:cond delay="0"/>
                                  </p:stCondLst>
                                  <p:childTnLst>
                                    <p:set>
                                      <p:cBhvr>
                                        <p:cTn id="40" dur="1" fill="hold">
                                          <p:stCondLst>
                                            <p:cond delay="0"/>
                                          </p:stCondLst>
                                        </p:cTn>
                                        <p:tgtEl>
                                          <p:spTgt spid="29"/>
                                        </p:tgtEl>
                                        <p:attrNameLst>
                                          <p:attrName>style.visibility</p:attrName>
                                        </p:attrNameLst>
                                      </p:cBhvr>
                                      <p:to>
                                        <p:strVal val="visible"/>
                                      </p:to>
                                    </p:set>
                                    <p:animEffect transition="in" filter="fade">
                                      <p:cBhvr>
                                        <p:cTn id="41" dur="550"/>
                                        <p:tgtEl>
                                          <p:spTgt spid="29"/>
                                        </p:tgtEl>
                                      </p:cBhvr>
                                    </p:animEffect>
                                    <p:anim calcmode="lin" valueType="num">
                                      <p:cBhvr additive="base">
                                        <p:cTn id="42" dur="550" fill="hold"/>
                                        <p:tgtEl>
                                          <p:spTgt spid="29"/>
                                        </p:tgtEl>
                                        <p:attrNameLst>
                                          <p:attrName>ppt_x</p:attrName>
                                        </p:attrNameLst>
                                      </p:cBhvr>
                                      <p:tavLst>
                                        <p:tav tm="0">
                                          <p:val>
                                            <p:strVal val="#ppt_x"/>
                                          </p:val>
                                        </p:tav>
                                        <p:tav tm="100000">
                                          <p:val>
                                            <p:strVal val="#ppt_x"/>
                                          </p:val>
                                        </p:tav>
                                      </p:tavLst>
                                    </p:anim>
                                    <p:anim calcmode="lin" valueType="num">
                                      <p:cBhvr additive="base">
                                        <p:cTn id="43" dur="550" fill="hold"/>
                                        <p:tgtEl>
                                          <p:spTgt spid="29"/>
                                        </p:tgtEl>
                                        <p:attrNameLst>
                                          <p:attrName>ppt_y</p:attrName>
                                        </p:attrNameLst>
                                      </p:cBhvr>
                                      <p:tavLst>
                                        <p:tav tm="0">
                                          <p:val>
                                            <p:strVal val="#ppt_y+.08"/>
                                          </p:val>
                                        </p:tav>
                                        <p:tav tm="100000">
                                          <p:val>
                                            <p:strVal val="#ppt_y"/>
                                          </p:val>
                                        </p:tav>
                                      </p:tavLst>
                                    </p:anim>
                                  </p:childTnLst>
                                </p:cTn>
                              </p:par>
                            </p:childTnLst>
                          </p:cTn>
                        </p:par>
                        <p:par>
                          <p:cTn id="44" fill="hold">
                            <p:stCondLst>
                              <p:cond delay="350"/>
                            </p:stCondLst>
                            <p:childTnLst>
                              <p:par>
                                <p:cTn id="45" presetID="53" presetClass="entr" presetSubtype="16" fill="hold" grpId="0" nodeType="afterEffect">
                                  <p:stCondLst>
                                    <p:cond delay="0"/>
                                  </p:stCondLst>
                                  <p:childTnLst>
                                    <p:set>
                                      <p:cBhvr>
                                        <p:cTn id="46" dur="1" fill="hold">
                                          <p:stCondLst>
                                            <p:cond delay="0"/>
                                          </p:stCondLst>
                                        </p:cTn>
                                        <p:tgtEl>
                                          <p:spTgt spid="30"/>
                                        </p:tgtEl>
                                        <p:attrNameLst>
                                          <p:attrName>style.visibility</p:attrName>
                                        </p:attrNameLst>
                                      </p:cBhvr>
                                      <p:to>
                                        <p:strVal val="visible"/>
                                      </p:to>
                                    </p:set>
                                    <p:animEffect transition="in" filter="fade">
                                      <p:cBhvr>
                                        <p:cTn id="47" dur="550"/>
                                        <p:tgtEl>
                                          <p:spTgt spid="30"/>
                                        </p:tgtEl>
                                      </p:cBhvr>
                                    </p:animEffect>
                                    <p:anim calcmode="lin" valueType="num">
                                      <p:cBhvr additive="base">
                                        <p:cTn id="48" dur="550" fill="hold"/>
                                        <p:tgtEl>
                                          <p:spTgt spid="30"/>
                                        </p:tgtEl>
                                        <p:attrNameLst>
                                          <p:attrName>ppt_w</p:attrName>
                                        </p:attrNameLst>
                                      </p:cBhvr>
                                      <p:tavLst>
                                        <p:tav tm="0">
                                          <p:val>
                                            <p:strVal val="0"/>
                                          </p:val>
                                        </p:tav>
                                        <p:tav tm="100000">
                                          <p:val>
                                            <p:strVal val="#ppt_w"/>
                                          </p:val>
                                        </p:tav>
                                      </p:tavLst>
                                    </p:anim>
                                    <p:anim calcmode="lin" valueType="num">
                                      <p:cBhvr additive="base">
                                        <p:cTn id="49" dur="550" fill="hold"/>
                                        <p:tgtEl>
                                          <p:spTgt spid="30"/>
                                        </p:tgtEl>
                                        <p:attrNameLst>
                                          <p:attrName>ppt_h</p:attrName>
                                        </p:attrNameLst>
                                      </p:cBhvr>
                                      <p:tavLst>
                                        <p:tav tm="0">
                                          <p:val>
                                            <p:strVal val="0"/>
                                          </p:val>
                                        </p:tav>
                                        <p:tav tm="100000">
                                          <p:val>
                                            <p:strVal val="#ppt_h"/>
                                          </p:val>
                                        </p:tav>
                                      </p:tavLst>
                                    </p:anim>
                                  </p:childTnLst>
                                </p:cTn>
                              </p:par>
                            </p:childTnLst>
                          </p:cTn>
                        </p:par>
                        <p:par>
                          <p:cTn id="50" fill="hold">
                            <p:stCondLst>
                              <p:cond delay="350"/>
                            </p:stCondLst>
                            <p:childTnLst>
                              <p:par>
                                <p:cTn id="51" presetID="42" presetClass="entr" presetSubtype="0" fill="hold" grpId="0" nodeType="afterEffect">
                                  <p:stCondLst>
                                    <p:cond delay="0"/>
                                  </p:stCondLst>
                                  <p:childTnLst>
                                    <p:set>
                                      <p:cBhvr>
                                        <p:cTn id="52" dur="1" fill="hold">
                                          <p:stCondLst>
                                            <p:cond delay="0"/>
                                          </p:stCondLst>
                                        </p:cTn>
                                        <p:tgtEl>
                                          <p:spTgt spid="31"/>
                                        </p:tgtEl>
                                        <p:attrNameLst>
                                          <p:attrName>style.visibility</p:attrName>
                                        </p:attrNameLst>
                                      </p:cBhvr>
                                      <p:to>
                                        <p:strVal val="visible"/>
                                      </p:to>
                                    </p:set>
                                    <p:animEffect transition="in" filter="fade">
                                      <p:cBhvr>
                                        <p:cTn id="53" dur="550"/>
                                        <p:tgtEl>
                                          <p:spTgt spid="31"/>
                                        </p:tgtEl>
                                      </p:cBhvr>
                                    </p:animEffect>
                                    <p:anim calcmode="lin" valueType="num">
                                      <p:cBhvr additive="base">
                                        <p:cTn id="54" dur="550" fill="hold"/>
                                        <p:tgtEl>
                                          <p:spTgt spid="31"/>
                                        </p:tgtEl>
                                        <p:attrNameLst>
                                          <p:attrName>ppt_x</p:attrName>
                                        </p:attrNameLst>
                                      </p:cBhvr>
                                      <p:tavLst>
                                        <p:tav tm="0">
                                          <p:val>
                                            <p:strVal val="#ppt_x"/>
                                          </p:val>
                                        </p:tav>
                                        <p:tav tm="100000">
                                          <p:val>
                                            <p:strVal val="#ppt_x"/>
                                          </p:val>
                                        </p:tav>
                                      </p:tavLst>
                                    </p:anim>
                                    <p:anim calcmode="lin" valueType="num">
                                      <p:cBhvr additive="base">
                                        <p:cTn id="55" dur="550" fill="hold"/>
                                        <p:tgtEl>
                                          <p:spTgt spid="31"/>
                                        </p:tgtEl>
                                        <p:attrNameLst>
                                          <p:attrName>ppt_y</p:attrName>
                                        </p:attrNameLst>
                                      </p:cBhvr>
                                      <p:tavLst>
                                        <p:tav tm="0">
                                          <p:val>
                                            <p:strVal val="#ppt_y+.08"/>
                                          </p:val>
                                        </p:tav>
                                        <p:tav tm="100000">
                                          <p:val>
                                            <p:strVal val="#ppt_y"/>
                                          </p:val>
                                        </p:tav>
                                      </p:tavLst>
                                    </p:anim>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20" grpId="0" animBg="1"/>
      <p:bldP spid="21" grpId="0" animBg="1"/>
      <p:bldP spid="24" grpId="0" animBg="1"/>
      <p:bldP spid="27" grpId="0" animBg="1"/>
      <p:bldP spid="26" grpId="0" animBg="1"/>
      <p:bldP spid="28" grpId="0" animBg="1"/>
      <p:bldP spid="29" grpId="0" animBg="1"/>
      <p:bldP spid="30" grpId="0" animBg="1"/>
      <p:bldP spid="31" grpId="0" animBg="1"/>
    </p:bldLst>
  </p:timing>
</p:sld>
</file>

<file path=ppt/slides/slide1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2000" cy="6858000"/>
          </a:xfrm>
          <a:prstGeom prst="rect">
            <a:avLst/>
          </a:prstGeom>
          <a:gradFill rotWithShape="1">
            <a:gsLst>
              <a:gs pos="0">
                <a:srgbClr val="070B1A"/>
              </a:gs>
              <a:gs pos="100000">
                <a:srgbClr val="141C44"/>
              </a:gs>
            </a:gsLst>
            <a:lin scaled="0" ang="18900000"/>
          </a:gra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cxnSp>
        <p:nvCxnSpPr>
          <p:cNvPr id="3" name="Connector 2"/>
          <p:cNvCxnSpPr/>
          <p:nvPr/>
        </p:nvCxnSpPr>
        <p:spPr>
          <a:xfrm flipV="1">
            <a:off x="400000" y="5040000"/>
            <a:ext cx="1666666" cy="226666"/>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cxnSp>
        <p:nvCxnSpPr>
          <p:cNvPr id="4" name="Connector 3"/>
          <p:cNvCxnSpPr/>
          <p:nvPr/>
        </p:nvCxnSpPr>
        <p:spPr>
          <a:xfrm>
            <a:off x="400000" y="5266666"/>
            <a:ext cx="1666666" cy="113334"/>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cxnSp>
        <p:nvCxnSpPr>
          <p:cNvPr id="5" name="Connector 4"/>
          <p:cNvCxnSpPr/>
          <p:nvPr/>
        </p:nvCxnSpPr>
        <p:spPr>
          <a:xfrm>
            <a:off x="400000" y="5266666"/>
            <a:ext cx="1666666" cy="453334"/>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cxnSp>
        <p:nvCxnSpPr>
          <p:cNvPr id="6" name="Connector 5"/>
          <p:cNvCxnSpPr/>
          <p:nvPr/>
        </p:nvCxnSpPr>
        <p:spPr>
          <a:xfrm flipV="1">
            <a:off x="400000" y="5040000"/>
            <a:ext cx="1666666" cy="793333"/>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cxnSp>
        <p:nvCxnSpPr>
          <p:cNvPr id="7" name="Connector 6"/>
          <p:cNvCxnSpPr/>
          <p:nvPr/>
        </p:nvCxnSpPr>
        <p:spPr>
          <a:xfrm flipV="1">
            <a:off x="400000" y="5380000"/>
            <a:ext cx="1666666" cy="453333"/>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cxnSp>
        <p:nvCxnSpPr>
          <p:cNvPr id="8" name="Connector 7"/>
          <p:cNvCxnSpPr/>
          <p:nvPr/>
        </p:nvCxnSpPr>
        <p:spPr>
          <a:xfrm flipV="1">
            <a:off x="400000" y="5720000"/>
            <a:ext cx="1666666" cy="113333"/>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cxnSp>
        <p:nvCxnSpPr>
          <p:cNvPr id="9" name="Connector 8"/>
          <p:cNvCxnSpPr/>
          <p:nvPr/>
        </p:nvCxnSpPr>
        <p:spPr>
          <a:xfrm>
            <a:off x="400000" y="5833333"/>
            <a:ext cx="1666666" cy="226667"/>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cxnSp>
        <p:nvCxnSpPr>
          <p:cNvPr id="10" name="Connector 9"/>
          <p:cNvCxnSpPr/>
          <p:nvPr/>
        </p:nvCxnSpPr>
        <p:spPr>
          <a:xfrm>
            <a:off x="2066666" y="5040000"/>
            <a:ext cx="1666667" cy="0"/>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cxnSp>
        <p:nvCxnSpPr>
          <p:cNvPr id="11" name="Connector 10"/>
          <p:cNvCxnSpPr/>
          <p:nvPr/>
        </p:nvCxnSpPr>
        <p:spPr>
          <a:xfrm>
            <a:off x="2066666" y="5040000"/>
            <a:ext cx="1666667" cy="340000"/>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cxnSp>
        <p:nvCxnSpPr>
          <p:cNvPr id="12" name="Connector 11"/>
          <p:cNvCxnSpPr/>
          <p:nvPr/>
        </p:nvCxnSpPr>
        <p:spPr>
          <a:xfrm>
            <a:off x="2066666" y="5040000"/>
            <a:ext cx="1666667" cy="680000"/>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cxnSp>
        <p:nvCxnSpPr>
          <p:cNvPr id="13" name="Connector 12"/>
          <p:cNvCxnSpPr/>
          <p:nvPr/>
        </p:nvCxnSpPr>
        <p:spPr>
          <a:xfrm>
            <a:off x="2066666" y="5040000"/>
            <a:ext cx="1666667" cy="1020000"/>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cxnSp>
        <p:nvCxnSpPr>
          <p:cNvPr id="14" name="Connector 13"/>
          <p:cNvCxnSpPr/>
          <p:nvPr/>
        </p:nvCxnSpPr>
        <p:spPr>
          <a:xfrm flipV="1">
            <a:off x="2066666" y="5040000"/>
            <a:ext cx="1666667" cy="340000"/>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cxnSp>
        <p:nvCxnSpPr>
          <p:cNvPr id="15" name="Connector 14"/>
          <p:cNvCxnSpPr/>
          <p:nvPr/>
        </p:nvCxnSpPr>
        <p:spPr>
          <a:xfrm>
            <a:off x="2066666" y="5380000"/>
            <a:ext cx="1666667" cy="0"/>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cxnSp>
        <p:nvCxnSpPr>
          <p:cNvPr id="16" name="Connector 15"/>
          <p:cNvCxnSpPr/>
          <p:nvPr/>
        </p:nvCxnSpPr>
        <p:spPr>
          <a:xfrm flipV="1">
            <a:off x="2066666" y="5380000"/>
            <a:ext cx="1666667" cy="340000"/>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cxnSp>
        <p:nvCxnSpPr>
          <p:cNvPr id="17" name="Connector 16"/>
          <p:cNvCxnSpPr/>
          <p:nvPr/>
        </p:nvCxnSpPr>
        <p:spPr>
          <a:xfrm>
            <a:off x="2066666" y="5720000"/>
            <a:ext cx="1666667" cy="340000"/>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cxnSp>
        <p:nvCxnSpPr>
          <p:cNvPr id="18" name="Connector 17"/>
          <p:cNvCxnSpPr/>
          <p:nvPr/>
        </p:nvCxnSpPr>
        <p:spPr>
          <a:xfrm flipV="1">
            <a:off x="2066666" y="5040000"/>
            <a:ext cx="1666667" cy="1020000"/>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cxnSp>
        <p:nvCxnSpPr>
          <p:cNvPr id="19" name="Connector 18"/>
          <p:cNvCxnSpPr/>
          <p:nvPr/>
        </p:nvCxnSpPr>
        <p:spPr>
          <a:xfrm flipV="1">
            <a:off x="2066666" y="5380000"/>
            <a:ext cx="1666667" cy="680000"/>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cxnSp>
        <p:nvCxnSpPr>
          <p:cNvPr id="20" name="Connector 19"/>
          <p:cNvCxnSpPr/>
          <p:nvPr/>
        </p:nvCxnSpPr>
        <p:spPr>
          <a:xfrm flipV="1">
            <a:off x="2066666" y="5720000"/>
            <a:ext cx="1666667" cy="340000"/>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cxnSp>
        <p:nvCxnSpPr>
          <p:cNvPr id="21" name="Connector 20"/>
          <p:cNvCxnSpPr/>
          <p:nvPr/>
        </p:nvCxnSpPr>
        <p:spPr>
          <a:xfrm>
            <a:off x="2066666" y="6060000"/>
            <a:ext cx="1666667" cy="0"/>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cxnSp>
        <p:nvCxnSpPr>
          <p:cNvPr id="22" name="Connector 21"/>
          <p:cNvCxnSpPr/>
          <p:nvPr/>
        </p:nvCxnSpPr>
        <p:spPr>
          <a:xfrm>
            <a:off x="3733333" y="5040000"/>
            <a:ext cx="1666667" cy="793333"/>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cxnSp>
        <p:nvCxnSpPr>
          <p:cNvPr id="23" name="Connector 22"/>
          <p:cNvCxnSpPr/>
          <p:nvPr/>
        </p:nvCxnSpPr>
        <p:spPr>
          <a:xfrm flipV="1">
            <a:off x="3733333" y="5266666"/>
            <a:ext cx="1666667" cy="113334"/>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cxnSp>
        <p:nvCxnSpPr>
          <p:cNvPr id="24" name="Connector 23"/>
          <p:cNvCxnSpPr/>
          <p:nvPr/>
        </p:nvCxnSpPr>
        <p:spPr>
          <a:xfrm>
            <a:off x="3733333" y="5380000"/>
            <a:ext cx="1666667" cy="453333"/>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cxnSp>
        <p:nvCxnSpPr>
          <p:cNvPr id="25" name="Connector 24"/>
          <p:cNvCxnSpPr/>
          <p:nvPr/>
        </p:nvCxnSpPr>
        <p:spPr>
          <a:xfrm>
            <a:off x="3733333" y="5720000"/>
            <a:ext cx="1666667" cy="113333"/>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cxnSp>
        <p:nvCxnSpPr>
          <p:cNvPr id="26" name="Connector 25"/>
          <p:cNvCxnSpPr/>
          <p:nvPr/>
        </p:nvCxnSpPr>
        <p:spPr>
          <a:xfrm flipV="1">
            <a:off x="3733333" y="5266666"/>
            <a:ext cx="1666667" cy="793334"/>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cxnSp>
        <p:nvCxnSpPr>
          <p:cNvPr id="27" name="Connector 26"/>
          <p:cNvCxnSpPr/>
          <p:nvPr/>
        </p:nvCxnSpPr>
        <p:spPr>
          <a:xfrm flipV="1">
            <a:off x="3733333" y="5833333"/>
            <a:ext cx="1666667" cy="226667"/>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sp>
        <p:nvSpPr>
          <p:cNvPr id="28" name="Oval 27"/>
          <p:cNvSpPr/>
          <p:nvPr/>
        </p:nvSpPr>
        <p:spPr>
          <a:xfrm>
            <a:off x="330000" y="5196666"/>
            <a:ext cx="140000" cy="140000"/>
          </a:xfrm>
          <a:prstGeom prst="ellipse">
            <a:avLst/>
          </a:prstGeom>
          <a:solidFill>
            <a:srgbClr val="3B4C8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Oval 28"/>
          <p:cNvSpPr/>
          <p:nvPr/>
        </p:nvSpPr>
        <p:spPr>
          <a:xfrm>
            <a:off x="330000" y="5763333"/>
            <a:ext cx="140000" cy="140000"/>
          </a:xfrm>
          <a:prstGeom prst="ellipse">
            <a:avLst/>
          </a:prstGeom>
          <a:solidFill>
            <a:srgbClr val="3B4C8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 name="Oval 29"/>
          <p:cNvSpPr/>
          <p:nvPr/>
        </p:nvSpPr>
        <p:spPr>
          <a:xfrm>
            <a:off x="1996666" y="4970000"/>
            <a:ext cx="140000" cy="140000"/>
          </a:xfrm>
          <a:prstGeom prst="ellipse">
            <a:avLst/>
          </a:prstGeom>
          <a:solidFill>
            <a:srgbClr val="3B4C8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1" name="Oval 30"/>
          <p:cNvSpPr/>
          <p:nvPr/>
        </p:nvSpPr>
        <p:spPr>
          <a:xfrm>
            <a:off x="1996666" y="5310000"/>
            <a:ext cx="140000" cy="140000"/>
          </a:xfrm>
          <a:prstGeom prst="ellipse">
            <a:avLst/>
          </a:prstGeom>
          <a:solidFill>
            <a:srgbClr val="3B4C8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2" name="Oval 31"/>
          <p:cNvSpPr/>
          <p:nvPr/>
        </p:nvSpPr>
        <p:spPr>
          <a:xfrm>
            <a:off x="1996666" y="5650000"/>
            <a:ext cx="140000" cy="140000"/>
          </a:xfrm>
          <a:prstGeom prst="ellipse">
            <a:avLst/>
          </a:prstGeom>
          <a:solidFill>
            <a:srgbClr val="3B4C8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3" name="Oval 32"/>
          <p:cNvSpPr/>
          <p:nvPr/>
        </p:nvSpPr>
        <p:spPr>
          <a:xfrm>
            <a:off x="1996666" y="5990000"/>
            <a:ext cx="140000" cy="140000"/>
          </a:xfrm>
          <a:prstGeom prst="ellipse">
            <a:avLst/>
          </a:prstGeom>
          <a:solidFill>
            <a:srgbClr val="3B4C8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4" name="Oval 33"/>
          <p:cNvSpPr/>
          <p:nvPr/>
        </p:nvSpPr>
        <p:spPr>
          <a:xfrm>
            <a:off x="3663333" y="4970000"/>
            <a:ext cx="140000" cy="140000"/>
          </a:xfrm>
          <a:prstGeom prst="ellipse">
            <a:avLst/>
          </a:prstGeom>
          <a:solidFill>
            <a:srgbClr val="3B4C8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5" name="Oval 34"/>
          <p:cNvSpPr/>
          <p:nvPr/>
        </p:nvSpPr>
        <p:spPr>
          <a:xfrm>
            <a:off x="3663333" y="5310000"/>
            <a:ext cx="140000" cy="140000"/>
          </a:xfrm>
          <a:prstGeom prst="ellipse">
            <a:avLst/>
          </a:prstGeom>
          <a:solidFill>
            <a:srgbClr val="3B4C8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6" name="Oval 35"/>
          <p:cNvSpPr/>
          <p:nvPr/>
        </p:nvSpPr>
        <p:spPr>
          <a:xfrm>
            <a:off x="3663333" y="5650000"/>
            <a:ext cx="140000" cy="140000"/>
          </a:xfrm>
          <a:prstGeom prst="ellipse">
            <a:avLst/>
          </a:prstGeom>
          <a:solidFill>
            <a:srgbClr val="3B4C8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7" name="Oval 36"/>
          <p:cNvSpPr/>
          <p:nvPr/>
        </p:nvSpPr>
        <p:spPr>
          <a:xfrm>
            <a:off x="3663333" y="5990000"/>
            <a:ext cx="140000" cy="140000"/>
          </a:xfrm>
          <a:prstGeom prst="ellipse">
            <a:avLst/>
          </a:prstGeom>
          <a:solidFill>
            <a:srgbClr val="3B4C8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8" name="Oval 37"/>
          <p:cNvSpPr/>
          <p:nvPr/>
        </p:nvSpPr>
        <p:spPr>
          <a:xfrm>
            <a:off x="5330000" y="5196666"/>
            <a:ext cx="140000" cy="140000"/>
          </a:xfrm>
          <a:prstGeom prst="ellipse">
            <a:avLst/>
          </a:prstGeom>
          <a:solidFill>
            <a:srgbClr val="3B4C8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9" name="Oval 38"/>
          <p:cNvSpPr/>
          <p:nvPr/>
        </p:nvSpPr>
        <p:spPr>
          <a:xfrm>
            <a:off x="5330000" y="5763333"/>
            <a:ext cx="140000" cy="140000"/>
          </a:xfrm>
          <a:prstGeom prst="ellipse">
            <a:avLst/>
          </a:prstGeom>
          <a:solidFill>
            <a:srgbClr val="3B4C8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0" name="Rounded Rectangle 39"/>
          <p:cNvSpPr/>
          <p:nvPr/>
        </p:nvSpPr>
        <p:spPr>
          <a:xfrm>
            <a:off x="6150000" y="650000"/>
            <a:ext cx="5600000" cy="5250000"/>
          </a:xfrm>
          <a:prstGeom prst="roundRect">
            <a:avLst>
              <a:gd name="adj" fmla="val 6000"/>
            </a:avLst>
          </a:prstGeom>
          <a:noFill/>
          <a:ln w="19050">
            <a:solidFill>
              <a:srgbClr val="8B5CF6"/>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1" name="Picture 40" descr="399d723239cb61b0.jpg"/>
          <p:cNvPicPr>
            <a:picLocks noChangeAspect="1"/>
          </p:cNvPicPr>
          <p:nvPr/>
        </p:nvPicPr>
        <p:blipFill>
          <a:blip r:embed="rId2"/>
          <a:srcRect l="23232" r="23232"/>
          <a:stretch>
            <a:fillRect/>
          </a:stretch>
        </p:blipFill>
        <p:spPr>
          <a:xfrm>
            <a:off x="6300000" y="800000"/>
            <a:ext cx="5300000" cy="4950000"/>
          </a:xfrm>
          <a:prstGeom prst="roundRect">
            <a:avLst/>
          </a:prstGeom>
          <a:ln w="19050">
            <a:solidFill>
              <a:srgbClr val="22D3EE"/>
            </a:solidFill>
          </a:ln>
        </p:spPr>
      </p:pic>
      <p:sp>
        <p:nvSpPr>
          <p:cNvPr id="42" name="TextBox 41"/>
          <p:cNvSpPr txBox="1"/>
          <p:nvPr/>
        </p:nvSpPr>
        <p:spPr>
          <a:xfrm>
            <a:off x="6300000" y="5780000"/>
            <a:ext cx="5300000" cy="260000"/>
          </a:xfrm>
          <a:prstGeom prst="rect">
            <a:avLst/>
          </a:prstGeom>
          <a:noFill/>
        </p:spPr>
        <p:txBody>
          <a:bodyPr wrap="square" anchor="t" lIns="50800" rIns="50800">
            <a:spAutoFit/>
          </a:bodyPr>
          <a:lstStyle/>
          <a:p>
            <a:pPr algn="l"/>
            <a:r>
              <a:rPr sz="800" b="0">
                <a:solidFill>
                  <a:srgbClr val="707EAA"/>
                </a:solidFill>
                <a:latin typeface="Segoe UI"/>
              </a:rPr>
              <a:t>Rasm: Matthew Franzyshen · Wikimedia Commons · CC BY-SA 4.0</a:t>
            </a:r>
          </a:p>
        </p:txBody>
      </p:sp>
      <p:sp>
        <p:nvSpPr>
          <p:cNvPr id="43" name="TextBox 42"/>
          <p:cNvSpPr txBox="1"/>
          <p:nvPr/>
        </p:nvSpPr>
        <p:spPr>
          <a:xfrm>
            <a:off x="600000" y="700000"/>
            <a:ext cx="3500000" cy="1600000"/>
          </a:xfrm>
          <a:prstGeom prst="rect">
            <a:avLst/>
          </a:prstGeom>
          <a:noFill/>
        </p:spPr>
        <p:txBody>
          <a:bodyPr wrap="square" anchor="t" lIns="50800" rIns="50800">
            <a:spAutoFit/>
          </a:bodyPr>
          <a:lstStyle/>
          <a:p>
            <a:pPr algn="l"/>
            <a:r>
              <a:rPr sz="8800" b="1">
                <a:solidFill>
                  <a:srgbClr val="22D3EE"/>
                </a:solidFill>
                <a:latin typeface="Segoe UI"/>
              </a:rPr>
              <a:t>03</a:t>
            </a:r>
          </a:p>
        </p:txBody>
      </p:sp>
      <p:sp>
        <p:nvSpPr>
          <p:cNvPr id="44" name="TextBox 43"/>
          <p:cNvSpPr txBox="1"/>
          <p:nvPr/>
        </p:nvSpPr>
        <p:spPr>
          <a:xfrm>
            <a:off x="650000" y="2250000"/>
            <a:ext cx="5200000" cy="350000"/>
          </a:xfrm>
          <a:prstGeom prst="rect">
            <a:avLst/>
          </a:prstGeom>
          <a:noFill/>
        </p:spPr>
        <p:txBody>
          <a:bodyPr wrap="square" anchor="t" lIns="50800" rIns="50800">
            <a:spAutoFit/>
          </a:bodyPr>
          <a:lstStyle/>
          <a:p>
            <a:pPr algn="l"/>
            <a:r>
              <a:rPr sz="1200" b="1">
                <a:solidFill>
                  <a:srgbClr val="8B5CF6"/>
                </a:solidFill>
                <a:latin typeface="Segoe UI"/>
              </a:rPr>
              <a:t>REJA BANDI</a:t>
            </a:r>
          </a:p>
        </p:txBody>
      </p:sp>
      <p:sp>
        <p:nvSpPr>
          <p:cNvPr id="45" name="TextBox 44"/>
          <p:cNvSpPr txBox="1"/>
          <p:nvPr/>
        </p:nvSpPr>
        <p:spPr>
          <a:xfrm>
            <a:off x="600000" y="2650000"/>
            <a:ext cx="5400000" cy="1800000"/>
          </a:xfrm>
          <a:prstGeom prst="rect">
            <a:avLst/>
          </a:prstGeom>
          <a:noFill/>
        </p:spPr>
        <p:txBody>
          <a:bodyPr wrap="square" anchor="t" lIns="50800" rIns="50800">
            <a:spAutoFit/>
          </a:bodyPr>
          <a:lstStyle/>
          <a:p>
            <a:pPr algn="l"/>
            <a:r>
              <a:rPr sz="3200" b="1">
                <a:solidFill>
                  <a:srgbClr val="E8EEFA"/>
                </a:solidFill>
                <a:latin typeface="Segoe UI"/>
              </a:rPr>
              <a:t>Himoya usullari va ularning chegaralari</a:t>
            </a:r>
          </a:p>
        </p:txBody>
      </p:sp>
      <p:sp>
        <p:nvSpPr>
          <p:cNvPr id="46" name="Rectangle 45"/>
          <p:cNvSpPr/>
          <p:nvPr/>
        </p:nvSpPr>
        <p:spPr>
          <a:xfrm>
            <a:off x="660000" y="4450000"/>
            <a:ext cx="2200000" cy="60000"/>
          </a:xfrm>
          <a:prstGeom prst="rect">
            <a:avLst/>
          </a:prstGeom>
          <a:gradFill rotWithShape="1">
            <a:gsLst>
              <a:gs pos="0">
                <a:srgbClr val="22D3EE"/>
              </a:gs>
              <a:gs pos="100000">
                <a:srgbClr val="8B5CF6"/>
              </a:gs>
            </a:gsLst>
            <a:lin scaled="0" ang="0"/>
          </a:gra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Tree>
  </p:cSld>
  <p:clrMapOvr>
    <a:masterClrMapping/>
  </p:clrMapOvr>
  <p:transition spd="med">
    <p:push dir="u"/>
  </p:transition>
  <p:timing>
    <p:tnLst>
      <p:par>
        <p:cTn id="1" dur="indefinite" restart="never" nodeType="tmRoot">
          <p:childTnLst>
            <p:seq concurrent="1" nextAc="seek">
              <p:cTn id="2" dur="indefinite" nodeType="mainSeq">
                <p:childTnLst>
                  <p:par>
                    <p:cTn id="188" fill="hold">
                      <p:stCondLst>
                        <p:cond delay="indefinite"/>
                        <p:cond evt="onBegin" delay="0">
                          <p:tn val="2"/>
                        </p:cond>
                      </p:stCondLst>
                      <p:childTnLst>
                        <p:par>
                          <p:cTn id="3" fill="hold">
                            <p:stCondLst>
                              <p:cond delay="0"/>
                            </p:stCondLst>
                            <p:childTnLst>
                              <p:par>
                                <p:cTn id="4" presetID="10" presetClass="entr" presetSubtype="0" fill="hold" grpId="0" nodeType="withEffect">
                                  <p:stCondLst>
                                    <p:cond delay="0"/>
                                  </p:stCondLst>
                                  <p:childTnLst>
                                    <p:set>
                                      <p:cBhvr>
                                        <p:cTn id="5" dur="1" fill="hold">
                                          <p:stCondLst>
                                            <p:cond delay="0"/>
                                          </p:stCondLst>
                                        </p:cTn>
                                        <p:tgtEl>
                                          <p:spTgt spid="3"/>
                                        </p:tgtEl>
                                        <p:attrNameLst>
                                          <p:attrName>style.visibility</p:attrName>
                                        </p:attrNameLst>
                                      </p:cBhvr>
                                      <p:to>
                                        <p:strVal val="visible"/>
                                      </p:to>
                                    </p:set>
                                    <p:animEffect transition="in" filter="fade">
                                      <p:cBhvr>
                                        <p:cTn id="6" dur="550"/>
                                        <p:tgtEl>
                                          <p:spTgt spid="3"/>
                                        </p:tgtEl>
                                      </p:cBhvr>
                                    </p:animEffect>
                                  </p:childTnLst>
                                </p:cTn>
                              </p:par>
                            </p:childTnLst>
                          </p:cTn>
                        </p:par>
                        <p:par>
                          <p:cTn id="7" fill="hold">
                            <p:stCondLst>
                              <p:cond delay="0"/>
                            </p:stCondLst>
                            <p:childTnLst>
                              <p:par>
                                <p:cTn id="8" presetID="10" presetClass="entr" presetSubtype="0" fill="hold" grpId="0" nodeType="afterEffect">
                                  <p:stCondLst>
                                    <p:cond delay="0"/>
                                  </p:stCondLst>
                                  <p:childTnLst>
                                    <p:set>
                                      <p:cBhvr>
                                        <p:cTn id="9" dur="1" fill="hold">
                                          <p:stCondLst>
                                            <p:cond delay="0"/>
                                          </p:stCondLst>
                                        </p:cTn>
                                        <p:tgtEl>
                                          <p:spTgt spid="4"/>
                                        </p:tgtEl>
                                        <p:attrNameLst>
                                          <p:attrName>style.visibility</p:attrName>
                                        </p:attrNameLst>
                                      </p:cBhvr>
                                      <p:to>
                                        <p:strVal val="visible"/>
                                      </p:to>
                                    </p:set>
                                    <p:animEffect transition="in" filter="fade">
                                      <p:cBhvr>
                                        <p:cTn id="10" dur="550"/>
                                        <p:tgtEl>
                                          <p:spTgt spid="4"/>
                                        </p:tgtEl>
                                      </p:cBhvr>
                                    </p:animEffect>
                                  </p:childTnLst>
                                </p:cTn>
                              </p:par>
                            </p:childTnLst>
                          </p:cTn>
                        </p:par>
                        <p:par>
                          <p:cTn id="11" fill="hold">
                            <p:stCondLst>
                              <p:cond delay="0"/>
                            </p:stCondLst>
                            <p:childTnLst>
                              <p:par>
                                <p:cTn id="12" presetID="10" presetClass="entr" presetSubtype="0" fill="hold" grpId="0" nodeType="afterEffect">
                                  <p:stCondLst>
                                    <p:cond delay="0"/>
                                  </p:stCondLst>
                                  <p:childTnLst>
                                    <p:set>
                                      <p:cBhvr>
                                        <p:cTn id="13" dur="1" fill="hold">
                                          <p:stCondLst>
                                            <p:cond delay="0"/>
                                          </p:stCondLst>
                                        </p:cTn>
                                        <p:tgtEl>
                                          <p:spTgt spid="5"/>
                                        </p:tgtEl>
                                        <p:attrNameLst>
                                          <p:attrName>style.visibility</p:attrName>
                                        </p:attrNameLst>
                                      </p:cBhvr>
                                      <p:to>
                                        <p:strVal val="visible"/>
                                      </p:to>
                                    </p:set>
                                    <p:animEffect transition="in" filter="fade">
                                      <p:cBhvr>
                                        <p:cTn id="14" dur="550"/>
                                        <p:tgtEl>
                                          <p:spTgt spid="5"/>
                                        </p:tgtEl>
                                      </p:cBhvr>
                                    </p:animEffect>
                                  </p:childTnLst>
                                </p:cTn>
                              </p:par>
                            </p:childTnLst>
                          </p:cTn>
                        </p:par>
                        <p:par>
                          <p:cTn id="15" fill="hold">
                            <p:stCondLst>
                              <p:cond delay="0"/>
                            </p:stCondLst>
                            <p:childTnLst>
                              <p:par>
                                <p:cTn id="16" presetID="10" presetClass="entr" presetSubtype="0" fill="hold" grpId="0" nodeType="afterEffect">
                                  <p:stCondLst>
                                    <p:cond delay="0"/>
                                  </p:stCondLst>
                                  <p:childTnLst>
                                    <p:set>
                                      <p:cBhvr>
                                        <p:cTn id="17" dur="1" fill="hold">
                                          <p:stCondLst>
                                            <p:cond delay="0"/>
                                          </p:stCondLst>
                                        </p:cTn>
                                        <p:tgtEl>
                                          <p:spTgt spid="6"/>
                                        </p:tgtEl>
                                        <p:attrNameLst>
                                          <p:attrName>style.visibility</p:attrName>
                                        </p:attrNameLst>
                                      </p:cBhvr>
                                      <p:to>
                                        <p:strVal val="visible"/>
                                      </p:to>
                                    </p:set>
                                    <p:animEffect transition="in" filter="fade">
                                      <p:cBhvr>
                                        <p:cTn id="18" dur="550"/>
                                        <p:tgtEl>
                                          <p:spTgt spid="6"/>
                                        </p:tgtEl>
                                      </p:cBhvr>
                                    </p:animEffect>
                                  </p:childTnLst>
                                </p:cTn>
                              </p:par>
                            </p:childTnLst>
                          </p:cTn>
                        </p:par>
                        <p:par>
                          <p:cTn id="19" fill="hold">
                            <p:stCondLst>
                              <p:cond delay="0"/>
                            </p:stCondLst>
                            <p:childTnLst>
                              <p:par>
                                <p:cTn id="20" presetID="10" presetClass="entr" presetSubtype="0" fill="hold" grpId="0" nodeType="afterEffect">
                                  <p:stCondLst>
                                    <p:cond delay="0"/>
                                  </p:stCondLst>
                                  <p:childTnLst>
                                    <p:set>
                                      <p:cBhvr>
                                        <p:cTn id="21" dur="1" fill="hold">
                                          <p:stCondLst>
                                            <p:cond delay="0"/>
                                          </p:stCondLst>
                                        </p:cTn>
                                        <p:tgtEl>
                                          <p:spTgt spid="7"/>
                                        </p:tgtEl>
                                        <p:attrNameLst>
                                          <p:attrName>style.visibility</p:attrName>
                                        </p:attrNameLst>
                                      </p:cBhvr>
                                      <p:to>
                                        <p:strVal val="visible"/>
                                      </p:to>
                                    </p:set>
                                    <p:animEffect transition="in" filter="fade">
                                      <p:cBhvr>
                                        <p:cTn id="22" dur="550"/>
                                        <p:tgtEl>
                                          <p:spTgt spid="7"/>
                                        </p:tgtEl>
                                      </p:cBhvr>
                                    </p:animEffect>
                                  </p:childTnLst>
                                </p:cTn>
                              </p:par>
                            </p:childTnLst>
                          </p:cTn>
                        </p:par>
                        <p:par>
                          <p:cTn id="23" fill="hold">
                            <p:stCondLst>
                              <p:cond delay="0"/>
                            </p:stCondLst>
                            <p:childTnLst>
                              <p:par>
                                <p:cTn id="24" presetID="10" presetClass="entr" presetSubtype="0" fill="hold" grpId="0" nodeType="afterEffect">
                                  <p:stCondLst>
                                    <p:cond delay="0"/>
                                  </p:stCondLst>
                                  <p:childTnLst>
                                    <p:set>
                                      <p:cBhvr>
                                        <p:cTn id="25" dur="1" fill="hold">
                                          <p:stCondLst>
                                            <p:cond delay="0"/>
                                          </p:stCondLst>
                                        </p:cTn>
                                        <p:tgtEl>
                                          <p:spTgt spid="8"/>
                                        </p:tgtEl>
                                        <p:attrNameLst>
                                          <p:attrName>style.visibility</p:attrName>
                                        </p:attrNameLst>
                                      </p:cBhvr>
                                      <p:to>
                                        <p:strVal val="visible"/>
                                      </p:to>
                                    </p:set>
                                    <p:animEffect transition="in" filter="fade">
                                      <p:cBhvr>
                                        <p:cTn id="26" dur="550"/>
                                        <p:tgtEl>
                                          <p:spTgt spid="8"/>
                                        </p:tgtEl>
                                      </p:cBhvr>
                                    </p:animEffect>
                                  </p:childTnLst>
                                </p:cTn>
                              </p:par>
                            </p:childTnLst>
                          </p:cTn>
                        </p:par>
                        <p:par>
                          <p:cTn id="27" fill="hold">
                            <p:stCondLst>
                              <p:cond delay="0"/>
                            </p:stCondLst>
                            <p:childTnLst>
                              <p:par>
                                <p:cTn id="28" presetID="10" presetClass="entr" presetSubtype="0" fill="hold" grpId="0" nodeType="afterEffect">
                                  <p:stCondLst>
                                    <p:cond delay="0"/>
                                  </p:stCondLst>
                                  <p:childTnLst>
                                    <p:set>
                                      <p:cBhvr>
                                        <p:cTn id="29" dur="1" fill="hold">
                                          <p:stCondLst>
                                            <p:cond delay="0"/>
                                          </p:stCondLst>
                                        </p:cTn>
                                        <p:tgtEl>
                                          <p:spTgt spid="9"/>
                                        </p:tgtEl>
                                        <p:attrNameLst>
                                          <p:attrName>style.visibility</p:attrName>
                                        </p:attrNameLst>
                                      </p:cBhvr>
                                      <p:to>
                                        <p:strVal val="visible"/>
                                      </p:to>
                                    </p:set>
                                    <p:animEffect transition="in" filter="fade">
                                      <p:cBhvr>
                                        <p:cTn id="30" dur="550"/>
                                        <p:tgtEl>
                                          <p:spTgt spid="9"/>
                                        </p:tgtEl>
                                      </p:cBhvr>
                                    </p:animEffect>
                                  </p:childTnLst>
                                </p:cTn>
                              </p:par>
                            </p:childTnLst>
                          </p:cTn>
                        </p:par>
                        <p:par>
                          <p:cTn id="31" fill="hold">
                            <p:stCondLst>
                              <p:cond delay="0"/>
                            </p:stCondLst>
                            <p:childTnLst>
                              <p:par>
                                <p:cTn id="32" presetID="10" presetClass="entr" presetSubtype="0" fill="hold" grpId="0" nodeType="afterEffect">
                                  <p:stCondLst>
                                    <p:cond delay="0"/>
                                  </p:stCondLst>
                                  <p:childTnLst>
                                    <p:set>
                                      <p:cBhvr>
                                        <p:cTn id="33" dur="1" fill="hold">
                                          <p:stCondLst>
                                            <p:cond delay="0"/>
                                          </p:stCondLst>
                                        </p:cTn>
                                        <p:tgtEl>
                                          <p:spTgt spid="10"/>
                                        </p:tgtEl>
                                        <p:attrNameLst>
                                          <p:attrName>style.visibility</p:attrName>
                                        </p:attrNameLst>
                                      </p:cBhvr>
                                      <p:to>
                                        <p:strVal val="visible"/>
                                      </p:to>
                                    </p:set>
                                    <p:animEffect transition="in" filter="fade">
                                      <p:cBhvr>
                                        <p:cTn id="34" dur="550"/>
                                        <p:tgtEl>
                                          <p:spTgt spid="10"/>
                                        </p:tgtEl>
                                      </p:cBhvr>
                                    </p:animEffect>
                                  </p:childTnLst>
                                </p:cTn>
                              </p:par>
                            </p:childTnLst>
                          </p:cTn>
                        </p:par>
                        <p:par>
                          <p:cTn id="35" fill="hold">
                            <p:stCondLst>
                              <p:cond delay="0"/>
                            </p:stCondLst>
                            <p:childTnLst>
                              <p:par>
                                <p:cTn id="36" presetID="10" presetClass="entr" presetSubtype="0" fill="hold" grpId="0" nodeType="afterEffect">
                                  <p:stCondLst>
                                    <p:cond delay="0"/>
                                  </p:stCondLst>
                                  <p:childTnLst>
                                    <p:set>
                                      <p:cBhvr>
                                        <p:cTn id="37" dur="1" fill="hold">
                                          <p:stCondLst>
                                            <p:cond delay="0"/>
                                          </p:stCondLst>
                                        </p:cTn>
                                        <p:tgtEl>
                                          <p:spTgt spid="11"/>
                                        </p:tgtEl>
                                        <p:attrNameLst>
                                          <p:attrName>style.visibility</p:attrName>
                                        </p:attrNameLst>
                                      </p:cBhvr>
                                      <p:to>
                                        <p:strVal val="visible"/>
                                      </p:to>
                                    </p:set>
                                    <p:animEffect transition="in" filter="fade">
                                      <p:cBhvr>
                                        <p:cTn id="38" dur="550"/>
                                        <p:tgtEl>
                                          <p:spTgt spid="11"/>
                                        </p:tgtEl>
                                      </p:cBhvr>
                                    </p:animEffect>
                                  </p:childTnLst>
                                </p:cTn>
                              </p:par>
                            </p:childTnLst>
                          </p:cTn>
                        </p:par>
                        <p:par>
                          <p:cTn id="39" fill="hold">
                            <p:stCondLst>
                              <p:cond delay="0"/>
                            </p:stCondLst>
                            <p:childTnLst>
                              <p:par>
                                <p:cTn id="40" presetID="10" presetClass="entr" presetSubtype="0" fill="hold" grpId="0" nodeType="afterEffect">
                                  <p:stCondLst>
                                    <p:cond delay="0"/>
                                  </p:stCondLst>
                                  <p:childTnLst>
                                    <p:set>
                                      <p:cBhvr>
                                        <p:cTn id="41" dur="1" fill="hold">
                                          <p:stCondLst>
                                            <p:cond delay="0"/>
                                          </p:stCondLst>
                                        </p:cTn>
                                        <p:tgtEl>
                                          <p:spTgt spid="12"/>
                                        </p:tgtEl>
                                        <p:attrNameLst>
                                          <p:attrName>style.visibility</p:attrName>
                                        </p:attrNameLst>
                                      </p:cBhvr>
                                      <p:to>
                                        <p:strVal val="visible"/>
                                      </p:to>
                                    </p:set>
                                    <p:animEffect transition="in" filter="fade">
                                      <p:cBhvr>
                                        <p:cTn id="42" dur="550"/>
                                        <p:tgtEl>
                                          <p:spTgt spid="12"/>
                                        </p:tgtEl>
                                      </p:cBhvr>
                                    </p:animEffect>
                                  </p:childTnLst>
                                </p:cTn>
                              </p:par>
                            </p:childTnLst>
                          </p:cTn>
                        </p:par>
                        <p:par>
                          <p:cTn id="43" fill="hold">
                            <p:stCondLst>
                              <p:cond delay="0"/>
                            </p:stCondLst>
                            <p:childTnLst>
                              <p:par>
                                <p:cTn id="44" presetID="10" presetClass="entr" presetSubtype="0" fill="hold" grpId="0" nodeType="afterEffect">
                                  <p:stCondLst>
                                    <p:cond delay="0"/>
                                  </p:stCondLst>
                                  <p:childTnLst>
                                    <p:set>
                                      <p:cBhvr>
                                        <p:cTn id="45" dur="1" fill="hold">
                                          <p:stCondLst>
                                            <p:cond delay="0"/>
                                          </p:stCondLst>
                                        </p:cTn>
                                        <p:tgtEl>
                                          <p:spTgt spid="13"/>
                                        </p:tgtEl>
                                        <p:attrNameLst>
                                          <p:attrName>style.visibility</p:attrName>
                                        </p:attrNameLst>
                                      </p:cBhvr>
                                      <p:to>
                                        <p:strVal val="visible"/>
                                      </p:to>
                                    </p:set>
                                    <p:animEffect transition="in" filter="fade">
                                      <p:cBhvr>
                                        <p:cTn id="46" dur="550"/>
                                        <p:tgtEl>
                                          <p:spTgt spid="13"/>
                                        </p:tgtEl>
                                      </p:cBhvr>
                                    </p:animEffect>
                                  </p:childTnLst>
                                </p:cTn>
                              </p:par>
                            </p:childTnLst>
                          </p:cTn>
                        </p:par>
                        <p:par>
                          <p:cTn id="47" fill="hold">
                            <p:stCondLst>
                              <p:cond delay="0"/>
                            </p:stCondLst>
                            <p:childTnLst>
                              <p:par>
                                <p:cTn id="48" presetID="10" presetClass="entr" presetSubtype="0" fill="hold" grpId="0" nodeType="afterEffect">
                                  <p:stCondLst>
                                    <p:cond delay="0"/>
                                  </p:stCondLst>
                                  <p:childTnLst>
                                    <p:set>
                                      <p:cBhvr>
                                        <p:cTn id="49" dur="1" fill="hold">
                                          <p:stCondLst>
                                            <p:cond delay="0"/>
                                          </p:stCondLst>
                                        </p:cTn>
                                        <p:tgtEl>
                                          <p:spTgt spid="14"/>
                                        </p:tgtEl>
                                        <p:attrNameLst>
                                          <p:attrName>style.visibility</p:attrName>
                                        </p:attrNameLst>
                                      </p:cBhvr>
                                      <p:to>
                                        <p:strVal val="visible"/>
                                      </p:to>
                                    </p:set>
                                    <p:animEffect transition="in" filter="fade">
                                      <p:cBhvr>
                                        <p:cTn id="50" dur="550"/>
                                        <p:tgtEl>
                                          <p:spTgt spid="14"/>
                                        </p:tgtEl>
                                      </p:cBhvr>
                                    </p:animEffect>
                                  </p:childTnLst>
                                </p:cTn>
                              </p:par>
                            </p:childTnLst>
                          </p:cTn>
                        </p:par>
                        <p:par>
                          <p:cTn id="51" fill="hold">
                            <p:stCondLst>
                              <p:cond delay="0"/>
                            </p:stCondLst>
                            <p:childTnLst>
                              <p:par>
                                <p:cTn id="52" presetID="10" presetClass="entr" presetSubtype="0" fill="hold" grpId="0" nodeType="afterEffect">
                                  <p:stCondLst>
                                    <p:cond delay="0"/>
                                  </p:stCondLst>
                                  <p:childTnLst>
                                    <p:set>
                                      <p:cBhvr>
                                        <p:cTn id="53" dur="1" fill="hold">
                                          <p:stCondLst>
                                            <p:cond delay="0"/>
                                          </p:stCondLst>
                                        </p:cTn>
                                        <p:tgtEl>
                                          <p:spTgt spid="15"/>
                                        </p:tgtEl>
                                        <p:attrNameLst>
                                          <p:attrName>style.visibility</p:attrName>
                                        </p:attrNameLst>
                                      </p:cBhvr>
                                      <p:to>
                                        <p:strVal val="visible"/>
                                      </p:to>
                                    </p:set>
                                    <p:animEffect transition="in" filter="fade">
                                      <p:cBhvr>
                                        <p:cTn id="54" dur="550"/>
                                        <p:tgtEl>
                                          <p:spTgt spid="15"/>
                                        </p:tgtEl>
                                      </p:cBhvr>
                                    </p:animEffect>
                                  </p:childTnLst>
                                </p:cTn>
                              </p:par>
                            </p:childTnLst>
                          </p:cTn>
                        </p:par>
                        <p:par>
                          <p:cTn id="55" fill="hold">
                            <p:stCondLst>
                              <p:cond delay="0"/>
                            </p:stCondLst>
                            <p:childTnLst>
                              <p:par>
                                <p:cTn id="56" presetID="10" presetClass="entr" presetSubtype="0" fill="hold" grpId="0" nodeType="afterEffect">
                                  <p:stCondLst>
                                    <p:cond delay="0"/>
                                  </p:stCondLst>
                                  <p:childTnLst>
                                    <p:set>
                                      <p:cBhvr>
                                        <p:cTn id="57" dur="1" fill="hold">
                                          <p:stCondLst>
                                            <p:cond delay="0"/>
                                          </p:stCondLst>
                                        </p:cTn>
                                        <p:tgtEl>
                                          <p:spTgt spid="16"/>
                                        </p:tgtEl>
                                        <p:attrNameLst>
                                          <p:attrName>style.visibility</p:attrName>
                                        </p:attrNameLst>
                                      </p:cBhvr>
                                      <p:to>
                                        <p:strVal val="visible"/>
                                      </p:to>
                                    </p:set>
                                    <p:animEffect transition="in" filter="fade">
                                      <p:cBhvr>
                                        <p:cTn id="58" dur="550"/>
                                        <p:tgtEl>
                                          <p:spTgt spid="16"/>
                                        </p:tgtEl>
                                      </p:cBhvr>
                                    </p:animEffect>
                                  </p:childTnLst>
                                </p:cTn>
                              </p:par>
                            </p:childTnLst>
                          </p:cTn>
                        </p:par>
                        <p:par>
                          <p:cTn id="59" fill="hold">
                            <p:stCondLst>
                              <p:cond delay="0"/>
                            </p:stCondLst>
                            <p:childTnLst>
                              <p:par>
                                <p:cTn id="60" presetID="10" presetClass="entr" presetSubtype="0" fill="hold" grpId="0" nodeType="afterEffect">
                                  <p:stCondLst>
                                    <p:cond delay="0"/>
                                  </p:stCondLst>
                                  <p:childTnLst>
                                    <p:set>
                                      <p:cBhvr>
                                        <p:cTn id="61" dur="1" fill="hold">
                                          <p:stCondLst>
                                            <p:cond delay="0"/>
                                          </p:stCondLst>
                                        </p:cTn>
                                        <p:tgtEl>
                                          <p:spTgt spid="17"/>
                                        </p:tgtEl>
                                        <p:attrNameLst>
                                          <p:attrName>style.visibility</p:attrName>
                                        </p:attrNameLst>
                                      </p:cBhvr>
                                      <p:to>
                                        <p:strVal val="visible"/>
                                      </p:to>
                                    </p:set>
                                    <p:animEffect transition="in" filter="fade">
                                      <p:cBhvr>
                                        <p:cTn id="62" dur="550"/>
                                        <p:tgtEl>
                                          <p:spTgt spid="17"/>
                                        </p:tgtEl>
                                      </p:cBhvr>
                                    </p:animEffect>
                                  </p:childTnLst>
                                </p:cTn>
                              </p:par>
                            </p:childTnLst>
                          </p:cTn>
                        </p:par>
                        <p:par>
                          <p:cTn id="63" fill="hold">
                            <p:stCondLst>
                              <p:cond delay="0"/>
                            </p:stCondLst>
                            <p:childTnLst>
                              <p:par>
                                <p:cTn id="64" presetID="10" presetClass="entr" presetSubtype="0" fill="hold" grpId="0" nodeType="afterEffect">
                                  <p:stCondLst>
                                    <p:cond delay="0"/>
                                  </p:stCondLst>
                                  <p:childTnLst>
                                    <p:set>
                                      <p:cBhvr>
                                        <p:cTn id="65" dur="1" fill="hold">
                                          <p:stCondLst>
                                            <p:cond delay="0"/>
                                          </p:stCondLst>
                                        </p:cTn>
                                        <p:tgtEl>
                                          <p:spTgt spid="18"/>
                                        </p:tgtEl>
                                        <p:attrNameLst>
                                          <p:attrName>style.visibility</p:attrName>
                                        </p:attrNameLst>
                                      </p:cBhvr>
                                      <p:to>
                                        <p:strVal val="visible"/>
                                      </p:to>
                                    </p:set>
                                    <p:animEffect transition="in" filter="fade">
                                      <p:cBhvr>
                                        <p:cTn id="66" dur="550"/>
                                        <p:tgtEl>
                                          <p:spTgt spid="18"/>
                                        </p:tgtEl>
                                      </p:cBhvr>
                                    </p:animEffect>
                                  </p:childTnLst>
                                </p:cTn>
                              </p:par>
                            </p:childTnLst>
                          </p:cTn>
                        </p:par>
                        <p:par>
                          <p:cTn id="67" fill="hold">
                            <p:stCondLst>
                              <p:cond delay="0"/>
                            </p:stCondLst>
                            <p:childTnLst>
                              <p:par>
                                <p:cTn id="68" presetID="10" presetClass="entr" presetSubtype="0" fill="hold" grpId="0" nodeType="afterEffect">
                                  <p:stCondLst>
                                    <p:cond delay="0"/>
                                  </p:stCondLst>
                                  <p:childTnLst>
                                    <p:set>
                                      <p:cBhvr>
                                        <p:cTn id="69" dur="1" fill="hold">
                                          <p:stCondLst>
                                            <p:cond delay="0"/>
                                          </p:stCondLst>
                                        </p:cTn>
                                        <p:tgtEl>
                                          <p:spTgt spid="19"/>
                                        </p:tgtEl>
                                        <p:attrNameLst>
                                          <p:attrName>style.visibility</p:attrName>
                                        </p:attrNameLst>
                                      </p:cBhvr>
                                      <p:to>
                                        <p:strVal val="visible"/>
                                      </p:to>
                                    </p:set>
                                    <p:animEffect transition="in" filter="fade">
                                      <p:cBhvr>
                                        <p:cTn id="70" dur="550"/>
                                        <p:tgtEl>
                                          <p:spTgt spid="19"/>
                                        </p:tgtEl>
                                      </p:cBhvr>
                                    </p:animEffect>
                                  </p:childTnLst>
                                </p:cTn>
                              </p:par>
                            </p:childTnLst>
                          </p:cTn>
                        </p:par>
                        <p:par>
                          <p:cTn id="71" fill="hold">
                            <p:stCondLst>
                              <p:cond delay="0"/>
                            </p:stCondLst>
                            <p:childTnLst>
                              <p:par>
                                <p:cTn id="72" presetID="10" presetClass="entr" presetSubtype="0" fill="hold" grpId="0" nodeType="afterEffect">
                                  <p:stCondLst>
                                    <p:cond delay="0"/>
                                  </p:stCondLst>
                                  <p:childTnLst>
                                    <p:set>
                                      <p:cBhvr>
                                        <p:cTn id="73" dur="1" fill="hold">
                                          <p:stCondLst>
                                            <p:cond delay="0"/>
                                          </p:stCondLst>
                                        </p:cTn>
                                        <p:tgtEl>
                                          <p:spTgt spid="20"/>
                                        </p:tgtEl>
                                        <p:attrNameLst>
                                          <p:attrName>style.visibility</p:attrName>
                                        </p:attrNameLst>
                                      </p:cBhvr>
                                      <p:to>
                                        <p:strVal val="visible"/>
                                      </p:to>
                                    </p:set>
                                    <p:animEffect transition="in" filter="fade">
                                      <p:cBhvr>
                                        <p:cTn id="74" dur="550"/>
                                        <p:tgtEl>
                                          <p:spTgt spid="20"/>
                                        </p:tgtEl>
                                      </p:cBhvr>
                                    </p:animEffect>
                                  </p:childTnLst>
                                </p:cTn>
                              </p:par>
                            </p:childTnLst>
                          </p:cTn>
                        </p:par>
                        <p:par>
                          <p:cTn id="75" fill="hold">
                            <p:stCondLst>
                              <p:cond delay="0"/>
                            </p:stCondLst>
                            <p:childTnLst>
                              <p:par>
                                <p:cTn id="76" presetID="10" presetClass="entr" presetSubtype="0" fill="hold" grpId="0" nodeType="afterEffect">
                                  <p:stCondLst>
                                    <p:cond delay="0"/>
                                  </p:stCondLst>
                                  <p:childTnLst>
                                    <p:set>
                                      <p:cBhvr>
                                        <p:cTn id="77" dur="1" fill="hold">
                                          <p:stCondLst>
                                            <p:cond delay="0"/>
                                          </p:stCondLst>
                                        </p:cTn>
                                        <p:tgtEl>
                                          <p:spTgt spid="21"/>
                                        </p:tgtEl>
                                        <p:attrNameLst>
                                          <p:attrName>style.visibility</p:attrName>
                                        </p:attrNameLst>
                                      </p:cBhvr>
                                      <p:to>
                                        <p:strVal val="visible"/>
                                      </p:to>
                                    </p:set>
                                    <p:animEffect transition="in" filter="fade">
                                      <p:cBhvr>
                                        <p:cTn id="78" dur="550"/>
                                        <p:tgtEl>
                                          <p:spTgt spid="21"/>
                                        </p:tgtEl>
                                      </p:cBhvr>
                                    </p:animEffect>
                                  </p:childTnLst>
                                </p:cTn>
                              </p:par>
                            </p:childTnLst>
                          </p:cTn>
                        </p:par>
                        <p:par>
                          <p:cTn id="79" fill="hold">
                            <p:stCondLst>
                              <p:cond delay="0"/>
                            </p:stCondLst>
                            <p:childTnLst>
                              <p:par>
                                <p:cTn id="80" presetID="10" presetClass="entr" presetSubtype="0" fill="hold" grpId="0" nodeType="afterEffect">
                                  <p:stCondLst>
                                    <p:cond delay="0"/>
                                  </p:stCondLst>
                                  <p:childTnLst>
                                    <p:set>
                                      <p:cBhvr>
                                        <p:cTn id="81" dur="1" fill="hold">
                                          <p:stCondLst>
                                            <p:cond delay="0"/>
                                          </p:stCondLst>
                                        </p:cTn>
                                        <p:tgtEl>
                                          <p:spTgt spid="22"/>
                                        </p:tgtEl>
                                        <p:attrNameLst>
                                          <p:attrName>style.visibility</p:attrName>
                                        </p:attrNameLst>
                                      </p:cBhvr>
                                      <p:to>
                                        <p:strVal val="visible"/>
                                      </p:to>
                                    </p:set>
                                    <p:animEffect transition="in" filter="fade">
                                      <p:cBhvr>
                                        <p:cTn id="82" dur="550"/>
                                        <p:tgtEl>
                                          <p:spTgt spid="22"/>
                                        </p:tgtEl>
                                      </p:cBhvr>
                                    </p:animEffect>
                                  </p:childTnLst>
                                </p:cTn>
                              </p:par>
                            </p:childTnLst>
                          </p:cTn>
                        </p:par>
                        <p:par>
                          <p:cTn id="83" fill="hold">
                            <p:stCondLst>
                              <p:cond delay="0"/>
                            </p:stCondLst>
                            <p:childTnLst>
                              <p:par>
                                <p:cTn id="84" presetID="10" presetClass="entr" presetSubtype="0" fill="hold" grpId="0" nodeType="afterEffect">
                                  <p:stCondLst>
                                    <p:cond delay="0"/>
                                  </p:stCondLst>
                                  <p:childTnLst>
                                    <p:set>
                                      <p:cBhvr>
                                        <p:cTn id="85" dur="1" fill="hold">
                                          <p:stCondLst>
                                            <p:cond delay="0"/>
                                          </p:stCondLst>
                                        </p:cTn>
                                        <p:tgtEl>
                                          <p:spTgt spid="23"/>
                                        </p:tgtEl>
                                        <p:attrNameLst>
                                          <p:attrName>style.visibility</p:attrName>
                                        </p:attrNameLst>
                                      </p:cBhvr>
                                      <p:to>
                                        <p:strVal val="visible"/>
                                      </p:to>
                                    </p:set>
                                    <p:animEffect transition="in" filter="fade">
                                      <p:cBhvr>
                                        <p:cTn id="86" dur="550"/>
                                        <p:tgtEl>
                                          <p:spTgt spid="23"/>
                                        </p:tgtEl>
                                      </p:cBhvr>
                                    </p:animEffect>
                                  </p:childTnLst>
                                </p:cTn>
                              </p:par>
                            </p:childTnLst>
                          </p:cTn>
                        </p:par>
                        <p:par>
                          <p:cTn id="87" fill="hold">
                            <p:stCondLst>
                              <p:cond delay="0"/>
                            </p:stCondLst>
                            <p:childTnLst>
                              <p:par>
                                <p:cTn id="88" presetID="10" presetClass="entr" presetSubtype="0" fill="hold" grpId="0" nodeType="afterEffect">
                                  <p:stCondLst>
                                    <p:cond delay="0"/>
                                  </p:stCondLst>
                                  <p:childTnLst>
                                    <p:set>
                                      <p:cBhvr>
                                        <p:cTn id="89" dur="1" fill="hold">
                                          <p:stCondLst>
                                            <p:cond delay="0"/>
                                          </p:stCondLst>
                                        </p:cTn>
                                        <p:tgtEl>
                                          <p:spTgt spid="24"/>
                                        </p:tgtEl>
                                        <p:attrNameLst>
                                          <p:attrName>style.visibility</p:attrName>
                                        </p:attrNameLst>
                                      </p:cBhvr>
                                      <p:to>
                                        <p:strVal val="visible"/>
                                      </p:to>
                                    </p:set>
                                    <p:animEffect transition="in" filter="fade">
                                      <p:cBhvr>
                                        <p:cTn id="90" dur="550"/>
                                        <p:tgtEl>
                                          <p:spTgt spid="24"/>
                                        </p:tgtEl>
                                      </p:cBhvr>
                                    </p:animEffect>
                                  </p:childTnLst>
                                </p:cTn>
                              </p:par>
                            </p:childTnLst>
                          </p:cTn>
                        </p:par>
                        <p:par>
                          <p:cTn id="91" fill="hold">
                            <p:stCondLst>
                              <p:cond delay="0"/>
                            </p:stCondLst>
                            <p:childTnLst>
                              <p:par>
                                <p:cTn id="92" presetID="10" presetClass="entr" presetSubtype="0" fill="hold" grpId="0" nodeType="afterEffect">
                                  <p:stCondLst>
                                    <p:cond delay="0"/>
                                  </p:stCondLst>
                                  <p:childTnLst>
                                    <p:set>
                                      <p:cBhvr>
                                        <p:cTn id="93" dur="1" fill="hold">
                                          <p:stCondLst>
                                            <p:cond delay="0"/>
                                          </p:stCondLst>
                                        </p:cTn>
                                        <p:tgtEl>
                                          <p:spTgt spid="25"/>
                                        </p:tgtEl>
                                        <p:attrNameLst>
                                          <p:attrName>style.visibility</p:attrName>
                                        </p:attrNameLst>
                                      </p:cBhvr>
                                      <p:to>
                                        <p:strVal val="visible"/>
                                      </p:to>
                                    </p:set>
                                    <p:animEffect transition="in" filter="fade">
                                      <p:cBhvr>
                                        <p:cTn id="94" dur="550"/>
                                        <p:tgtEl>
                                          <p:spTgt spid="25"/>
                                        </p:tgtEl>
                                      </p:cBhvr>
                                    </p:animEffect>
                                  </p:childTnLst>
                                </p:cTn>
                              </p:par>
                            </p:childTnLst>
                          </p:cTn>
                        </p:par>
                        <p:par>
                          <p:cTn id="95" fill="hold">
                            <p:stCondLst>
                              <p:cond delay="0"/>
                            </p:stCondLst>
                            <p:childTnLst>
                              <p:par>
                                <p:cTn id="96" presetID="10" presetClass="entr" presetSubtype="0" fill="hold" grpId="0" nodeType="afterEffect">
                                  <p:stCondLst>
                                    <p:cond delay="0"/>
                                  </p:stCondLst>
                                  <p:childTnLst>
                                    <p:set>
                                      <p:cBhvr>
                                        <p:cTn id="97" dur="1" fill="hold">
                                          <p:stCondLst>
                                            <p:cond delay="0"/>
                                          </p:stCondLst>
                                        </p:cTn>
                                        <p:tgtEl>
                                          <p:spTgt spid="26"/>
                                        </p:tgtEl>
                                        <p:attrNameLst>
                                          <p:attrName>style.visibility</p:attrName>
                                        </p:attrNameLst>
                                      </p:cBhvr>
                                      <p:to>
                                        <p:strVal val="visible"/>
                                      </p:to>
                                    </p:set>
                                    <p:animEffect transition="in" filter="fade">
                                      <p:cBhvr>
                                        <p:cTn id="98" dur="550"/>
                                        <p:tgtEl>
                                          <p:spTgt spid="26"/>
                                        </p:tgtEl>
                                      </p:cBhvr>
                                    </p:animEffect>
                                  </p:childTnLst>
                                </p:cTn>
                              </p:par>
                            </p:childTnLst>
                          </p:cTn>
                        </p:par>
                        <p:par>
                          <p:cTn id="99" fill="hold">
                            <p:stCondLst>
                              <p:cond delay="0"/>
                            </p:stCondLst>
                            <p:childTnLst>
                              <p:par>
                                <p:cTn id="100" presetID="10" presetClass="entr" presetSubtype="0" fill="hold" grpId="0" nodeType="afterEffect">
                                  <p:stCondLst>
                                    <p:cond delay="0"/>
                                  </p:stCondLst>
                                  <p:childTnLst>
                                    <p:set>
                                      <p:cBhvr>
                                        <p:cTn id="101" dur="1" fill="hold">
                                          <p:stCondLst>
                                            <p:cond delay="0"/>
                                          </p:stCondLst>
                                        </p:cTn>
                                        <p:tgtEl>
                                          <p:spTgt spid="27"/>
                                        </p:tgtEl>
                                        <p:attrNameLst>
                                          <p:attrName>style.visibility</p:attrName>
                                        </p:attrNameLst>
                                      </p:cBhvr>
                                      <p:to>
                                        <p:strVal val="visible"/>
                                      </p:to>
                                    </p:set>
                                    <p:animEffect transition="in" filter="fade">
                                      <p:cBhvr>
                                        <p:cTn id="102" dur="550"/>
                                        <p:tgtEl>
                                          <p:spTgt spid="27"/>
                                        </p:tgtEl>
                                      </p:cBhvr>
                                    </p:animEffect>
                                  </p:childTnLst>
                                </p:cTn>
                              </p:par>
                            </p:childTnLst>
                          </p:cTn>
                        </p:par>
                        <p:par>
                          <p:cTn id="103" fill="hold">
                            <p:stCondLst>
                              <p:cond delay="0"/>
                            </p:stCondLst>
                            <p:childTnLst>
                              <p:par>
                                <p:cTn id="104" presetID="10" presetClass="entr" presetSubtype="0" fill="hold" grpId="0" nodeType="afterEffect">
                                  <p:stCondLst>
                                    <p:cond delay="0"/>
                                  </p:stCondLst>
                                  <p:childTnLst>
                                    <p:set>
                                      <p:cBhvr>
                                        <p:cTn id="105" dur="1" fill="hold">
                                          <p:stCondLst>
                                            <p:cond delay="0"/>
                                          </p:stCondLst>
                                        </p:cTn>
                                        <p:tgtEl>
                                          <p:spTgt spid="28"/>
                                        </p:tgtEl>
                                        <p:attrNameLst>
                                          <p:attrName>style.visibility</p:attrName>
                                        </p:attrNameLst>
                                      </p:cBhvr>
                                      <p:to>
                                        <p:strVal val="visible"/>
                                      </p:to>
                                    </p:set>
                                    <p:animEffect transition="in" filter="fade">
                                      <p:cBhvr>
                                        <p:cTn id="106" dur="550"/>
                                        <p:tgtEl>
                                          <p:spTgt spid="28"/>
                                        </p:tgtEl>
                                      </p:cBhvr>
                                    </p:animEffect>
                                  </p:childTnLst>
                                </p:cTn>
                              </p:par>
                            </p:childTnLst>
                          </p:cTn>
                        </p:par>
                        <p:par>
                          <p:cTn id="107" fill="hold">
                            <p:stCondLst>
                              <p:cond delay="0"/>
                            </p:stCondLst>
                            <p:childTnLst>
                              <p:par>
                                <p:cTn id="108" presetID="10" presetClass="entr" presetSubtype="0" fill="hold" grpId="0" nodeType="afterEffect">
                                  <p:stCondLst>
                                    <p:cond delay="0"/>
                                  </p:stCondLst>
                                  <p:childTnLst>
                                    <p:set>
                                      <p:cBhvr>
                                        <p:cTn id="109" dur="1" fill="hold">
                                          <p:stCondLst>
                                            <p:cond delay="0"/>
                                          </p:stCondLst>
                                        </p:cTn>
                                        <p:tgtEl>
                                          <p:spTgt spid="29"/>
                                        </p:tgtEl>
                                        <p:attrNameLst>
                                          <p:attrName>style.visibility</p:attrName>
                                        </p:attrNameLst>
                                      </p:cBhvr>
                                      <p:to>
                                        <p:strVal val="visible"/>
                                      </p:to>
                                    </p:set>
                                    <p:animEffect transition="in" filter="fade">
                                      <p:cBhvr>
                                        <p:cTn id="110" dur="550"/>
                                        <p:tgtEl>
                                          <p:spTgt spid="29"/>
                                        </p:tgtEl>
                                      </p:cBhvr>
                                    </p:animEffect>
                                  </p:childTnLst>
                                </p:cTn>
                              </p:par>
                            </p:childTnLst>
                          </p:cTn>
                        </p:par>
                        <p:par>
                          <p:cTn id="111" fill="hold">
                            <p:stCondLst>
                              <p:cond delay="0"/>
                            </p:stCondLst>
                            <p:childTnLst>
                              <p:par>
                                <p:cTn id="112" presetID="10" presetClass="entr" presetSubtype="0" fill="hold" grpId="0" nodeType="afterEffect">
                                  <p:stCondLst>
                                    <p:cond delay="0"/>
                                  </p:stCondLst>
                                  <p:childTnLst>
                                    <p:set>
                                      <p:cBhvr>
                                        <p:cTn id="113" dur="1" fill="hold">
                                          <p:stCondLst>
                                            <p:cond delay="0"/>
                                          </p:stCondLst>
                                        </p:cTn>
                                        <p:tgtEl>
                                          <p:spTgt spid="30"/>
                                        </p:tgtEl>
                                        <p:attrNameLst>
                                          <p:attrName>style.visibility</p:attrName>
                                        </p:attrNameLst>
                                      </p:cBhvr>
                                      <p:to>
                                        <p:strVal val="visible"/>
                                      </p:to>
                                    </p:set>
                                    <p:animEffect transition="in" filter="fade">
                                      <p:cBhvr>
                                        <p:cTn id="114" dur="550"/>
                                        <p:tgtEl>
                                          <p:spTgt spid="30"/>
                                        </p:tgtEl>
                                      </p:cBhvr>
                                    </p:animEffect>
                                  </p:childTnLst>
                                </p:cTn>
                              </p:par>
                            </p:childTnLst>
                          </p:cTn>
                        </p:par>
                        <p:par>
                          <p:cTn id="115" fill="hold">
                            <p:stCondLst>
                              <p:cond delay="0"/>
                            </p:stCondLst>
                            <p:childTnLst>
                              <p:par>
                                <p:cTn id="116" presetID="10" presetClass="entr" presetSubtype="0" fill="hold" grpId="0" nodeType="afterEffect">
                                  <p:stCondLst>
                                    <p:cond delay="0"/>
                                  </p:stCondLst>
                                  <p:childTnLst>
                                    <p:set>
                                      <p:cBhvr>
                                        <p:cTn id="117" dur="1" fill="hold">
                                          <p:stCondLst>
                                            <p:cond delay="0"/>
                                          </p:stCondLst>
                                        </p:cTn>
                                        <p:tgtEl>
                                          <p:spTgt spid="31"/>
                                        </p:tgtEl>
                                        <p:attrNameLst>
                                          <p:attrName>style.visibility</p:attrName>
                                        </p:attrNameLst>
                                      </p:cBhvr>
                                      <p:to>
                                        <p:strVal val="visible"/>
                                      </p:to>
                                    </p:set>
                                    <p:animEffect transition="in" filter="fade">
                                      <p:cBhvr>
                                        <p:cTn id="118" dur="550"/>
                                        <p:tgtEl>
                                          <p:spTgt spid="31"/>
                                        </p:tgtEl>
                                      </p:cBhvr>
                                    </p:animEffect>
                                  </p:childTnLst>
                                </p:cTn>
                              </p:par>
                            </p:childTnLst>
                          </p:cTn>
                        </p:par>
                        <p:par>
                          <p:cTn id="119" fill="hold">
                            <p:stCondLst>
                              <p:cond delay="0"/>
                            </p:stCondLst>
                            <p:childTnLst>
                              <p:par>
                                <p:cTn id="120" presetID="10" presetClass="entr" presetSubtype="0" fill="hold" grpId="0" nodeType="afterEffect">
                                  <p:stCondLst>
                                    <p:cond delay="0"/>
                                  </p:stCondLst>
                                  <p:childTnLst>
                                    <p:set>
                                      <p:cBhvr>
                                        <p:cTn id="121" dur="1" fill="hold">
                                          <p:stCondLst>
                                            <p:cond delay="0"/>
                                          </p:stCondLst>
                                        </p:cTn>
                                        <p:tgtEl>
                                          <p:spTgt spid="32"/>
                                        </p:tgtEl>
                                        <p:attrNameLst>
                                          <p:attrName>style.visibility</p:attrName>
                                        </p:attrNameLst>
                                      </p:cBhvr>
                                      <p:to>
                                        <p:strVal val="visible"/>
                                      </p:to>
                                    </p:set>
                                    <p:animEffect transition="in" filter="fade">
                                      <p:cBhvr>
                                        <p:cTn id="122" dur="550"/>
                                        <p:tgtEl>
                                          <p:spTgt spid="32"/>
                                        </p:tgtEl>
                                      </p:cBhvr>
                                    </p:animEffect>
                                  </p:childTnLst>
                                </p:cTn>
                              </p:par>
                            </p:childTnLst>
                          </p:cTn>
                        </p:par>
                        <p:par>
                          <p:cTn id="123" fill="hold">
                            <p:stCondLst>
                              <p:cond delay="0"/>
                            </p:stCondLst>
                            <p:childTnLst>
                              <p:par>
                                <p:cTn id="124" presetID="10" presetClass="entr" presetSubtype="0" fill="hold" grpId="0" nodeType="afterEffect">
                                  <p:stCondLst>
                                    <p:cond delay="0"/>
                                  </p:stCondLst>
                                  <p:childTnLst>
                                    <p:set>
                                      <p:cBhvr>
                                        <p:cTn id="125" dur="1" fill="hold">
                                          <p:stCondLst>
                                            <p:cond delay="0"/>
                                          </p:stCondLst>
                                        </p:cTn>
                                        <p:tgtEl>
                                          <p:spTgt spid="33"/>
                                        </p:tgtEl>
                                        <p:attrNameLst>
                                          <p:attrName>style.visibility</p:attrName>
                                        </p:attrNameLst>
                                      </p:cBhvr>
                                      <p:to>
                                        <p:strVal val="visible"/>
                                      </p:to>
                                    </p:set>
                                    <p:animEffect transition="in" filter="fade">
                                      <p:cBhvr>
                                        <p:cTn id="126" dur="550"/>
                                        <p:tgtEl>
                                          <p:spTgt spid="33"/>
                                        </p:tgtEl>
                                      </p:cBhvr>
                                    </p:animEffect>
                                  </p:childTnLst>
                                </p:cTn>
                              </p:par>
                            </p:childTnLst>
                          </p:cTn>
                        </p:par>
                        <p:par>
                          <p:cTn id="127" fill="hold">
                            <p:stCondLst>
                              <p:cond delay="0"/>
                            </p:stCondLst>
                            <p:childTnLst>
                              <p:par>
                                <p:cTn id="128" presetID="10" presetClass="entr" presetSubtype="0" fill="hold" grpId="0" nodeType="afterEffect">
                                  <p:stCondLst>
                                    <p:cond delay="0"/>
                                  </p:stCondLst>
                                  <p:childTnLst>
                                    <p:set>
                                      <p:cBhvr>
                                        <p:cTn id="129" dur="1" fill="hold">
                                          <p:stCondLst>
                                            <p:cond delay="0"/>
                                          </p:stCondLst>
                                        </p:cTn>
                                        <p:tgtEl>
                                          <p:spTgt spid="34"/>
                                        </p:tgtEl>
                                        <p:attrNameLst>
                                          <p:attrName>style.visibility</p:attrName>
                                        </p:attrNameLst>
                                      </p:cBhvr>
                                      <p:to>
                                        <p:strVal val="visible"/>
                                      </p:to>
                                    </p:set>
                                    <p:animEffect transition="in" filter="fade">
                                      <p:cBhvr>
                                        <p:cTn id="130" dur="550"/>
                                        <p:tgtEl>
                                          <p:spTgt spid="34"/>
                                        </p:tgtEl>
                                      </p:cBhvr>
                                    </p:animEffect>
                                  </p:childTnLst>
                                </p:cTn>
                              </p:par>
                            </p:childTnLst>
                          </p:cTn>
                        </p:par>
                        <p:par>
                          <p:cTn id="131" fill="hold">
                            <p:stCondLst>
                              <p:cond delay="0"/>
                            </p:stCondLst>
                            <p:childTnLst>
                              <p:par>
                                <p:cTn id="132" presetID="10" presetClass="entr" presetSubtype="0" fill="hold" grpId="0" nodeType="afterEffect">
                                  <p:stCondLst>
                                    <p:cond delay="0"/>
                                  </p:stCondLst>
                                  <p:childTnLst>
                                    <p:set>
                                      <p:cBhvr>
                                        <p:cTn id="133" dur="1" fill="hold">
                                          <p:stCondLst>
                                            <p:cond delay="0"/>
                                          </p:stCondLst>
                                        </p:cTn>
                                        <p:tgtEl>
                                          <p:spTgt spid="35"/>
                                        </p:tgtEl>
                                        <p:attrNameLst>
                                          <p:attrName>style.visibility</p:attrName>
                                        </p:attrNameLst>
                                      </p:cBhvr>
                                      <p:to>
                                        <p:strVal val="visible"/>
                                      </p:to>
                                    </p:set>
                                    <p:animEffect transition="in" filter="fade">
                                      <p:cBhvr>
                                        <p:cTn id="134" dur="550"/>
                                        <p:tgtEl>
                                          <p:spTgt spid="35"/>
                                        </p:tgtEl>
                                      </p:cBhvr>
                                    </p:animEffect>
                                  </p:childTnLst>
                                </p:cTn>
                              </p:par>
                            </p:childTnLst>
                          </p:cTn>
                        </p:par>
                        <p:par>
                          <p:cTn id="135" fill="hold">
                            <p:stCondLst>
                              <p:cond delay="0"/>
                            </p:stCondLst>
                            <p:childTnLst>
                              <p:par>
                                <p:cTn id="136" presetID="10" presetClass="entr" presetSubtype="0" fill="hold" grpId="0" nodeType="afterEffect">
                                  <p:stCondLst>
                                    <p:cond delay="0"/>
                                  </p:stCondLst>
                                  <p:childTnLst>
                                    <p:set>
                                      <p:cBhvr>
                                        <p:cTn id="137" dur="1" fill="hold">
                                          <p:stCondLst>
                                            <p:cond delay="0"/>
                                          </p:stCondLst>
                                        </p:cTn>
                                        <p:tgtEl>
                                          <p:spTgt spid="36"/>
                                        </p:tgtEl>
                                        <p:attrNameLst>
                                          <p:attrName>style.visibility</p:attrName>
                                        </p:attrNameLst>
                                      </p:cBhvr>
                                      <p:to>
                                        <p:strVal val="visible"/>
                                      </p:to>
                                    </p:set>
                                    <p:animEffect transition="in" filter="fade">
                                      <p:cBhvr>
                                        <p:cTn id="138" dur="550"/>
                                        <p:tgtEl>
                                          <p:spTgt spid="36"/>
                                        </p:tgtEl>
                                      </p:cBhvr>
                                    </p:animEffect>
                                  </p:childTnLst>
                                </p:cTn>
                              </p:par>
                            </p:childTnLst>
                          </p:cTn>
                        </p:par>
                        <p:par>
                          <p:cTn id="139" fill="hold">
                            <p:stCondLst>
                              <p:cond delay="0"/>
                            </p:stCondLst>
                            <p:childTnLst>
                              <p:par>
                                <p:cTn id="140" presetID="10" presetClass="entr" presetSubtype="0" fill="hold" grpId="0" nodeType="afterEffect">
                                  <p:stCondLst>
                                    <p:cond delay="0"/>
                                  </p:stCondLst>
                                  <p:childTnLst>
                                    <p:set>
                                      <p:cBhvr>
                                        <p:cTn id="141" dur="1" fill="hold">
                                          <p:stCondLst>
                                            <p:cond delay="0"/>
                                          </p:stCondLst>
                                        </p:cTn>
                                        <p:tgtEl>
                                          <p:spTgt spid="37"/>
                                        </p:tgtEl>
                                        <p:attrNameLst>
                                          <p:attrName>style.visibility</p:attrName>
                                        </p:attrNameLst>
                                      </p:cBhvr>
                                      <p:to>
                                        <p:strVal val="visible"/>
                                      </p:to>
                                    </p:set>
                                    <p:animEffect transition="in" filter="fade">
                                      <p:cBhvr>
                                        <p:cTn id="142" dur="550"/>
                                        <p:tgtEl>
                                          <p:spTgt spid="37"/>
                                        </p:tgtEl>
                                      </p:cBhvr>
                                    </p:animEffect>
                                  </p:childTnLst>
                                </p:cTn>
                              </p:par>
                            </p:childTnLst>
                          </p:cTn>
                        </p:par>
                        <p:par>
                          <p:cTn id="143" fill="hold">
                            <p:stCondLst>
                              <p:cond delay="0"/>
                            </p:stCondLst>
                            <p:childTnLst>
                              <p:par>
                                <p:cTn id="144" presetID="10" presetClass="entr" presetSubtype="0" fill="hold" grpId="0" nodeType="afterEffect">
                                  <p:stCondLst>
                                    <p:cond delay="0"/>
                                  </p:stCondLst>
                                  <p:childTnLst>
                                    <p:set>
                                      <p:cBhvr>
                                        <p:cTn id="145" dur="1" fill="hold">
                                          <p:stCondLst>
                                            <p:cond delay="0"/>
                                          </p:stCondLst>
                                        </p:cTn>
                                        <p:tgtEl>
                                          <p:spTgt spid="38"/>
                                        </p:tgtEl>
                                        <p:attrNameLst>
                                          <p:attrName>style.visibility</p:attrName>
                                        </p:attrNameLst>
                                      </p:cBhvr>
                                      <p:to>
                                        <p:strVal val="visible"/>
                                      </p:to>
                                    </p:set>
                                    <p:animEffect transition="in" filter="fade">
                                      <p:cBhvr>
                                        <p:cTn id="146" dur="550"/>
                                        <p:tgtEl>
                                          <p:spTgt spid="38"/>
                                        </p:tgtEl>
                                      </p:cBhvr>
                                    </p:animEffect>
                                  </p:childTnLst>
                                </p:cTn>
                              </p:par>
                            </p:childTnLst>
                          </p:cTn>
                        </p:par>
                        <p:par>
                          <p:cTn id="147" fill="hold">
                            <p:stCondLst>
                              <p:cond delay="0"/>
                            </p:stCondLst>
                            <p:childTnLst>
                              <p:par>
                                <p:cTn id="148" presetID="10" presetClass="entr" presetSubtype="0" fill="hold" grpId="0" nodeType="afterEffect">
                                  <p:stCondLst>
                                    <p:cond delay="0"/>
                                  </p:stCondLst>
                                  <p:childTnLst>
                                    <p:set>
                                      <p:cBhvr>
                                        <p:cTn id="149" dur="1" fill="hold">
                                          <p:stCondLst>
                                            <p:cond delay="0"/>
                                          </p:stCondLst>
                                        </p:cTn>
                                        <p:tgtEl>
                                          <p:spTgt spid="39"/>
                                        </p:tgtEl>
                                        <p:attrNameLst>
                                          <p:attrName>style.visibility</p:attrName>
                                        </p:attrNameLst>
                                      </p:cBhvr>
                                      <p:to>
                                        <p:strVal val="visible"/>
                                      </p:to>
                                    </p:set>
                                    <p:animEffect transition="in" filter="fade">
                                      <p:cBhvr>
                                        <p:cTn id="150" dur="550"/>
                                        <p:tgtEl>
                                          <p:spTgt spid="39"/>
                                        </p:tgtEl>
                                      </p:cBhvr>
                                    </p:animEffect>
                                  </p:childTnLst>
                                </p:cTn>
                              </p:par>
                            </p:childTnLst>
                          </p:cTn>
                        </p:par>
                        <p:par>
                          <p:cTn id="151" fill="hold">
                            <p:stCondLst>
                              <p:cond delay="150"/>
                            </p:stCondLst>
                            <p:childTnLst>
                              <p:par>
                                <p:cTn id="152" presetID="53" presetClass="entr" presetSubtype="16" fill="hold" grpId="0" nodeType="afterEffect">
                                  <p:stCondLst>
                                    <p:cond delay="0"/>
                                  </p:stCondLst>
                                  <p:childTnLst>
                                    <p:set>
                                      <p:cBhvr>
                                        <p:cTn id="153" dur="1" fill="hold">
                                          <p:stCondLst>
                                            <p:cond delay="0"/>
                                          </p:stCondLst>
                                        </p:cTn>
                                        <p:tgtEl>
                                          <p:spTgt spid="40"/>
                                        </p:tgtEl>
                                        <p:attrNameLst>
                                          <p:attrName>style.visibility</p:attrName>
                                        </p:attrNameLst>
                                      </p:cBhvr>
                                      <p:to>
                                        <p:strVal val="visible"/>
                                      </p:to>
                                    </p:set>
                                    <p:animEffect transition="in" filter="fade">
                                      <p:cBhvr>
                                        <p:cTn id="154" dur="550"/>
                                        <p:tgtEl>
                                          <p:spTgt spid="40"/>
                                        </p:tgtEl>
                                      </p:cBhvr>
                                    </p:animEffect>
                                    <p:anim calcmode="lin" valueType="num">
                                      <p:cBhvr additive="base">
                                        <p:cTn id="155" dur="550" fill="hold"/>
                                        <p:tgtEl>
                                          <p:spTgt spid="40"/>
                                        </p:tgtEl>
                                        <p:attrNameLst>
                                          <p:attrName>ppt_w</p:attrName>
                                        </p:attrNameLst>
                                      </p:cBhvr>
                                      <p:tavLst>
                                        <p:tav tm="0">
                                          <p:val>
                                            <p:strVal val="0"/>
                                          </p:val>
                                        </p:tav>
                                        <p:tav tm="100000">
                                          <p:val>
                                            <p:strVal val="#ppt_w"/>
                                          </p:val>
                                        </p:tav>
                                      </p:tavLst>
                                    </p:anim>
                                    <p:anim calcmode="lin" valueType="num">
                                      <p:cBhvr additive="base">
                                        <p:cTn id="156" dur="550" fill="hold"/>
                                        <p:tgtEl>
                                          <p:spTgt spid="40"/>
                                        </p:tgtEl>
                                        <p:attrNameLst>
                                          <p:attrName>ppt_h</p:attrName>
                                        </p:attrNameLst>
                                      </p:cBhvr>
                                      <p:tavLst>
                                        <p:tav tm="0">
                                          <p:val>
                                            <p:strVal val="0"/>
                                          </p:val>
                                        </p:tav>
                                        <p:tav tm="100000">
                                          <p:val>
                                            <p:strVal val="#ppt_h"/>
                                          </p:val>
                                        </p:tav>
                                      </p:tavLst>
                                    </p:anim>
                                  </p:childTnLst>
                                </p:cTn>
                              </p:par>
                            </p:childTnLst>
                          </p:cTn>
                        </p:par>
                        <p:par>
                          <p:cTn id="157" fill="hold">
                            <p:stCondLst>
                              <p:cond delay="150"/>
                            </p:stCondLst>
                            <p:childTnLst>
                              <p:par>
                                <p:cTn id="158" presetID="53" presetClass="entr" presetSubtype="16" fill="hold" grpId="0" nodeType="afterEffect">
                                  <p:stCondLst>
                                    <p:cond delay="0"/>
                                  </p:stCondLst>
                                  <p:childTnLst>
                                    <p:set>
                                      <p:cBhvr>
                                        <p:cTn id="159" dur="1" fill="hold">
                                          <p:stCondLst>
                                            <p:cond delay="0"/>
                                          </p:stCondLst>
                                        </p:cTn>
                                        <p:tgtEl>
                                          <p:spTgt spid="41"/>
                                        </p:tgtEl>
                                        <p:attrNameLst>
                                          <p:attrName>style.visibility</p:attrName>
                                        </p:attrNameLst>
                                      </p:cBhvr>
                                      <p:to>
                                        <p:strVal val="visible"/>
                                      </p:to>
                                    </p:set>
                                    <p:animEffect transition="in" filter="fade">
                                      <p:cBhvr>
                                        <p:cTn id="160" dur="550"/>
                                        <p:tgtEl>
                                          <p:spTgt spid="41"/>
                                        </p:tgtEl>
                                      </p:cBhvr>
                                    </p:animEffect>
                                    <p:anim calcmode="lin" valueType="num">
                                      <p:cBhvr additive="base">
                                        <p:cTn id="161" dur="550" fill="hold"/>
                                        <p:tgtEl>
                                          <p:spTgt spid="41"/>
                                        </p:tgtEl>
                                        <p:attrNameLst>
                                          <p:attrName>ppt_w</p:attrName>
                                        </p:attrNameLst>
                                      </p:cBhvr>
                                      <p:tavLst>
                                        <p:tav tm="0">
                                          <p:val>
                                            <p:strVal val="0"/>
                                          </p:val>
                                        </p:tav>
                                        <p:tav tm="100000">
                                          <p:val>
                                            <p:strVal val="#ppt_w"/>
                                          </p:val>
                                        </p:tav>
                                      </p:tavLst>
                                    </p:anim>
                                    <p:anim calcmode="lin" valueType="num">
                                      <p:cBhvr additive="base">
                                        <p:cTn id="162" dur="550" fill="hold"/>
                                        <p:tgtEl>
                                          <p:spTgt spid="41"/>
                                        </p:tgtEl>
                                        <p:attrNameLst>
                                          <p:attrName>ppt_h</p:attrName>
                                        </p:attrNameLst>
                                      </p:cBhvr>
                                      <p:tavLst>
                                        <p:tav tm="0">
                                          <p:val>
                                            <p:strVal val="0"/>
                                          </p:val>
                                        </p:tav>
                                        <p:tav tm="100000">
                                          <p:val>
                                            <p:strVal val="#ppt_h"/>
                                          </p:val>
                                        </p:tav>
                                      </p:tavLst>
                                    </p:anim>
                                  </p:childTnLst>
                                </p:cTn>
                              </p:par>
                            </p:childTnLst>
                          </p:cTn>
                        </p:par>
                        <p:par>
                          <p:cTn id="163" fill="hold">
                            <p:stCondLst>
                              <p:cond delay="150"/>
                            </p:stCondLst>
                            <p:childTnLst>
                              <p:par>
                                <p:cTn id="164" presetID="10" presetClass="entr" presetSubtype="0" fill="hold" grpId="0" nodeType="afterEffect">
                                  <p:stCondLst>
                                    <p:cond delay="0"/>
                                  </p:stCondLst>
                                  <p:childTnLst>
                                    <p:set>
                                      <p:cBhvr>
                                        <p:cTn id="165" dur="1" fill="hold">
                                          <p:stCondLst>
                                            <p:cond delay="0"/>
                                          </p:stCondLst>
                                        </p:cTn>
                                        <p:tgtEl>
                                          <p:spTgt spid="42"/>
                                        </p:tgtEl>
                                        <p:attrNameLst>
                                          <p:attrName>style.visibility</p:attrName>
                                        </p:attrNameLst>
                                      </p:cBhvr>
                                      <p:to>
                                        <p:strVal val="visible"/>
                                      </p:to>
                                    </p:set>
                                    <p:animEffect transition="in" filter="fade">
                                      <p:cBhvr>
                                        <p:cTn id="166" dur="550"/>
                                        <p:tgtEl>
                                          <p:spTgt spid="42"/>
                                        </p:tgtEl>
                                      </p:cBhvr>
                                    </p:animEffect>
                                  </p:childTnLst>
                                </p:cTn>
                              </p:par>
                            </p:childTnLst>
                          </p:cTn>
                        </p:par>
                        <p:par>
                          <p:cTn id="167" fill="hold">
                            <p:stCondLst>
                              <p:cond delay="350"/>
                            </p:stCondLst>
                            <p:childTnLst>
                              <p:par>
                                <p:cTn id="168" presetID="53" presetClass="entr" presetSubtype="16" fill="hold" grpId="0" nodeType="afterEffect">
                                  <p:stCondLst>
                                    <p:cond delay="0"/>
                                  </p:stCondLst>
                                  <p:childTnLst>
                                    <p:set>
                                      <p:cBhvr>
                                        <p:cTn id="169" dur="1" fill="hold">
                                          <p:stCondLst>
                                            <p:cond delay="0"/>
                                          </p:stCondLst>
                                        </p:cTn>
                                        <p:tgtEl>
                                          <p:spTgt spid="43"/>
                                        </p:tgtEl>
                                        <p:attrNameLst>
                                          <p:attrName>style.visibility</p:attrName>
                                        </p:attrNameLst>
                                      </p:cBhvr>
                                      <p:to>
                                        <p:strVal val="visible"/>
                                      </p:to>
                                    </p:set>
                                    <p:animEffect transition="in" filter="fade">
                                      <p:cBhvr>
                                        <p:cTn id="170" dur="550"/>
                                        <p:tgtEl>
                                          <p:spTgt spid="43"/>
                                        </p:tgtEl>
                                      </p:cBhvr>
                                    </p:animEffect>
                                    <p:anim calcmode="lin" valueType="num">
                                      <p:cBhvr additive="base">
                                        <p:cTn id="171" dur="550" fill="hold"/>
                                        <p:tgtEl>
                                          <p:spTgt spid="43"/>
                                        </p:tgtEl>
                                        <p:attrNameLst>
                                          <p:attrName>ppt_w</p:attrName>
                                        </p:attrNameLst>
                                      </p:cBhvr>
                                      <p:tavLst>
                                        <p:tav tm="0">
                                          <p:val>
                                            <p:strVal val="0"/>
                                          </p:val>
                                        </p:tav>
                                        <p:tav tm="100000">
                                          <p:val>
                                            <p:strVal val="#ppt_w"/>
                                          </p:val>
                                        </p:tav>
                                      </p:tavLst>
                                    </p:anim>
                                    <p:anim calcmode="lin" valueType="num">
                                      <p:cBhvr additive="base">
                                        <p:cTn id="172" dur="550" fill="hold"/>
                                        <p:tgtEl>
                                          <p:spTgt spid="43"/>
                                        </p:tgtEl>
                                        <p:attrNameLst>
                                          <p:attrName>ppt_h</p:attrName>
                                        </p:attrNameLst>
                                      </p:cBhvr>
                                      <p:tavLst>
                                        <p:tav tm="0">
                                          <p:val>
                                            <p:strVal val="0"/>
                                          </p:val>
                                        </p:tav>
                                        <p:tav tm="100000">
                                          <p:val>
                                            <p:strVal val="#ppt_h"/>
                                          </p:val>
                                        </p:tav>
                                      </p:tavLst>
                                    </p:anim>
                                  </p:childTnLst>
                                </p:cTn>
                              </p:par>
                            </p:childTnLst>
                          </p:cTn>
                        </p:par>
                        <p:par>
                          <p:cTn id="173" fill="hold">
                            <p:stCondLst>
                              <p:cond delay="450"/>
                            </p:stCondLst>
                            <p:childTnLst>
                              <p:par>
                                <p:cTn id="174" presetID="10" presetClass="entr" presetSubtype="0" fill="hold" grpId="0" nodeType="afterEffect">
                                  <p:stCondLst>
                                    <p:cond delay="0"/>
                                  </p:stCondLst>
                                  <p:childTnLst>
                                    <p:set>
                                      <p:cBhvr>
                                        <p:cTn id="175" dur="1" fill="hold">
                                          <p:stCondLst>
                                            <p:cond delay="0"/>
                                          </p:stCondLst>
                                        </p:cTn>
                                        <p:tgtEl>
                                          <p:spTgt spid="44"/>
                                        </p:tgtEl>
                                        <p:attrNameLst>
                                          <p:attrName>style.visibility</p:attrName>
                                        </p:attrNameLst>
                                      </p:cBhvr>
                                      <p:to>
                                        <p:strVal val="visible"/>
                                      </p:to>
                                    </p:set>
                                    <p:animEffect transition="in" filter="fade">
                                      <p:cBhvr>
                                        <p:cTn id="176" dur="550"/>
                                        <p:tgtEl>
                                          <p:spTgt spid="44"/>
                                        </p:tgtEl>
                                      </p:cBhvr>
                                    </p:animEffect>
                                  </p:childTnLst>
                                </p:cTn>
                              </p:par>
                            </p:childTnLst>
                          </p:cTn>
                        </p:par>
                        <p:par>
                          <p:cTn id="177" fill="hold">
                            <p:stCondLst>
                              <p:cond delay="550"/>
                            </p:stCondLst>
                            <p:childTnLst>
                              <p:par>
                                <p:cTn id="178" presetID="2" presetClass="entr" presetSubtype="8" fill="hold" grpId="0" nodeType="afterEffect">
                                  <p:stCondLst>
                                    <p:cond delay="0"/>
                                  </p:stCondLst>
                                  <p:childTnLst>
                                    <p:set>
                                      <p:cBhvr>
                                        <p:cTn id="179" dur="1" fill="hold">
                                          <p:stCondLst>
                                            <p:cond delay="0"/>
                                          </p:stCondLst>
                                        </p:cTn>
                                        <p:tgtEl>
                                          <p:spTgt spid="45"/>
                                        </p:tgtEl>
                                        <p:attrNameLst>
                                          <p:attrName>style.visibility</p:attrName>
                                        </p:attrNameLst>
                                      </p:cBhvr>
                                      <p:to>
                                        <p:strVal val="visible"/>
                                      </p:to>
                                    </p:set>
                                    <p:anim calcmode="lin" valueType="num">
                                      <p:cBhvr additive="base">
                                        <p:cTn id="181" dur="550" fill="hold"/>
                                        <p:tgtEl>
                                          <p:spTgt spid="45"/>
                                        </p:tgtEl>
                                        <p:attrNameLst>
                                          <p:attrName>ppt_x</p:attrName>
                                        </p:attrNameLst>
                                      </p:cBhvr>
                                      <p:tavLst>
                                        <p:tav tm="0">
                                          <p:val>
                                            <p:strVal val="0-#ppt_w/2"/>
                                          </p:val>
                                        </p:tav>
                                        <p:tav tm="100000">
                                          <p:val>
                                            <p:strVal val="#ppt_x"/>
                                          </p:val>
                                        </p:tav>
                                      </p:tavLst>
                                    </p:anim>
                                    <p:anim calcmode="lin" valueType="num">
                                      <p:cBhvr additive="base">
                                        <p:cTn id="182" dur="550" fill="hold"/>
                                        <p:tgtEl>
                                          <p:spTgt spid="45"/>
                                        </p:tgtEl>
                                        <p:attrNameLst>
                                          <p:attrName>ppt_y</p:attrName>
                                        </p:attrNameLst>
                                      </p:cBhvr>
                                      <p:tavLst>
                                        <p:tav tm="0">
                                          <p:val>
                                            <p:strVal val="#ppt_y"/>
                                          </p:val>
                                        </p:tav>
                                        <p:tav tm="100000">
                                          <p:val>
                                            <p:strVal val="#ppt_y"/>
                                          </p:val>
                                        </p:tav>
                                      </p:tavLst>
                                    </p:anim>
                                  </p:childTnLst>
                                </p:cTn>
                              </p:par>
                            </p:childTnLst>
                          </p:cTn>
                        </p:par>
                        <p:par>
                          <p:cTn id="183" fill="hold">
                            <p:stCondLst>
                              <p:cond delay="650"/>
                            </p:stCondLst>
                            <p:childTnLst>
                              <p:par>
                                <p:cTn id="184" presetID="22" presetClass="entr" presetSubtype="8" fill="hold" grpId="0" nodeType="afterEffect">
                                  <p:stCondLst>
                                    <p:cond delay="0"/>
                                  </p:stCondLst>
                                  <p:childTnLst>
                                    <p:set>
                                      <p:cBhvr>
                                        <p:cTn id="185" dur="1" fill="hold">
                                          <p:stCondLst>
                                            <p:cond delay="0"/>
                                          </p:stCondLst>
                                        </p:cTn>
                                        <p:tgtEl>
                                          <p:spTgt spid="46"/>
                                        </p:tgtEl>
                                        <p:attrNameLst>
                                          <p:attrName>style.visibility</p:attrName>
                                        </p:attrNameLst>
                                      </p:cBhvr>
                                      <p:to>
                                        <p:strVal val="visible"/>
                                      </p:to>
                                    </p:set>
                                    <p:animEffect transition="in" filter="wipe(left)">
                                      <p:cBhvr>
                                        <p:cTn id="187" dur="800"/>
                                        <p:tgtEl>
                                          <p:spTgt spid="46"/>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28" grpId="0" animBg="1"/>
      <p:bldP spid="29" grpId="0" animBg="1"/>
      <p:bldP spid="30" grpId="0" animBg="1"/>
      <p:bldP spid="31" grpId="0" animBg="1"/>
      <p:bldP spid="32" grpId="0" animBg="1"/>
      <p:bldP spid="33" grpId="0" animBg="1"/>
      <p:bldP spid="34" grpId="0" animBg="1"/>
      <p:bldP spid="35" grpId="0" animBg="1"/>
      <p:bldP spid="36" grpId="0" animBg="1"/>
      <p:bldP spid="37" grpId="0" animBg="1"/>
      <p:bldP spid="38" grpId="0" animBg="1"/>
      <p:bldP spid="39" grpId="0" animBg="1"/>
      <p:bldP spid="40" grpId="0" animBg="1"/>
      <p:bldP spid="42" grpId="0" animBg="1"/>
      <p:bldP spid="43" grpId="0" animBg="1"/>
      <p:bldP spid="44" grpId="0" animBg="1"/>
      <p:bldP spid="45" grpId="0" animBg="1"/>
      <p:bldP spid="46" grpId="0" animBg="1"/>
    </p:bldLst>
  </p:timing>
</p:sld>
</file>

<file path=ppt/slides/slide1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2000" cy="6858000"/>
          </a:xfrm>
          <a:prstGeom prst="rect">
            <a:avLst/>
          </a:prstGeom>
          <a:gradFill rotWithShape="1">
            <a:gsLst>
              <a:gs pos="0">
                <a:srgbClr val="070B1A"/>
              </a:gs>
              <a:gs pos="100000">
                <a:srgbClr val="141C44"/>
              </a:gs>
            </a:gsLst>
            <a:lin scaled="0" ang="13500000"/>
          </a:gra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cxnSp>
        <p:nvCxnSpPr>
          <p:cNvPr id="3" name="Connector 2"/>
          <p:cNvCxnSpPr/>
          <p:nvPr/>
        </p:nvCxnSpPr>
        <p:spPr>
          <a:xfrm flipV="1">
            <a:off x="10350000" y="305000"/>
            <a:ext cx="750000" cy="75000"/>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cxnSp>
        <p:nvCxnSpPr>
          <p:cNvPr id="4" name="Connector 3"/>
          <p:cNvCxnSpPr/>
          <p:nvPr/>
        </p:nvCxnSpPr>
        <p:spPr>
          <a:xfrm>
            <a:off x="10350000" y="380000"/>
            <a:ext cx="750000" cy="150000"/>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cxnSp>
        <p:nvCxnSpPr>
          <p:cNvPr id="5" name="Connector 4"/>
          <p:cNvCxnSpPr/>
          <p:nvPr/>
        </p:nvCxnSpPr>
        <p:spPr>
          <a:xfrm>
            <a:off x="10350000" y="380000"/>
            <a:ext cx="750000" cy="375000"/>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cxnSp>
        <p:nvCxnSpPr>
          <p:cNvPr id="6" name="Connector 5"/>
          <p:cNvCxnSpPr/>
          <p:nvPr/>
        </p:nvCxnSpPr>
        <p:spPr>
          <a:xfrm flipV="1">
            <a:off x="10350000" y="530000"/>
            <a:ext cx="750000" cy="150000"/>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cxnSp>
        <p:nvCxnSpPr>
          <p:cNvPr id="7" name="Connector 6"/>
          <p:cNvCxnSpPr/>
          <p:nvPr/>
        </p:nvCxnSpPr>
        <p:spPr>
          <a:xfrm>
            <a:off x="11100000" y="305000"/>
            <a:ext cx="750000" cy="75000"/>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cxnSp>
        <p:nvCxnSpPr>
          <p:cNvPr id="8" name="Connector 7"/>
          <p:cNvCxnSpPr/>
          <p:nvPr/>
        </p:nvCxnSpPr>
        <p:spPr>
          <a:xfrm flipV="1">
            <a:off x="11100000" y="380000"/>
            <a:ext cx="750000" cy="150000"/>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cxnSp>
        <p:nvCxnSpPr>
          <p:cNvPr id="9" name="Connector 8"/>
          <p:cNvCxnSpPr/>
          <p:nvPr/>
        </p:nvCxnSpPr>
        <p:spPr>
          <a:xfrm>
            <a:off x="11100000" y="530000"/>
            <a:ext cx="750000" cy="150000"/>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cxnSp>
        <p:nvCxnSpPr>
          <p:cNvPr id="10" name="Connector 9"/>
          <p:cNvCxnSpPr/>
          <p:nvPr/>
        </p:nvCxnSpPr>
        <p:spPr>
          <a:xfrm flipV="1">
            <a:off x="11100000" y="380000"/>
            <a:ext cx="750000" cy="375000"/>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cxnSp>
        <p:nvCxnSpPr>
          <p:cNvPr id="11" name="Connector 10"/>
          <p:cNvCxnSpPr/>
          <p:nvPr/>
        </p:nvCxnSpPr>
        <p:spPr>
          <a:xfrm flipV="1">
            <a:off x="11100000" y="680000"/>
            <a:ext cx="750000" cy="75000"/>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sp>
        <p:nvSpPr>
          <p:cNvPr id="12" name="Oval 11"/>
          <p:cNvSpPr/>
          <p:nvPr/>
        </p:nvSpPr>
        <p:spPr>
          <a:xfrm>
            <a:off x="10280000" y="310000"/>
            <a:ext cx="140000" cy="140000"/>
          </a:xfrm>
          <a:prstGeom prst="ellipse">
            <a:avLst/>
          </a:prstGeom>
          <a:solidFill>
            <a:srgbClr val="3B4C8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Oval 12"/>
          <p:cNvSpPr/>
          <p:nvPr/>
        </p:nvSpPr>
        <p:spPr>
          <a:xfrm>
            <a:off x="10280000" y="610000"/>
            <a:ext cx="140000" cy="140000"/>
          </a:xfrm>
          <a:prstGeom prst="ellipse">
            <a:avLst/>
          </a:prstGeom>
          <a:solidFill>
            <a:srgbClr val="3B4C8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Oval 13"/>
          <p:cNvSpPr/>
          <p:nvPr/>
        </p:nvSpPr>
        <p:spPr>
          <a:xfrm>
            <a:off x="11030000" y="235000"/>
            <a:ext cx="140000" cy="140000"/>
          </a:xfrm>
          <a:prstGeom prst="ellipse">
            <a:avLst/>
          </a:prstGeom>
          <a:solidFill>
            <a:srgbClr val="3B4C8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Oval 14"/>
          <p:cNvSpPr/>
          <p:nvPr/>
        </p:nvSpPr>
        <p:spPr>
          <a:xfrm>
            <a:off x="11030000" y="460000"/>
            <a:ext cx="140000" cy="140000"/>
          </a:xfrm>
          <a:prstGeom prst="ellipse">
            <a:avLst/>
          </a:prstGeom>
          <a:solidFill>
            <a:srgbClr val="3B4C8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Oval 15"/>
          <p:cNvSpPr/>
          <p:nvPr/>
        </p:nvSpPr>
        <p:spPr>
          <a:xfrm>
            <a:off x="11030000" y="685000"/>
            <a:ext cx="140000" cy="140000"/>
          </a:xfrm>
          <a:prstGeom prst="ellipse">
            <a:avLst/>
          </a:prstGeom>
          <a:solidFill>
            <a:srgbClr val="3B4C8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Oval 16"/>
          <p:cNvSpPr/>
          <p:nvPr/>
        </p:nvSpPr>
        <p:spPr>
          <a:xfrm>
            <a:off x="11780000" y="310000"/>
            <a:ext cx="140000" cy="140000"/>
          </a:xfrm>
          <a:prstGeom prst="ellipse">
            <a:avLst/>
          </a:prstGeom>
          <a:solidFill>
            <a:srgbClr val="3B4C8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Oval 17"/>
          <p:cNvSpPr/>
          <p:nvPr/>
        </p:nvSpPr>
        <p:spPr>
          <a:xfrm>
            <a:off x="11780000" y="610000"/>
            <a:ext cx="140000" cy="140000"/>
          </a:xfrm>
          <a:prstGeom prst="ellipse">
            <a:avLst/>
          </a:prstGeom>
          <a:solidFill>
            <a:srgbClr val="3B4C8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500000" y="160000"/>
            <a:ext cx="9600000" cy="300000"/>
          </a:xfrm>
          <a:prstGeom prst="rect">
            <a:avLst/>
          </a:prstGeom>
          <a:noFill/>
        </p:spPr>
        <p:txBody>
          <a:bodyPr wrap="square" anchor="t" lIns="50800" rIns="50800">
            <a:spAutoFit/>
          </a:bodyPr>
          <a:lstStyle/>
          <a:p>
            <a:pPr algn="l"/>
            <a:r>
              <a:rPr sz="1100" b="1">
                <a:solidFill>
                  <a:srgbClr val="22D3EE"/>
                </a:solidFill>
                <a:latin typeface="Segoe UI"/>
              </a:rPr>
              <a:t>◆ 3-REJA</a:t>
            </a:r>
          </a:p>
        </p:txBody>
      </p:sp>
      <p:sp>
        <p:nvSpPr>
          <p:cNvPr id="20" name="TextBox 19"/>
          <p:cNvSpPr txBox="1"/>
          <p:nvPr/>
        </p:nvSpPr>
        <p:spPr>
          <a:xfrm>
            <a:off x="500000" y="400000"/>
            <a:ext cx="9800000" cy="650000"/>
          </a:xfrm>
          <a:prstGeom prst="rect">
            <a:avLst/>
          </a:prstGeom>
          <a:noFill/>
        </p:spPr>
        <p:txBody>
          <a:bodyPr wrap="square" anchor="ctr" lIns="50800" rIns="50800">
            <a:spAutoFit/>
          </a:bodyPr>
          <a:lstStyle/>
          <a:p>
            <a:pPr algn="l"/>
            <a:r>
              <a:rPr sz="2600" b="1">
                <a:solidFill>
                  <a:srgbClr val="E8EEFA"/>
                </a:solidFill>
                <a:latin typeface="Segoe UI"/>
              </a:rPr>
              <a:t>Himoya usullari va ularning chegaralari</a:t>
            </a:r>
          </a:p>
        </p:txBody>
      </p:sp>
      <p:sp>
        <p:nvSpPr>
          <p:cNvPr id="21" name="Rectangle 20"/>
          <p:cNvSpPr/>
          <p:nvPr/>
        </p:nvSpPr>
        <p:spPr>
          <a:xfrm>
            <a:off x="560000" y="1080000"/>
            <a:ext cx="1700000" cy="45000"/>
          </a:xfrm>
          <a:prstGeom prst="rect">
            <a:avLst/>
          </a:prstGeom>
          <a:gradFill rotWithShape="1">
            <a:gsLst>
              <a:gs pos="0">
                <a:srgbClr val="22D3EE"/>
              </a:gs>
              <a:gs pos="100000">
                <a:srgbClr val="8B5CF6"/>
              </a:gs>
            </a:gsLst>
            <a:lin scaled="0" ang="0"/>
          </a:gra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TextBox 21"/>
          <p:cNvSpPr txBox="1"/>
          <p:nvPr/>
        </p:nvSpPr>
        <p:spPr>
          <a:xfrm>
            <a:off x="500000" y="6450000"/>
            <a:ext cx="9500000" cy="280000"/>
          </a:xfrm>
          <a:prstGeom prst="rect">
            <a:avLst/>
          </a:prstGeom>
          <a:noFill/>
        </p:spPr>
        <p:txBody>
          <a:bodyPr wrap="square" anchor="t" lIns="50800" rIns="50800">
            <a:spAutoFit/>
          </a:bodyPr>
          <a:lstStyle/>
          <a:p>
            <a:pPr algn="l"/>
            <a:r>
              <a:rPr sz="900" b="0">
                <a:solidFill>
                  <a:srgbClr val="707EAA"/>
                </a:solidFill>
                <a:latin typeface="Segoe UI"/>
              </a:rPr>
              <a:t>M9 · Tizimlarining ishonchliligi va axborot xavfsizligi</a:t>
            </a:r>
          </a:p>
        </p:txBody>
      </p:sp>
      <p:sp>
        <p:nvSpPr>
          <p:cNvPr id="23" name="Rounded Rectangle 22"/>
          <p:cNvSpPr/>
          <p:nvPr/>
        </p:nvSpPr>
        <p:spPr>
          <a:xfrm>
            <a:off x="11000000" y="6430000"/>
            <a:ext cx="700000" cy="270000"/>
          </a:xfrm>
          <a:prstGeom prst="roundRect">
            <a:avLst/>
          </a:prstGeom>
          <a:solidFill>
            <a:srgbClr val="121936"/>
          </a:solidFill>
          <a:ln w="12700">
            <a:solidFill>
              <a:srgbClr val="2A356E"/>
            </a:solidFill>
          </a:ln>
          <a:effectLst/>
        </p:spPr>
        <p:style>
          <a:lnRef idx="1">
            <a:schemeClr val="accent1"/>
          </a:lnRef>
          <a:fillRef idx="3">
            <a:schemeClr val="accent1"/>
          </a:fillRef>
          <a:effectRef idx="2">
            <a:schemeClr val="accent1"/>
          </a:effectRef>
          <a:fontRef idx="minor">
            <a:schemeClr val="lt1"/>
          </a:fontRef>
        </p:style>
        <p:txBody>
          <a:bodyPr rtlCol="0" anchor="ctr" tIns="0" bIns="0"/>
          <a:lstStyle/>
          <a:p>
            <a:pPr algn="ctr"/>
            <a:r>
              <a:rPr sz="1000" b="1">
                <a:solidFill>
                  <a:srgbClr val="22D3EE"/>
                </a:solidFill>
                <a:latin typeface="Segoe UI"/>
              </a:rPr>
              <a:t>15</a:t>
            </a:r>
          </a:p>
        </p:txBody>
      </p:sp>
      <p:sp>
        <p:nvSpPr>
          <p:cNvPr id="24" name="Rounded Rectangle 23"/>
          <p:cNvSpPr/>
          <p:nvPr/>
        </p:nvSpPr>
        <p:spPr>
          <a:xfrm>
            <a:off x="7520000" y="1330000"/>
            <a:ext cx="4250000" cy="4650000"/>
          </a:xfrm>
          <a:prstGeom prst="roundRect">
            <a:avLst>
              <a:gd name="adj" fmla="val 5000"/>
            </a:avLst>
          </a:prstGeom>
          <a:noFill/>
          <a:ln w="15875">
            <a:solidFill>
              <a:srgbClr val="8B5CF6"/>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25" name="Picture 24" descr="6c6a6b77c1bfffd5.jpg"/>
          <p:cNvPicPr>
            <a:picLocks noChangeAspect="1"/>
          </p:cNvPicPr>
          <p:nvPr/>
        </p:nvPicPr>
        <p:blipFill>
          <a:blip r:embed="rId2"/>
          <a:srcRect l="18127" r="18127"/>
          <a:stretch>
            <a:fillRect/>
          </a:stretch>
        </p:blipFill>
        <p:spPr>
          <a:xfrm>
            <a:off x="7620000" y="1430000"/>
            <a:ext cx="4050000" cy="4250000"/>
          </a:xfrm>
          <a:prstGeom prst="roundRect">
            <a:avLst/>
          </a:prstGeom>
          <a:ln w="19050">
            <a:solidFill>
              <a:srgbClr val="22D3EE"/>
            </a:solidFill>
          </a:ln>
        </p:spPr>
      </p:pic>
      <p:sp>
        <p:nvSpPr>
          <p:cNvPr id="26" name="TextBox 25"/>
          <p:cNvSpPr txBox="1"/>
          <p:nvPr/>
        </p:nvSpPr>
        <p:spPr>
          <a:xfrm>
            <a:off x="7620000" y="5710000"/>
            <a:ext cx="4050000" cy="260000"/>
          </a:xfrm>
          <a:prstGeom prst="rect">
            <a:avLst/>
          </a:prstGeom>
          <a:noFill/>
        </p:spPr>
        <p:txBody>
          <a:bodyPr wrap="square" anchor="t" lIns="50800" rIns="50800">
            <a:spAutoFit/>
          </a:bodyPr>
          <a:lstStyle/>
          <a:p>
            <a:pPr algn="l"/>
            <a:r>
              <a:rPr sz="800" b="0">
                <a:solidFill>
                  <a:srgbClr val="707EAA"/>
                </a:solidFill>
                <a:latin typeface="Segoe UI"/>
              </a:rPr>
              <a:t>Rasm: Kenneth  Allen · Wikimedia Commons · CC BY-SA 2.0</a:t>
            </a:r>
          </a:p>
        </p:txBody>
      </p:sp>
      <p:sp>
        <p:nvSpPr>
          <p:cNvPr id="27" name="Rounded Rectangle 26"/>
          <p:cNvSpPr/>
          <p:nvPr/>
        </p:nvSpPr>
        <p:spPr>
          <a:xfrm>
            <a:off x="7750000" y="1560000"/>
            <a:ext cx="1700000" cy="300000"/>
          </a:xfrm>
          <a:prstGeom prst="roundRect">
            <a:avLst/>
          </a:prstGeom>
          <a:solidFill>
            <a:srgbClr val="070B1A"/>
          </a:solidFill>
          <a:ln w="12700">
            <a:solidFill>
              <a:srgbClr val="22D3EE"/>
            </a:solidFill>
          </a:ln>
          <a:effectLst/>
        </p:spPr>
        <p:style>
          <a:lnRef idx="1">
            <a:schemeClr val="accent1"/>
          </a:lnRef>
          <a:fillRef idx="3">
            <a:schemeClr val="accent1"/>
          </a:fillRef>
          <a:effectRef idx="2">
            <a:schemeClr val="accent1"/>
          </a:effectRef>
          <a:fontRef idx="minor">
            <a:schemeClr val="lt1"/>
          </a:fontRef>
        </p:style>
        <p:txBody>
          <a:bodyPr rtlCol="0" anchor="ctr" tIns="0" bIns="0"/>
          <a:lstStyle/>
          <a:p>
            <a:pPr algn="ctr"/>
            <a:r>
              <a:rPr sz="900" b="1">
                <a:solidFill>
                  <a:srgbClr val="22D3EE"/>
                </a:solidFill>
                <a:latin typeface="Segoe UI"/>
              </a:rPr>
              <a:t>⚙ AMALIYOTDA</a:t>
            </a:r>
          </a:p>
        </p:txBody>
      </p:sp>
      <p:sp>
        <p:nvSpPr>
          <p:cNvPr id="28" name="Rounded Rectangle 27"/>
          <p:cNvSpPr/>
          <p:nvPr/>
        </p:nvSpPr>
        <p:spPr>
          <a:xfrm>
            <a:off x="550000" y="2568868"/>
            <a:ext cx="6750000" cy="2442264"/>
          </a:xfrm>
          <a:prstGeom prst="roundRect">
            <a:avLst>
              <a:gd name="adj" fmla="val 12000"/>
            </a:avLst>
          </a:prstGeom>
          <a:solidFill>
            <a:srgbClr val="121936"/>
          </a:solidFill>
          <a:ln w="12700">
            <a:solidFill>
              <a:srgbClr val="2A356E"/>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Rectangle 28"/>
          <p:cNvSpPr/>
          <p:nvPr/>
        </p:nvSpPr>
        <p:spPr>
          <a:xfrm>
            <a:off x="550000" y="2648868"/>
            <a:ext cx="50000" cy="2282264"/>
          </a:xfrm>
          <a:prstGeom prst="rect">
            <a:avLst/>
          </a:prstGeom>
          <a:solidFill>
            <a:srgbClr val="22D3E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 name="Oval 29"/>
          <p:cNvSpPr/>
          <p:nvPr/>
        </p:nvSpPr>
        <p:spPr>
          <a:xfrm>
            <a:off x="760000" y="3590000"/>
            <a:ext cx="400000" cy="400000"/>
          </a:xfrm>
          <a:prstGeom prst="ellipse">
            <a:avLst/>
          </a:prstGeom>
          <a:noFill/>
          <a:ln w="25400">
            <a:solidFill>
              <a:srgbClr val="22D3EE"/>
            </a:solidFill>
          </a:ln>
          <a:effectLst/>
        </p:spPr>
        <p:style>
          <a:lnRef idx="1">
            <a:schemeClr val="accent1"/>
          </a:lnRef>
          <a:fillRef idx="3">
            <a:schemeClr val="accent1"/>
          </a:fillRef>
          <a:effectRef idx="2">
            <a:schemeClr val="accent1"/>
          </a:effectRef>
          <a:fontRef idx="minor">
            <a:schemeClr val="lt1"/>
          </a:fontRef>
        </p:style>
        <p:txBody>
          <a:bodyPr rtlCol="0" anchor="ctr" lIns="0" rIns="0"/>
          <a:lstStyle/>
          <a:p>
            <a:pPr algn="ctr"/>
            <a:r>
              <a:rPr sz="1200" b="1">
                <a:solidFill>
                  <a:srgbClr val="22D3EE"/>
                </a:solidFill>
                <a:latin typeface="Segoe UI"/>
              </a:rPr>
              <a:t>01</a:t>
            </a:r>
          </a:p>
        </p:txBody>
      </p:sp>
      <p:sp>
        <p:nvSpPr>
          <p:cNvPr id="31" name="TextBox 30"/>
          <p:cNvSpPr txBox="1"/>
          <p:nvPr/>
        </p:nvSpPr>
        <p:spPr>
          <a:xfrm>
            <a:off x="1300000" y="2608868"/>
            <a:ext cx="5900000" cy="2362264"/>
          </a:xfrm>
          <a:prstGeom prst="rect">
            <a:avLst/>
          </a:prstGeom>
          <a:noFill/>
        </p:spPr>
        <p:txBody>
          <a:bodyPr wrap="square" anchor="ctr">
            <a:spAutoFit/>
          </a:bodyPr>
          <a:lstStyle/>
          <a:p>
            <a:r>
              <a:rPr sz="1500" b="1">
                <a:solidFill>
                  <a:srgbClr val="E8EEFA"/>
                </a:solidFill>
                <a:latin typeface="Segoe UI"/>
              </a:rPr>
              <a:t>Eng ishonchli empirik himoya — adversarial o'qitish (adversarial training).</a:t>
            </a:r>
          </a:p>
          <a:p>
            <a:pPr>
              <a:spcBef>
                <a:spcPts val="400"/>
              </a:spcBef>
            </a:pPr>
            <a:r>
              <a:rPr sz="1400">
                <a:solidFill>
                  <a:srgbClr val="AEBBD9"/>
                </a:solidFill>
                <a:latin typeface="Segoe UI"/>
              </a:rPr>
              <a:t>G'oya oddiy: har bir mini-partiyada toza namunalar o'rniga (yoki ular bilan birga) PGD yordamida yasalgan adversarial namunalarda o'qitish, ya'ni min_θ E[max_{||δ||≤ε} L(f_θ(x+δ), y)] min-max masalasini yechish. Madry va hamkasblarining natijalariga ko'ra, CIFAR-10'da ResNet modelining PGD (ε = 8/255) ostidagi aniqligi 0 foizdan 45–50 foizgacha ko'tariladi, biroq toza aniqlik 95 foizdan 85–87 foizgacha tushadi.</a:t>
            </a:r>
          </a:p>
        </p:txBody>
      </p:sp>
    </p:spTree>
  </p:cSld>
  <p:clrMapOvr>
    <a:masterClrMapping/>
  </p:clrMapOvr>
  <p:transition spd="med">
    <p:fade/>
  </p:transition>
  <p:timing>
    <p:tnLst>
      <p:par>
        <p:cTn id="1" dur="indefinite" restart="never" nodeType="tmRoot">
          <p:childTnLst>
            <p:seq concurrent="1" nextAc="seek">
              <p:cTn id="2" dur="indefinite" nodeType="mainSeq">
                <p:childTnLst>
                  <p:par>
                    <p:cTn id="56" fill="hold">
                      <p:stCondLst>
                        <p:cond delay="indefinite"/>
                        <p:cond evt="onBegin" delay="0">
                          <p:tn val="2"/>
                        </p:cond>
                      </p:stCondLst>
                      <p:childTnLst>
                        <p:par>
                          <p:cTn id="3" fill="hold">
                            <p:stCondLst>
                              <p:cond delay="0"/>
                            </p:stCondLst>
                            <p:childTnLst>
                              <p:par>
                                <p:cTn id="4" presetID="10" presetClass="entr" presetSubtype="0" fill="hold" grpId="0" nodeType="withEffect">
                                  <p:stCondLst>
                                    <p:cond delay="0"/>
                                  </p:stCondLst>
                                  <p:childTnLst>
                                    <p:set>
                                      <p:cBhvr>
                                        <p:cTn id="5" dur="1" fill="hold">
                                          <p:stCondLst>
                                            <p:cond delay="0"/>
                                          </p:stCondLst>
                                        </p:cTn>
                                        <p:tgtEl>
                                          <p:spTgt spid="20"/>
                                        </p:tgtEl>
                                        <p:attrNameLst>
                                          <p:attrName>style.visibility</p:attrName>
                                        </p:attrNameLst>
                                      </p:cBhvr>
                                      <p:to>
                                        <p:strVal val="visible"/>
                                      </p:to>
                                    </p:set>
                                    <p:animEffect transition="in" filter="fade">
                                      <p:cBhvr>
                                        <p:cTn id="6" dur="550"/>
                                        <p:tgtEl>
                                          <p:spTgt spid="20"/>
                                        </p:tgtEl>
                                      </p:cBhvr>
                                    </p:animEffect>
                                  </p:childTnLst>
                                </p:cTn>
                              </p:par>
                            </p:childTnLst>
                          </p:cTn>
                        </p:par>
                        <p:par>
                          <p:cTn id="7" fill="hold">
                            <p:stCondLst>
                              <p:cond delay="0"/>
                            </p:stCondLst>
                            <p:childTnLst>
                              <p:par>
                                <p:cTn id="8" presetID="22" presetClass="entr" presetSubtype="8" fill="hold" grpId="0" nodeType="afterEffect">
                                  <p:stCondLst>
                                    <p:cond delay="0"/>
                                  </p:stCondLst>
                                  <p:childTnLst>
                                    <p:set>
                                      <p:cBhvr>
                                        <p:cTn id="9" dur="1" fill="hold">
                                          <p:stCondLst>
                                            <p:cond delay="0"/>
                                          </p:stCondLst>
                                        </p:cTn>
                                        <p:tgtEl>
                                          <p:spTgt spid="21"/>
                                        </p:tgtEl>
                                        <p:attrNameLst>
                                          <p:attrName>style.visibility</p:attrName>
                                        </p:attrNameLst>
                                      </p:cBhvr>
                                      <p:to>
                                        <p:strVal val="visible"/>
                                      </p:to>
                                    </p:set>
                                    <p:animEffect transition="in" filter="wipe(left)">
                                      <p:cBhvr>
                                        <p:cTn id="11" dur="800"/>
                                        <p:tgtEl>
                                          <p:spTgt spid="21"/>
                                        </p:tgtEl>
                                      </p:cBhvr>
                                    </p:animEffect>
                                  </p:childTnLst>
                                </p:cTn>
                              </p:par>
                            </p:childTnLst>
                          </p:cTn>
                        </p:par>
                        <p:par>
                          <p:cTn id="12" fill="hold">
                            <p:stCondLst>
                              <p:cond delay="150"/>
                            </p:stCondLst>
                            <p:childTnLst>
                              <p:par>
                                <p:cTn id="13" presetID="53" presetClass="entr" presetSubtype="16" fill="hold" grpId="0" nodeType="afterEffect">
                                  <p:stCondLst>
                                    <p:cond delay="0"/>
                                  </p:stCondLst>
                                  <p:childTnLst>
                                    <p:set>
                                      <p:cBhvr>
                                        <p:cTn id="14" dur="1" fill="hold">
                                          <p:stCondLst>
                                            <p:cond delay="0"/>
                                          </p:stCondLst>
                                        </p:cTn>
                                        <p:tgtEl>
                                          <p:spTgt spid="24"/>
                                        </p:tgtEl>
                                        <p:attrNameLst>
                                          <p:attrName>style.visibility</p:attrName>
                                        </p:attrNameLst>
                                      </p:cBhvr>
                                      <p:to>
                                        <p:strVal val="visible"/>
                                      </p:to>
                                    </p:set>
                                    <p:animEffect transition="in" filter="fade">
                                      <p:cBhvr>
                                        <p:cTn id="15" dur="550"/>
                                        <p:tgtEl>
                                          <p:spTgt spid="24"/>
                                        </p:tgtEl>
                                      </p:cBhvr>
                                    </p:animEffect>
                                    <p:anim calcmode="lin" valueType="num">
                                      <p:cBhvr additive="base">
                                        <p:cTn id="16" dur="550" fill="hold"/>
                                        <p:tgtEl>
                                          <p:spTgt spid="24"/>
                                        </p:tgtEl>
                                        <p:attrNameLst>
                                          <p:attrName>ppt_w</p:attrName>
                                        </p:attrNameLst>
                                      </p:cBhvr>
                                      <p:tavLst>
                                        <p:tav tm="0">
                                          <p:val>
                                            <p:strVal val="0"/>
                                          </p:val>
                                        </p:tav>
                                        <p:tav tm="100000">
                                          <p:val>
                                            <p:strVal val="#ppt_w"/>
                                          </p:val>
                                        </p:tav>
                                      </p:tavLst>
                                    </p:anim>
                                    <p:anim calcmode="lin" valueType="num">
                                      <p:cBhvr additive="base">
                                        <p:cTn id="17" dur="550" fill="hold"/>
                                        <p:tgtEl>
                                          <p:spTgt spid="24"/>
                                        </p:tgtEl>
                                        <p:attrNameLst>
                                          <p:attrName>ppt_h</p:attrName>
                                        </p:attrNameLst>
                                      </p:cBhvr>
                                      <p:tavLst>
                                        <p:tav tm="0">
                                          <p:val>
                                            <p:strVal val="0"/>
                                          </p:val>
                                        </p:tav>
                                        <p:tav tm="100000">
                                          <p:val>
                                            <p:strVal val="#ppt_h"/>
                                          </p:val>
                                        </p:tav>
                                      </p:tavLst>
                                    </p:anim>
                                  </p:childTnLst>
                                </p:cTn>
                              </p:par>
                            </p:childTnLst>
                          </p:cTn>
                        </p:par>
                        <p:par>
                          <p:cTn id="18" fill="hold">
                            <p:stCondLst>
                              <p:cond delay="150"/>
                            </p:stCondLst>
                            <p:childTnLst>
                              <p:par>
                                <p:cTn id="19" presetID="53" presetClass="entr" presetSubtype="16" fill="hold" grpId="0" nodeType="afterEffect">
                                  <p:stCondLst>
                                    <p:cond delay="0"/>
                                  </p:stCondLst>
                                  <p:childTnLst>
                                    <p:set>
                                      <p:cBhvr>
                                        <p:cTn id="20" dur="1" fill="hold">
                                          <p:stCondLst>
                                            <p:cond delay="0"/>
                                          </p:stCondLst>
                                        </p:cTn>
                                        <p:tgtEl>
                                          <p:spTgt spid="25"/>
                                        </p:tgtEl>
                                        <p:attrNameLst>
                                          <p:attrName>style.visibility</p:attrName>
                                        </p:attrNameLst>
                                      </p:cBhvr>
                                      <p:to>
                                        <p:strVal val="visible"/>
                                      </p:to>
                                    </p:set>
                                    <p:animEffect transition="in" filter="fade">
                                      <p:cBhvr>
                                        <p:cTn id="21" dur="550"/>
                                        <p:tgtEl>
                                          <p:spTgt spid="25"/>
                                        </p:tgtEl>
                                      </p:cBhvr>
                                    </p:animEffect>
                                    <p:anim calcmode="lin" valueType="num">
                                      <p:cBhvr additive="base">
                                        <p:cTn id="22" dur="550" fill="hold"/>
                                        <p:tgtEl>
                                          <p:spTgt spid="25"/>
                                        </p:tgtEl>
                                        <p:attrNameLst>
                                          <p:attrName>ppt_w</p:attrName>
                                        </p:attrNameLst>
                                      </p:cBhvr>
                                      <p:tavLst>
                                        <p:tav tm="0">
                                          <p:val>
                                            <p:strVal val="0"/>
                                          </p:val>
                                        </p:tav>
                                        <p:tav tm="100000">
                                          <p:val>
                                            <p:strVal val="#ppt_w"/>
                                          </p:val>
                                        </p:tav>
                                      </p:tavLst>
                                    </p:anim>
                                    <p:anim calcmode="lin" valueType="num">
                                      <p:cBhvr additive="base">
                                        <p:cTn id="23" dur="550" fill="hold"/>
                                        <p:tgtEl>
                                          <p:spTgt spid="25"/>
                                        </p:tgtEl>
                                        <p:attrNameLst>
                                          <p:attrName>ppt_h</p:attrName>
                                        </p:attrNameLst>
                                      </p:cBhvr>
                                      <p:tavLst>
                                        <p:tav tm="0">
                                          <p:val>
                                            <p:strVal val="0"/>
                                          </p:val>
                                        </p:tav>
                                        <p:tav tm="100000">
                                          <p:val>
                                            <p:strVal val="#ppt_h"/>
                                          </p:val>
                                        </p:tav>
                                      </p:tavLst>
                                    </p:anim>
                                  </p:childTnLst>
                                </p:cTn>
                              </p:par>
                            </p:childTnLst>
                          </p:cTn>
                        </p:par>
                        <p:par>
                          <p:cTn id="24" fill="hold">
                            <p:stCondLst>
                              <p:cond delay="150"/>
                            </p:stCondLst>
                            <p:childTnLst>
                              <p:par>
                                <p:cTn id="25" presetID="10" presetClass="entr" presetSubtype="0" fill="hold" grpId="0" nodeType="afterEffect">
                                  <p:stCondLst>
                                    <p:cond delay="0"/>
                                  </p:stCondLst>
                                  <p:childTnLst>
                                    <p:set>
                                      <p:cBhvr>
                                        <p:cTn id="26" dur="1" fill="hold">
                                          <p:stCondLst>
                                            <p:cond delay="0"/>
                                          </p:stCondLst>
                                        </p:cTn>
                                        <p:tgtEl>
                                          <p:spTgt spid="27"/>
                                        </p:tgtEl>
                                        <p:attrNameLst>
                                          <p:attrName>style.visibility</p:attrName>
                                        </p:attrNameLst>
                                      </p:cBhvr>
                                      <p:to>
                                        <p:strVal val="visible"/>
                                      </p:to>
                                    </p:set>
                                    <p:animEffect transition="in" filter="fade">
                                      <p:cBhvr>
                                        <p:cTn id="27" dur="550"/>
                                        <p:tgtEl>
                                          <p:spTgt spid="27"/>
                                        </p:tgtEl>
                                      </p:cBhvr>
                                    </p:animEffect>
                                  </p:childTnLst>
                                </p:cTn>
                              </p:par>
                            </p:childTnLst>
                          </p:cTn>
                        </p:par>
                        <p:par>
                          <p:cTn id="28" fill="hold">
                            <p:stCondLst>
                              <p:cond delay="150"/>
                            </p:stCondLst>
                            <p:childTnLst>
                              <p:par>
                                <p:cTn id="29" presetID="10" presetClass="entr" presetSubtype="0" fill="hold" grpId="0" nodeType="afterEffect">
                                  <p:stCondLst>
                                    <p:cond delay="0"/>
                                  </p:stCondLst>
                                  <p:childTnLst>
                                    <p:set>
                                      <p:cBhvr>
                                        <p:cTn id="30" dur="1" fill="hold">
                                          <p:stCondLst>
                                            <p:cond delay="0"/>
                                          </p:stCondLst>
                                        </p:cTn>
                                        <p:tgtEl>
                                          <p:spTgt spid="26"/>
                                        </p:tgtEl>
                                        <p:attrNameLst>
                                          <p:attrName>style.visibility</p:attrName>
                                        </p:attrNameLst>
                                      </p:cBhvr>
                                      <p:to>
                                        <p:strVal val="visible"/>
                                      </p:to>
                                    </p:set>
                                    <p:animEffect transition="in" filter="fade">
                                      <p:cBhvr>
                                        <p:cTn id="31" dur="550"/>
                                        <p:tgtEl>
                                          <p:spTgt spid="26"/>
                                        </p:tgtEl>
                                      </p:cBhvr>
                                    </p:animEffect>
                                  </p:childTnLst>
                                </p:cTn>
                              </p:par>
                            </p:childTnLst>
                          </p:cTn>
                        </p:par>
                        <p:par>
                          <p:cTn id="32" fill="hold">
                            <p:stCondLst>
                              <p:cond delay="350"/>
                            </p:stCondLst>
                            <p:childTnLst>
                              <p:par>
                                <p:cTn id="33" presetID="42" presetClass="entr" presetSubtype="0" fill="hold" grpId="0" nodeType="afterEffect">
                                  <p:stCondLst>
                                    <p:cond delay="0"/>
                                  </p:stCondLst>
                                  <p:childTnLst>
                                    <p:set>
                                      <p:cBhvr>
                                        <p:cTn id="34" dur="1" fill="hold">
                                          <p:stCondLst>
                                            <p:cond delay="0"/>
                                          </p:stCondLst>
                                        </p:cTn>
                                        <p:tgtEl>
                                          <p:spTgt spid="28"/>
                                        </p:tgtEl>
                                        <p:attrNameLst>
                                          <p:attrName>style.visibility</p:attrName>
                                        </p:attrNameLst>
                                      </p:cBhvr>
                                      <p:to>
                                        <p:strVal val="visible"/>
                                      </p:to>
                                    </p:set>
                                    <p:animEffect transition="in" filter="fade">
                                      <p:cBhvr>
                                        <p:cTn id="35" dur="550"/>
                                        <p:tgtEl>
                                          <p:spTgt spid="28"/>
                                        </p:tgtEl>
                                      </p:cBhvr>
                                    </p:animEffect>
                                    <p:anim calcmode="lin" valueType="num">
                                      <p:cBhvr additive="base">
                                        <p:cTn id="36" dur="550" fill="hold"/>
                                        <p:tgtEl>
                                          <p:spTgt spid="28"/>
                                        </p:tgtEl>
                                        <p:attrNameLst>
                                          <p:attrName>ppt_x</p:attrName>
                                        </p:attrNameLst>
                                      </p:cBhvr>
                                      <p:tavLst>
                                        <p:tav tm="0">
                                          <p:val>
                                            <p:strVal val="#ppt_x"/>
                                          </p:val>
                                        </p:tav>
                                        <p:tav tm="100000">
                                          <p:val>
                                            <p:strVal val="#ppt_x"/>
                                          </p:val>
                                        </p:tav>
                                      </p:tavLst>
                                    </p:anim>
                                    <p:anim calcmode="lin" valueType="num">
                                      <p:cBhvr additive="base">
                                        <p:cTn id="37" dur="550" fill="hold"/>
                                        <p:tgtEl>
                                          <p:spTgt spid="28"/>
                                        </p:tgtEl>
                                        <p:attrNameLst>
                                          <p:attrName>ppt_y</p:attrName>
                                        </p:attrNameLst>
                                      </p:cBhvr>
                                      <p:tavLst>
                                        <p:tav tm="0">
                                          <p:val>
                                            <p:strVal val="#ppt_y+.08"/>
                                          </p:val>
                                        </p:tav>
                                        <p:tav tm="100000">
                                          <p:val>
                                            <p:strVal val="#ppt_y"/>
                                          </p:val>
                                        </p:tav>
                                      </p:tavLst>
                                    </p:anim>
                                  </p:childTnLst>
                                </p:cTn>
                              </p:par>
                            </p:childTnLst>
                          </p:cTn>
                        </p:par>
                        <p:par>
                          <p:cTn id="38" fill="hold">
                            <p:stCondLst>
                              <p:cond delay="350"/>
                            </p:stCondLst>
                            <p:childTnLst>
                              <p:par>
                                <p:cTn id="39" presetID="42" presetClass="entr" presetSubtype="0" fill="hold" grpId="0" nodeType="afterEffect">
                                  <p:stCondLst>
                                    <p:cond delay="0"/>
                                  </p:stCondLst>
                                  <p:childTnLst>
                                    <p:set>
                                      <p:cBhvr>
                                        <p:cTn id="40" dur="1" fill="hold">
                                          <p:stCondLst>
                                            <p:cond delay="0"/>
                                          </p:stCondLst>
                                        </p:cTn>
                                        <p:tgtEl>
                                          <p:spTgt spid="29"/>
                                        </p:tgtEl>
                                        <p:attrNameLst>
                                          <p:attrName>style.visibility</p:attrName>
                                        </p:attrNameLst>
                                      </p:cBhvr>
                                      <p:to>
                                        <p:strVal val="visible"/>
                                      </p:to>
                                    </p:set>
                                    <p:animEffect transition="in" filter="fade">
                                      <p:cBhvr>
                                        <p:cTn id="41" dur="550"/>
                                        <p:tgtEl>
                                          <p:spTgt spid="29"/>
                                        </p:tgtEl>
                                      </p:cBhvr>
                                    </p:animEffect>
                                    <p:anim calcmode="lin" valueType="num">
                                      <p:cBhvr additive="base">
                                        <p:cTn id="42" dur="550" fill="hold"/>
                                        <p:tgtEl>
                                          <p:spTgt spid="29"/>
                                        </p:tgtEl>
                                        <p:attrNameLst>
                                          <p:attrName>ppt_x</p:attrName>
                                        </p:attrNameLst>
                                      </p:cBhvr>
                                      <p:tavLst>
                                        <p:tav tm="0">
                                          <p:val>
                                            <p:strVal val="#ppt_x"/>
                                          </p:val>
                                        </p:tav>
                                        <p:tav tm="100000">
                                          <p:val>
                                            <p:strVal val="#ppt_x"/>
                                          </p:val>
                                        </p:tav>
                                      </p:tavLst>
                                    </p:anim>
                                    <p:anim calcmode="lin" valueType="num">
                                      <p:cBhvr additive="base">
                                        <p:cTn id="43" dur="550" fill="hold"/>
                                        <p:tgtEl>
                                          <p:spTgt spid="29"/>
                                        </p:tgtEl>
                                        <p:attrNameLst>
                                          <p:attrName>ppt_y</p:attrName>
                                        </p:attrNameLst>
                                      </p:cBhvr>
                                      <p:tavLst>
                                        <p:tav tm="0">
                                          <p:val>
                                            <p:strVal val="#ppt_y+.08"/>
                                          </p:val>
                                        </p:tav>
                                        <p:tav tm="100000">
                                          <p:val>
                                            <p:strVal val="#ppt_y"/>
                                          </p:val>
                                        </p:tav>
                                      </p:tavLst>
                                    </p:anim>
                                  </p:childTnLst>
                                </p:cTn>
                              </p:par>
                            </p:childTnLst>
                          </p:cTn>
                        </p:par>
                        <p:par>
                          <p:cTn id="44" fill="hold">
                            <p:stCondLst>
                              <p:cond delay="350"/>
                            </p:stCondLst>
                            <p:childTnLst>
                              <p:par>
                                <p:cTn id="45" presetID="53" presetClass="entr" presetSubtype="16" fill="hold" grpId="0" nodeType="afterEffect">
                                  <p:stCondLst>
                                    <p:cond delay="0"/>
                                  </p:stCondLst>
                                  <p:childTnLst>
                                    <p:set>
                                      <p:cBhvr>
                                        <p:cTn id="46" dur="1" fill="hold">
                                          <p:stCondLst>
                                            <p:cond delay="0"/>
                                          </p:stCondLst>
                                        </p:cTn>
                                        <p:tgtEl>
                                          <p:spTgt spid="30"/>
                                        </p:tgtEl>
                                        <p:attrNameLst>
                                          <p:attrName>style.visibility</p:attrName>
                                        </p:attrNameLst>
                                      </p:cBhvr>
                                      <p:to>
                                        <p:strVal val="visible"/>
                                      </p:to>
                                    </p:set>
                                    <p:animEffect transition="in" filter="fade">
                                      <p:cBhvr>
                                        <p:cTn id="47" dur="550"/>
                                        <p:tgtEl>
                                          <p:spTgt spid="30"/>
                                        </p:tgtEl>
                                      </p:cBhvr>
                                    </p:animEffect>
                                    <p:anim calcmode="lin" valueType="num">
                                      <p:cBhvr additive="base">
                                        <p:cTn id="48" dur="550" fill="hold"/>
                                        <p:tgtEl>
                                          <p:spTgt spid="30"/>
                                        </p:tgtEl>
                                        <p:attrNameLst>
                                          <p:attrName>ppt_w</p:attrName>
                                        </p:attrNameLst>
                                      </p:cBhvr>
                                      <p:tavLst>
                                        <p:tav tm="0">
                                          <p:val>
                                            <p:strVal val="0"/>
                                          </p:val>
                                        </p:tav>
                                        <p:tav tm="100000">
                                          <p:val>
                                            <p:strVal val="#ppt_w"/>
                                          </p:val>
                                        </p:tav>
                                      </p:tavLst>
                                    </p:anim>
                                    <p:anim calcmode="lin" valueType="num">
                                      <p:cBhvr additive="base">
                                        <p:cTn id="49" dur="550" fill="hold"/>
                                        <p:tgtEl>
                                          <p:spTgt spid="30"/>
                                        </p:tgtEl>
                                        <p:attrNameLst>
                                          <p:attrName>ppt_h</p:attrName>
                                        </p:attrNameLst>
                                      </p:cBhvr>
                                      <p:tavLst>
                                        <p:tav tm="0">
                                          <p:val>
                                            <p:strVal val="0"/>
                                          </p:val>
                                        </p:tav>
                                        <p:tav tm="100000">
                                          <p:val>
                                            <p:strVal val="#ppt_h"/>
                                          </p:val>
                                        </p:tav>
                                      </p:tavLst>
                                    </p:anim>
                                  </p:childTnLst>
                                </p:cTn>
                              </p:par>
                            </p:childTnLst>
                          </p:cTn>
                        </p:par>
                        <p:par>
                          <p:cTn id="50" fill="hold">
                            <p:stCondLst>
                              <p:cond delay="350"/>
                            </p:stCondLst>
                            <p:childTnLst>
                              <p:par>
                                <p:cTn id="51" presetID="42" presetClass="entr" presetSubtype="0" fill="hold" grpId="0" nodeType="afterEffect">
                                  <p:stCondLst>
                                    <p:cond delay="0"/>
                                  </p:stCondLst>
                                  <p:childTnLst>
                                    <p:set>
                                      <p:cBhvr>
                                        <p:cTn id="52" dur="1" fill="hold">
                                          <p:stCondLst>
                                            <p:cond delay="0"/>
                                          </p:stCondLst>
                                        </p:cTn>
                                        <p:tgtEl>
                                          <p:spTgt spid="31"/>
                                        </p:tgtEl>
                                        <p:attrNameLst>
                                          <p:attrName>style.visibility</p:attrName>
                                        </p:attrNameLst>
                                      </p:cBhvr>
                                      <p:to>
                                        <p:strVal val="visible"/>
                                      </p:to>
                                    </p:set>
                                    <p:animEffect transition="in" filter="fade">
                                      <p:cBhvr>
                                        <p:cTn id="53" dur="550"/>
                                        <p:tgtEl>
                                          <p:spTgt spid="31"/>
                                        </p:tgtEl>
                                      </p:cBhvr>
                                    </p:animEffect>
                                    <p:anim calcmode="lin" valueType="num">
                                      <p:cBhvr additive="base">
                                        <p:cTn id="54" dur="550" fill="hold"/>
                                        <p:tgtEl>
                                          <p:spTgt spid="31"/>
                                        </p:tgtEl>
                                        <p:attrNameLst>
                                          <p:attrName>ppt_x</p:attrName>
                                        </p:attrNameLst>
                                      </p:cBhvr>
                                      <p:tavLst>
                                        <p:tav tm="0">
                                          <p:val>
                                            <p:strVal val="#ppt_x"/>
                                          </p:val>
                                        </p:tav>
                                        <p:tav tm="100000">
                                          <p:val>
                                            <p:strVal val="#ppt_x"/>
                                          </p:val>
                                        </p:tav>
                                      </p:tavLst>
                                    </p:anim>
                                    <p:anim calcmode="lin" valueType="num">
                                      <p:cBhvr additive="base">
                                        <p:cTn id="55" dur="550" fill="hold"/>
                                        <p:tgtEl>
                                          <p:spTgt spid="31"/>
                                        </p:tgtEl>
                                        <p:attrNameLst>
                                          <p:attrName>ppt_y</p:attrName>
                                        </p:attrNameLst>
                                      </p:cBhvr>
                                      <p:tavLst>
                                        <p:tav tm="0">
                                          <p:val>
                                            <p:strVal val="#ppt_y+.08"/>
                                          </p:val>
                                        </p:tav>
                                        <p:tav tm="100000">
                                          <p:val>
                                            <p:strVal val="#ppt_y"/>
                                          </p:val>
                                        </p:tav>
                                      </p:tavLst>
                                    </p:anim>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20" grpId="0" animBg="1"/>
      <p:bldP spid="21" grpId="0" animBg="1"/>
      <p:bldP spid="24" grpId="0" animBg="1"/>
      <p:bldP spid="27" grpId="0" animBg="1"/>
      <p:bldP spid="26" grpId="0" animBg="1"/>
      <p:bldP spid="28" grpId="0" animBg="1"/>
      <p:bldP spid="29" grpId="0" animBg="1"/>
      <p:bldP spid="30" grpId="0" animBg="1"/>
      <p:bldP spid="31" grpId="0" animBg="1"/>
    </p:bldLst>
  </p:timing>
</p:sld>
</file>

<file path=ppt/slides/slide1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2000" cy="6858000"/>
          </a:xfrm>
          <a:prstGeom prst="rect">
            <a:avLst/>
          </a:prstGeom>
          <a:gradFill rotWithShape="1">
            <a:gsLst>
              <a:gs pos="0">
                <a:srgbClr val="070B1A"/>
              </a:gs>
              <a:gs pos="100000">
                <a:srgbClr val="141C44"/>
              </a:gs>
            </a:gsLst>
            <a:lin scaled="0" ang="13500000"/>
          </a:gra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cxnSp>
        <p:nvCxnSpPr>
          <p:cNvPr id="3" name="Connector 2"/>
          <p:cNvCxnSpPr/>
          <p:nvPr/>
        </p:nvCxnSpPr>
        <p:spPr>
          <a:xfrm flipV="1">
            <a:off x="10350000" y="305000"/>
            <a:ext cx="750000" cy="75000"/>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cxnSp>
        <p:nvCxnSpPr>
          <p:cNvPr id="4" name="Connector 3"/>
          <p:cNvCxnSpPr/>
          <p:nvPr/>
        </p:nvCxnSpPr>
        <p:spPr>
          <a:xfrm>
            <a:off x="10350000" y="380000"/>
            <a:ext cx="750000" cy="150000"/>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cxnSp>
        <p:nvCxnSpPr>
          <p:cNvPr id="5" name="Connector 4"/>
          <p:cNvCxnSpPr/>
          <p:nvPr/>
        </p:nvCxnSpPr>
        <p:spPr>
          <a:xfrm flipV="1">
            <a:off x="10350000" y="305000"/>
            <a:ext cx="750000" cy="375000"/>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cxnSp>
        <p:nvCxnSpPr>
          <p:cNvPr id="6" name="Connector 5"/>
          <p:cNvCxnSpPr/>
          <p:nvPr/>
        </p:nvCxnSpPr>
        <p:spPr>
          <a:xfrm>
            <a:off x="10350000" y="680000"/>
            <a:ext cx="750000" cy="75000"/>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cxnSp>
        <p:nvCxnSpPr>
          <p:cNvPr id="7" name="Connector 6"/>
          <p:cNvCxnSpPr/>
          <p:nvPr/>
        </p:nvCxnSpPr>
        <p:spPr>
          <a:xfrm>
            <a:off x="11100000" y="305000"/>
            <a:ext cx="750000" cy="75000"/>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cxnSp>
        <p:nvCxnSpPr>
          <p:cNvPr id="8" name="Connector 7"/>
          <p:cNvCxnSpPr/>
          <p:nvPr/>
        </p:nvCxnSpPr>
        <p:spPr>
          <a:xfrm>
            <a:off x="11100000" y="305000"/>
            <a:ext cx="750000" cy="375000"/>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cxnSp>
        <p:nvCxnSpPr>
          <p:cNvPr id="9" name="Connector 8"/>
          <p:cNvCxnSpPr/>
          <p:nvPr/>
        </p:nvCxnSpPr>
        <p:spPr>
          <a:xfrm flipV="1">
            <a:off x="11100000" y="380000"/>
            <a:ext cx="750000" cy="150000"/>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sp>
        <p:nvSpPr>
          <p:cNvPr id="10" name="Oval 9"/>
          <p:cNvSpPr/>
          <p:nvPr/>
        </p:nvSpPr>
        <p:spPr>
          <a:xfrm>
            <a:off x="10280000" y="310000"/>
            <a:ext cx="140000" cy="140000"/>
          </a:xfrm>
          <a:prstGeom prst="ellipse">
            <a:avLst/>
          </a:prstGeom>
          <a:solidFill>
            <a:srgbClr val="3B4C8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Oval 10"/>
          <p:cNvSpPr/>
          <p:nvPr/>
        </p:nvSpPr>
        <p:spPr>
          <a:xfrm>
            <a:off x="10280000" y="610000"/>
            <a:ext cx="140000" cy="140000"/>
          </a:xfrm>
          <a:prstGeom prst="ellipse">
            <a:avLst/>
          </a:prstGeom>
          <a:solidFill>
            <a:srgbClr val="3B4C8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11030000" y="235000"/>
            <a:ext cx="140000" cy="140000"/>
          </a:xfrm>
          <a:prstGeom prst="ellipse">
            <a:avLst/>
          </a:prstGeom>
          <a:solidFill>
            <a:srgbClr val="3B4C8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Oval 12"/>
          <p:cNvSpPr/>
          <p:nvPr/>
        </p:nvSpPr>
        <p:spPr>
          <a:xfrm>
            <a:off x="11030000" y="460000"/>
            <a:ext cx="140000" cy="140000"/>
          </a:xfrm>
          <a:prstGeom prst="ellipse">
            <a:avLst/>
          </a:prstGeom>
          <a:solidFill>
            <a:srgbClr val="3B4C8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Oval 13"/>
          <p:cNvSpPr/>
          <p:nvPr/>
        </p:nvSpPr>
        <p:spPr>
          <a:xfrm>
            <a:off x="11030000" y="685000"/>
            <a:ext cx="140000" cy="140000"/>
          </a:xfrm>
          <a:prstGeom prst="ellipse">
            <a:avLst/>
          </a:prstGeom>
          <a:solidFill>
            <a:srgbClr val="3B4C8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Oval 14"/>
          <p:cNvSpPr/>
          <p:nvPr/>
        </p:nvSpPr>
        <p:spPr>
          <a:xfrm>
            <a:off x="11780000" y="310000"/>
            <a:ext cx="140000" cy="140000"/>
          </a:xfrm>
          <a:prstGeom prst="ellipse">
            <a:avLst/>
          </a:prstGeom>
          <a:solidFill>
            <a:srgbClr val="3B4C8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Oval 15"/>
          <p:cNvSpPr/>
          <p:nvPr/>
        </p:nvSpPr>
        <p:spPr>
          <a:xfrm>
            <a:off x="11780000" y="610000"/>
            <a:ext cx="140000" cy="140000"/>
          </a:xfrm>
          <a:prstGeom prst="ellipse">
            <a:avLst/>
          </a:prstGeom>
          <a:solidFill>
            <a:srgbClr val="3B4C8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500000" y="160000"/>
            <a:ext cx="9600000" cy="300000"/>
          </a:xfrm>
          <a:prstGeom prst="rect">
            <a:avLst/>
          </a:prstGeom>
          <a:noFill/>
        </p:spPr>
        <p:txBody>
          <a:bodyPr wrap="square" anchor="t" lIns="50800" rIns="50800">
            <a:spAutoFit/>
          </a:bodyPr>
          <a:lstStyle/>
          <a:p>
            <a:pPr algn="l"/>
            <a:r>
              <a:rPr sz="1100" b="1">
                <a:solidFill>
                  <a:srgbClr val="22D3EE"/>
                </a:solidFill>
                <a:latin typeface="Segoe UI"/>
              </a:rPr>
              <a:t>◆ 3-REJA</a:t>
            </a:r>
          </a:p>
        </p:txBody>
      </p:sp>
      <p:sp>
        <p:nvSpPr>
          <p:cNvPr id="18" name="TextBox 17"/>
          <p:cNvSpPr txBox="1"/>
          <p:nvPr/>
        </p:nvSpPr>
        <p:spPr>
          <a:xfrm>
            <a:off x="500000" y="400000"/>
            <a:ext cx="9800000" cy="650000"/>
          </a:xfrm>
          <a:prstGeom prst="rect">
            <a:avLst/>
          </a:prstGeom>
          <a:noFill/>
        </p:spPr>
        <p:txBody>
          <a:bodyPr wrap="square" anchor="ctr" lIns="50800" rIns="50800">
            <a:spAutoFit/>
          </a:bodyPr>
          <a:lstStyle/>
          <a:p>
            <a:pPr algn="l"/>
            <a:r>
              <a:rPr sz="2600" b="1">
                <a:solidFill>
                  <a:srgbClr val="E8EEFA"/>
                </a:solidFill>
                <a:latin typeface="Segoe UI"/>
              </a:rPr>
              <a:t>Himoya usullari va ularning chegaralari</a:t>
            </a:r>
          </a:p>
        </p:txBody>
      </p:sp>
      <p:sp>
        <p:nvSpPr>
          <p:cNvPr id="19" name="Rectangle 18"/>
          <p:cNvSpPr/>
          <p:nvPr/>
        </p:nvSpPr>
        <p:spPr>
          <a:xfrm>
            <a:off x="560000" y="1080000"/>
            <a:ext cx="1700000" cy="45000"/>
          </a:xfrm>
          <a:prstGeom prst="rect">
            <a:avLst/>
          </a:prstGeom>
          <a:gradFill rotWithShape="1">
            <a:gsLst>
              <a:gs pos="0">
                <a:srgbClr val="22D3EE"/>
              </a:gs>
              <a:gs pos="100000">
                <a:srgbClr val="8B5CF6"/>
              </a:gs>
            </a:gsLst>
            <a:lin scaled="0" ang="0"/>
          </a:gra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500000" y="6450000"/>
            <a:ext cx="9500000" cy="280000"/>
          </a:xfrm>
          <a:prstGeom prst="rect">
            <a:avLst/>
          </a:prstGeom>
          <a:noFill/>
        </p:spPr>
        <p:txBody>
          <a:bodyPr wrap="square" anchor="t" lIns="50800" rIns="50800">
            <a:spAutoFit/>
          </a:bodyPr>
          <a:lstStyle/>
          <a:p>
            <a:pPr algn="l"/>
            <a:r>
              <a:rPr sz="900" b="0">
                <a:solidFill>
                  <a:srgbClr val="707EAA"/>
                </a:solidFill>
                <a:latin typeface="Segoe UI"/>
              </a:rPr>
              <a:t>M9 · Tizimlarining ishonchliligi va axborot xavfsizligi</a:t>
            </a:r>
          </a:p>
        </p:txBody>
      </p:sp>
      <p:sp>
        <p:nvSpPr>
          <p:cNvPr id="21" name="Rounded Rectangle 20"/>
          <p:cNvSpPr/>
          <p:nvPr/>
        </p:nvSpPr>
        <p:spPr>
          <a:xfrm>
            <a:off x="11000000" y="6430000"/>
            <a:ext cx="700000" cy="270000"/>
          </a:xfrm>
          <a:prstGeom prst="roundRect">
            <a:avLst/>
          </a:prstGeom>
          <a:solidFill>
            <a:srgbClr val="121936"/>
          </a:solidFill>
          <a:ln w="12700">
            <a:solidFill>
              <a:srgbClr val="2A356E"/>
            </a:solidFill>
          </a:ln>
          <a:effectLst/>
        </p:spPr>
        <p:style>
          <a:lnRef idx="1">
            <a:schemeClr val="accent1"/>
          </a:lnRef>
          <a:fillRef idx="3">
            <a:schemeClr val="accent1"/>
          </a:fillRef>
          <a:effectRef idx="2">
            <a:schemeClr val="accent1"/>
          </a:effectRef>
          <a:fontRef idx="minor">
            <a:schemeClr val="lt1"/>
          </a:fontRef>
        </p:style>
        <p:txBody>
          <a:bodyPr rtlCol="0" anchor="ctr" tIns="0" bIns="0"/>
          <a:lstStyle/>
          <a:p>
            <a:pPr algn="ctr"/>
            <a:r>
              <a:rPr sz="1000" b="1">
                <a:solidFill>
                  <a:srgbClr val="22D3EE"/>
                </a:solidFill>
                <a:latin typeface="Segoe UI"/>
              </a:rPr>
              <a:t>16</a:t>
            </a:r>
          </a:p>
        </p:txBody>
      </p:sp>
      <p:sp>
        <p:nvSpPr>
          <p:cNvPr id="22" name="Rounded Rectangle 21"/>
          <p:cNvSpPr/>
          <p:nvPr/>
        </p:nvSpPr>
        <p:spPr>
          <a:xfrm>
            <a:off x="7520000" y="1330000"/>
            <a:ext cx="4250000" cy="4650000"/>
          </a:xfrm>
          <a:prstGeom prst="roundRect">
            <a:avLst>
              <a:gd name="adj" fmla="val 5000"/>
            </a:avLst>
          </a:prstGeom>
          <a:noFill/>
          <a:ln w="15875">
            <a:solidFill>
              <a:srgbClr val="8B5CF6"/>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23" name="Picture 22" descr="5a9199bcc2f943dd.jpg"/>
          <p:cNvPicPr>
            <a:picLocks noChangeAspect="1"/>
          </p:cNvPicPr>
          <p:nvPr/>
        </p:nvPicPr>
        <p:blipFill>
          <a:blip r:embed="rId2"/>
          <a:srcRect t="10648" b="10648"/>
          <a:stretch>
            <a:fillRect/>
          </a:stretch>
        </p:blipFill>
        <p:spPr>
          <a:xfrm>
            <a:off x="7620000" y="1430000"/>
            <a:ext cx="4050000" cy="4250000"/>
          </a:xfrm>
          <a:prstGeom prst="roundRect">
            <a:avLst/>
          </a:prstGeom>
          <a:ln w="19050">
            <a:solidFill>
              <a:srgbClr val="22D3EE"/>
            </a:solidFill>
          </a:ln>
        </p:spPr>
      </p:pic>
      <p:sp>
        <p:nvSpPr>
          <p:cNvPr id="24" name="TextBox 23"/>
          <p:cNvSpPr txBox="1"/>
          <p:nvPr/>
        </p:nvSpPr>
        <p:spPr>
          <a:xfrm>
            <a:off x="7620000" y="5710000"/>
            <a:ext cx="4050000" cy="260000"/>
          </a:xfrm>
          <a:prstGeom prst="rect">
            <a:avLst/>
          </a:prstGeom>
          <a:noFill/>
        </p:spPr>
        <p:txBody>
          <a:bodyPr wrap="square" anchor="t" lIns="50800" rIns="50800">
            <a:spAutoFit/>
          </a:bodyPr>
          <a:lstStyle/>
          <a:p>
            <a:pPr algn="l"/>
            <a:r>
              <a:rPr sz="800" b="0">
                <a:solidFill>
                  <a:srgbClr val="707EAA"/>
                </a:solidFill>
                <a:latin typeface="Segoe UI"/>
              </a:rPr>
              <a:t>Rasm: Michael Barera · Wikimedia Commons · CC BY-SA 4.0</a:t>
            </a:r>
          </a:p>
        </p:txBody>
      </p:sp>
      <p:sp>
        <p:nvSpPr>
          <p:cNvPr id="25" name="Rounded Rectangle 24"/>
          <p:cNvSpPr/>
          <p:nvPr/>
        </p:nvSpPr>
        <p:spPr>
          <a:xfrm>
            <a:off x="7750000" y="1560000"/>
            <a:ext cx="1700000" cy="300000"/>
          </a:xfrm>
          <a:prstGeom prst="roundRect">
            <a:avLst/>
          </a:prstGeom>
          <a:solidFill>
            <a:srgbClr val="070B1A"/>
          </a:solidFill>
          <a:ln w="12700">
            <a:solidFill>
              <a:srgbClr val="22D3EE"/>
            </a:solidFill>
          </a:ln>
          <a:effectLst/>
        </p:spPr>
        <p:style>
          <a:lnRef idx="1">
            <a:schemeClr val="accent1"/>
          </a:lnRef>
          <a:fillRef idx="3">
            <a:schemeClr val="accent1"/>
          </a:fillRef>
          <a:effectRef idx="2">
            <a:schemeClr val="accent1"/>
          </a:effectRef>
          <a:fontRef idx="minor">
            <a:schemeClr val="lt1"/>
          </a:fontRef>
        </p:style>
        <p:txBody>
          <a:bodyPr rtlCol="0" anchor="ctr" tIns="0" bIns="0"/>
          <a:lstStyle/>
          <a:p>
            <a:pPr algn="ctr"/>
            <a:r>
              <a:rPr sz="900" b="1">
                <a:solidFill>
                  <a:srgbClr val="22D3EE"/>
                </a:solidFill>
                <a:latin typeface="Segoe UI"/>
              </a:rPr>
              <a:t>⚙ AMALIYOTDA</a:t>
            </a:r>
          </a:p>
        </p:txBody>
      </p:sp>
      <p:sp>
        <p:nvSpPr>
          <p:cNvPr id="26" name="Rounded Rectangle 25"/>
          <p:cNvSpPr/>
          <p:nvPr/>
        </p:nvSpPr>
        <p:spPr>
          <a:xfrm>
            <a:off x="550000" y="1879476"/>
            <a:ext cx="6750000" cy="1855524"/>
          </a:xfrm>
          <a:prstGeom prst="roundRect">
            <a:avLst>
              <a:gd name="adj" fmla="val 12000"/>
            </a:avLst>
          </a:prstGeom>
          <a:solidFill>
            <a:srgbClr val="121936"/>
          </a:solidFill>
          <a:ln w="12700">
            <a:solidFill>
              <a:srgbClr val="2A356E"/>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Rectangle 26"/>
          <p:cNvSpPr/>
          <p:nvPr/>
        </p:nvSpPr>
        <p:spPr>
          <a:xfrm>
            <a:off x="550000" y="1959476"/>
            <a:ext cx="50000" cy="1695524"/>
          </a:xfrm>
          <a:prstGeom prst="rect">
            <a:avLst/>
          </a:prstGeom>
          <a:solidFill>
            <a:srgbClr val="8B5CF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Oval 27"/>
          <p:cNvSpPr/>
          <p:nvPr/>
        </p:nvSpPr>
        <p:spPr>
          <a:xfrm>
            <a:off x="760000" y="2607238"/>
            <a:ext cx="400000" cy="400000"/>
          </a:xfrm>
          <a:prstGeom prst="ellipse">
            <a:avLst/>
          </a:prstGeom>
          <a:noFill/>
          <a:ln w="25400">
            <a:solidFill>
              <a:srgbClr val="8B5CF6"/>
            </a:solidFill>
          </a:ln>
          <a:effectLst/>
        </p:spPr>
        <p:style>
          <a:lnRef idx="1">
            <a:schemeClr val="accent1"/>
          </a:lnRef>
          <a:fillRef idx="3">
            <a:schemeClr val="accent1"/>
          </a:fillRef>
          <a:effectRef idx="2">
            <a:schemeClr val="accent1"/>
          </a:effectRef>
          <a:fontRef idx="minor">
            <a:schemeClr val="lt1"/>
          </a:fontRef>
        </p:style>
        <p:txBody>
          <a:bodyPr rtlCol="0" anchor="ctr" lIns="0" rIns="0"/>
          <a:lstStyle/>
          <a:p>
            <a:pPr algn="ctr"/>
            <a:r>
              <a:rPr sz="1200" b="1">
                <a:solidFill>
                  <a:srgbClr val="8B5CF6"/>
                </a:solidFill>
                <a:latin typeface="Segoe UI"/>
              </a:rPr>
              <a:t>02</a:t>
            </a:r>
          </a:p>
        </p:txBody>
      </p:sp>
      <p:sp>
        <p:nvSpPr>
          <p:cNvPr id="29" name="TextBox 28"/>
          <p:cNvSpPr txBox="1"/>
          <p:nvPr/>
        </p:nvSpPr>
        <p:spPr>
          <a:xfrm>
            <a:off x="1300000" y="1919476"/>
            <a:ext cx="5900000" cy="1775524"/>
          </a:xfrm>
          <a:prstGeom prst="rect">
            <a:avLst/>
          </a:prstGeom>
          <a:noFill/>
        </p:spPr>
        <p:txBody>
          <a:bodyPr wrap="square" anchor="ctr">
            <a:spAutoFit/>
          </a:bodyPr>
          <a:lstStyle/>
          <a:p>
            <a:r>
              <a:rPr sz="1400" b="1">
                <a:solidFill>
                  <a:srgbClr val="E8EEFA"/>
                </a:solidFill>
                <a:latin typeface="Segoe UI"/>
              </a:rPr>
              <a:t>Bu «aniqlik–mustahkamlik murosasi» (accuracy–robustness trade-off) deb ataladi va hozircha fundamental hisoblanadi.</a:t>
            </a:r>
          </a:p>
          <a:p>
            <a:pPr>
              <a:spcBef>
                <a:spcPts val="400"/>
              </a:spcBef>
            </a:pPr>
            <a:r>
              <a:rPr sz="1300">
                <a:solidFill>
                  <a:srgbClr val="AEBBD9"/>
                </a:solidFill>
                <a:latin typeface="Segoe UI"/>
              </a:rPr>
              <a:t>Hisoblash narxi ham yuqori: 10 qadamli PGD bilan o'qitish toza o'qitishdan 8–11 marta qimmat; «Free» va «Fast» adversarial training variantlari FGSM'ni tasodifiy boshlang'ich nuqta bilan ishlatib, narxni 2–3 martagacha tushiradi, lekin «halokatli ortiqcha moslashish» (catastrophic overfitting) xavfi bor.</a:t>
            </a:r>
          </a:p>
        </p:txBody>
      </p:sp>
      <p:sp>
        <p:nvSpPr>
          <p:cNvPr id="30" name="Rounded Rectangle 29"/>
          <p:cNvSpPr/>
          <p:nvPr/>
        </p:nvSpPr>
        <p:spPr>
          <a:xfrm>
            <a:off x="550000" y="3845000"/>
            <a:ext cx="6750000" cy="1855524"/>
          </a:xfrm>
          <a:prstGeom prst="roundRect">
            <a:avLst>
              <a:gd name="adj" fmla="val 12000"/>
            </a:avLst>
          </a:prstGeom>
          <a:solidFill>
            <a:srgbClr val="121936"/>
          </a:solidFill>
          <a:ln w="12700">
            <a:solidFill>
              <a:srgbClr val="2A356E"/>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1" name="Rectangle 30"/>
          <p:cNvSpPr/>
          <p:nvPr/>
        </p:nvSpPr>
        <p:spPr>
          <a:xfrm>
            <a:off x="550000" y="3925000"/>
            <a:ext cx="50000" cy="1695524"/>
          </a:xfrm>
          <a:prstGeom prst="rect">
            <a:avLst/>
          </a:prstGeom>
          <a:solidFill>
            <a:srgbClr val="EC489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2" name="Oval 31"/>
          <p:cNvSpPr/>
          <p:nvPr/>
        </p:nvSpPr>
        <p:spPr>
          <a:xfrm>
            <a:off x="760000" y="4572762"/>
            <a:ext cx="400000" cy="400000"/>
          </a:xfrm>
          <a:prstGeom prst="ellipse">
            <a:avLst/>
          </a:prstGeom>
          <a:noFill/>
          <a:ln w="25400">
            <a:solidFill>
              <a:srgbClr val="EC4899"/>
            </a:solidFill>
          </a:ln>
          <a:effectLst/>
        </p:spPr>
        <p:style>
          <a:lnRef idx="1">
            <a:schemeClr val="accent1"/>
          </a:lnRef>
          <a:fillRef idx="3">
            <a:schemeClr val="accent1"/>
          </a:fillRef>
          <a:effectRef idx="2">
            <a:schemeClr val="accent1"/>
          </a:effectRef>
          <a:fontRef idx="minor">
            <a:schemeClr val="lt1"/>
          </a:fontRef>
        </p:style>
        <p:txBody>
          <a:bodyPr rtlCol="0" anchor="ctr" lIns="0" rIns="0"/>
          <a:lstStyle/>
          <a:p>
            <a:pPr algn="ctr"/>
            <a:r>
              <a:rPr sz="1200" b="1">
                <a:solidFill>
                  <a:srgbClr val="EC4899"/>
                </a:solidFill>
                <a:latin typeface="Segoe UI"/>
              </a:rPr>
              <a:t>03</a:t>
            </a:r>
          </a:p>
        </p:txBody>
      </p:sp>
      <p:sp>
        <p:nvSpPr>
          <p:cNvPr id="33" name="TextBox 32"/>
          <p:cNvSpPr txBox="1"/>
          <p:nvPr/>
        </p:nvSpPr>
        <p:spPr>
          <a:xfrm>
            <a:off x="1300000" y="3885000"/>
            <a:ext cx="5900000" cy="1775524"/>
          </a:xfrm>
          <a:prstGeom prst="rect">
            <a:avLst/>
          </a:prstGeom>
          <a:noFill/>
        </p:spPr>
        <p:txBody>
          <a:bodyPr wrap="square" anchor="ctr">
            <a:spAutoFit/>
          </a:bodyPr>
          <a:lstStyle/>
          <a:p>
            <a:r>
              <a:rPr sz="1400" b="1">
                <a:solidFill>
                  <a:srgbClr val="E8EEFA"/>
                </a:solidFill>
                <a:latin typeface="Segoe UI"/>
              </a:rPr>
              <a:t>Sertifikatlangan mustahkamlik (certified robustness) usullari empirik baholash o'rniga matematik kafolat beradi.</a:t>
            </a:r>
          </a:p>
          <a:p>
            <a:pPr>
              <a:spcBef>
                <a:spcPts val="400"/>
              </a:spcBef>
            </a:pPr>
            <a:r>
              <a:rPr sz="1300">
                <a:solidFill>
                  <a:srgbClr val="AEBBD9"/>
                </a:solidFill>
                <a:latin typeface="Segoe UI"/>
              </a:rPr>
              <a:t>Tasodifiy silliqlash (randomized smoothing) kirishga Gauss shovqini qo'shib, ko'pchilik ovozi bilan tasniflaydi va L2 normada ma'lum radius ichida bashorat o'zgarmasligini isbotlaydi.</a:t>
            </a:r>
          </a:p>
        </p:txBody>
      </p:sp>
    </p:spTree>
  </p:cSld>
  <p:clrMapOvr>
    <a:masterClrMapping/>
  </p:clrMapOvr>
  <p:transition spd="med">
    <p:fade/>
  </p:transition>
  <p:timing>
    <p:tnLst>
      <p:par>
        <p:cTn id="1" dur="indefinite" restart="never" nodeType="tmRoot">
          <p:childTnLst>
            <p:seq concurrent="1" nextAc="seek">
              <p:cTn id="2" dur="indefinite" nodeType="mainSeq">
                <p:childTnLst>
                  <p:par>
                    <p:cTn id="80" fill="hold">
                      <p:stCondLst>
                        <p:cond delay="indefinite"/>
                        <p:cond evt="onBegin" delay="0">
                          <p:tn val="2"/>
                        </p:cond>
                      </p:stCondLst>
                      <p:childTnLst>
                        <p:par>
                          <p:cTn id="3" fill="hold">
                            <p:stCondLst>
                              <p:cond delay="0"/>
                            </p:stCondLst>
                            <p:childTnLst>
                              <p:par>
                                <p:cTn id="4" presetID="10" presetClass="entr" presetSubtype="0" fill="hold" grpId="0" nodeType="withEffect">
                                  <p:stCondLst>
                                    <p:cond delay="0"/>
                                  </p:stCondLst>
                                  <p:childTnLst>
                                    <p:set>
                                      <p:cBhvr>
                                        <p:cTn id="5" dur="1" fill="hold">
                                          <p:stCondLst>
                                            <p:cond delay="0"/>
                                          </p:stCondLst>
                                        </p:cTn>
                                        <p:tgtEl>
                                          <p:spTgt spid="18"/>
                                        </p:tgtEl>
                                        <p:attrNameLst>
                                          <p:attrName>style.visibility</p:attrName>
                                        </p:attrNameLst>
                                      </p:cBhvr>
                                      <p:to>
                                        <p:strVal val="visible"/>
                                      </p:to>
                                    </p:set>
                                    <p:animEffect transition="in" filter="fade">
                                      <p:cBhvr>
                                        <p:cTn id="6" dur="550"/>
                                        <p:tgtEl>
                                          <p:spTgt spid="18"/>
                                        </p:tgtEl>
                                      </p:cBhvr>
                                    </p:animEffect>
                                  </p:childTnLst>
                                </p:cTn>
                              </p:par>
                            </p:childTnLst>
                          </p:cTn>
                        </p:par>
                        <p:par>
                          <p:cTn id="7" fill="hold">
                            <p:stCondLst>
                              <p:cond delay="0"/>
                            </p:stCondLst>
                            <p:childTnLst>
                              <p:par>
                                <p:cTn id="8" presetID="22" presetClass="entr" presetSubtype="8" fill="hold" grpId="0" nodeType="afterEffect">
                                  <p:stCondLst>
                                    <p:cond delay="0"/>
                                  </p:stCondLst>
                                  <p:childTnLst>
                                    <p:set>
                                      <p:cBhvr>
                                        <p:cTn id="9" dur="1" fill="hold">
                                          <p:stCondLst>
                                            <p:cond delay="0"/>
                                          </p:stCondLst>
                                        </p:cTn>
                                        <p:tgtEl>
                                          <p:spTgt spid="19"/>
                                        </p:tgtEl>
                                        <p:attrNameLst>
                                          <p:attrName>style.visibility</p:attrName>
                                        </p:attrNameLst>
                                      </p:cBhvr>
                                      <p:to>
                                        <p:strVal val="visible"/>
                                      </p:to>
                                    </p:set>
                                    <p:animEffect transition="in" filter="wipe(left)">
                                      <p:cBhvr>
                                        <p:cTn id="11" dur="800"/>
                                        <p:tgtEl>
                                          <p:spTgt spid="19"/>
                                        </p:tgtEl>
                                      </p:cBhvr>
                                    </p:animEffect>
                                  </p:childTnLst>
                                </p:cTn>
                              </p:par>
                            </p:childTnLst>
                          </p:cTn>
                        </p:par>
                        <p:par>
                          <p:cTn id="12" fill="hold">
                            <p:stCondLst>
                              <p:cond delay="150"/>
                            </p:stCondLst>
                            <p:childTnLst>
                              <p:par>
                                <p:cTn id="13" presetID="53" presetClass="entr" presetSubtype="16" fill="hold" grpId="0" nodeType="afterEffect">
                                  <p:stCondLst>
                                    <p:cond delay="0"/>
                                  </p:stCondLst>
                                  <p:childTnLst>
                                    <p:set>
                                      <p:cBhvr>
                                        <p:cTn id="14" dur="1" fill="hold">
                                          <p:stCondLst>
                                            <p:cond delay="0"/>
                                          </p:stCondLst>
                                        </p:cTn>
                                        <p:tgtEl>
                                          <p:spTgt spid="22"/>
                                        </p:tgtEl>
                                        <p:attrNameLst>
                                          <p:attrName>style.visibility</p:attrName>
                                        </p:attrNameLst>
                                      </p:cBhvr>
                                      <p:to>
                                        <p:strVal val="visible"/>
                                      </p:to>
                                    </p:set>
                                    <p:animEffect transition="in" filter="fade">
                                      <p:cBhvr>
                                        <p:cTn id="15" dur="550"/>
                                        <p:tgtEl>
                                          <p:spTgt spid="22"/>
                                        </p:tgtEl>
                                      </p:cBhvr>
                                    </p:animEffect>
                                    <p:anim calcmode="lin" valueType="num">
                                      <p:cBhvr additive="base">
                                        <p:cTn id="16" dur="550" fill="hold"/>
                                        <p:tgtEl>
                                          <p:spTgt spid="22"/>
                                        </p:tgtEl>
                                        <p:attrNameLst>
                                          <p:attrName>ppt_w</p:attrName>
                                        </p:attrNameLst>
                                      </p:cBhvr>
                                      <p:tavLst>
                                        <p:tav tm="0">
                                          <p:val>
                                            <p:strVal val="0"/>
                                          </p:val>
                                        </p:tav>
                                        <p:tav tm="100000">
                                          <p:val>
                                            <p:strVal val="#ppt_w"/>
                                          </p:val>
                                        </p:tav>
                                      </p:tavLst>
                                    </p:anim>
                                    <p:anim calcmode="lin" valueType="num">
                                      <p:cBhvr additive="base">
                                        <p:cTn id="17" dur="550" fill="hold"/>
                                        <p:tgtEl>
                                          <p:spTgt spid="22"/>
                                        </p:tgtEl>
                                        <p:attrNameLst>
                                          <p:attrName>ppt_h</p:attrName>
                                        </p:attrNameLst>
                                      </p:cBhvr>
                                      <p:tavLst>
                                        <p:tav tm="0">
                                          <p:val>
                                            <p:strVal val="0"/>
                                          </p:val>
                                        </p:tav>
                                        <p:tav tm="100000">
                                          <p:val>
                                            <p:strVal val="#ppt_h"/>
                                          </p:val>
                                        </p:tav>
                                      </p:tavLst>
                                    </p:anim>
                                  </p:childTnLst>
                                </p:cTn>
                              </p:par>
                            </p:childTnLst>
                          </p:cTn>
                        </p:par>
                        <p:par>
                          <p:cTn id="18" fill="hold">
                            <p:stCondLst>
                              <p:cond delay="150"/>
                            </p:stCondLst>
                            <p:childTnLst>
                              <p:par>
                                <p:cTn id="19" presetID="53" presetClass="entr" presetSubtype="16" fill="hold" grpId="0" nodeType="afterEffect">
                                  <p:stCondLst>
                                    <p:cond delay="0"/>
                                  </p:stCondLst>
                                  <p:childTnLst>
                                    <p:set>
                                      <p:cBhvr>
                                        <p:cTn id="20" dur="1" fill="hold">
                                          <p:stCondLst>
                                            <p:cond delay="0"/>
                                          </p:stCondLst>
                                        </p:cTn>
                                        <p:tgtEl>
                                          <p:spTgt spid="23"/>
                                        </p:tgtEl>
                                        <p:attrNameLst>
                                          <p:attrName>style.visibility</p:attrName>
                                        </p:attrNameLst>
                                      </p:cBhvr>
                                      <p:to>
                                        <p:strVal val="visible"/>
                                      </p:to>
                                    </p:set>
                                    <p:animEffect transition="in" filter="fade">
                                      <p:cBhvr>
                                        <p:cTn id="21" dur="550"/>
                                        <p:tgtEl>
                                          <p:spTgt spid="23"/>
                                        </p:tgtEl>
                                      </p:cBhvr>
                                    </p:animEffect>
                                    <p:anim calcmode="lin" valueType="num">
                                      <p:cBhvr additive="base">
                                        <p:cTn id="22" dur="550" fill="hold"/>
                                        <p:tgtEl>
                                          <p:spTgt spid="23"/>
                                        </p:tgtEl>
                                        <p:attrNameLst>
                                          <p:attrName>ppt_w</p:attrName>
                                        </p:attrNameLst>
                                      </p:cBhvr>
                                      <p:tavLst>
                                        <p:tav tm="0">
                                          <p:val>
                                            <p:strVal val="0"/>
                                          </p:val>
                                        </p:tav>
                                        <p:tav tm="100000">
                                          <p:val>
                                            <p:strVal val="#ppt_w"/>
                                          </p:val>
                                        </p:tav>
                                      </p:tavLst>
                                    </p:anim>
                                    <p:anim calcmode="lin" valueType="num">
                                      <p:cBhvr additive="base">
                                        <p:cTn id="23" dur="550" fill="hold"/>
                                        <p:tgtEl>
                                          <p:spTgt spid="23"/>
                                        </p:tgtEl>
                                        <p:attrNameLst>
                                          <p:attrName>ppt_h</p:attrName>
                                        </p:attrNameLst>
                                      </p:cBhvr>
                                      <p:tavLst>
                                        <p:tav tm="0">
                                          <p:val>
                                            <p:strVal val="0"/>
                                          </p:val>
                                        </p:tav>
                                        <p:tav tm="100000">
                                          <p:val>
                                            <p:strVal val="#ppt_h"/>
                                          </p:val>
                                        </p:tav>
                                      </p:tavLst>
                                    </p:anim>
                                  </p:childTnLst>
                                </p:cTn>
                              </p:par>
                            </p:childTnLst>
                          </p:cTn>
                        </p:par>
                        <p:par>
                          <p:cTn id="24" fill="hold">
                            <p:stCondLst>
                              <p:cond delay="150"/>
                            </p:stCondLst>
                            <p:childTnLst>
                              <p:par>
                                <p:cTn id="25" presetID="10" presetClass="entr" presetSubtype="0" fill="hold" grpId="0" nodeType="afterEffect">
                                  <p:stCondLst>
                                    <p:cond delay="0"/>
                                  </p:stCondLst>
                                  <p:childTnLst>
                                    <p:set>
                                      <p:cBhvr>
                                        <p:cTn id="26" dur="1" fill="hold">
                                          <p:stCondLst>
                                            <p:cond delay="0"/>
                                          </p:stCondLst>
                                        </p:cTn>
                                        <p:tgtEl>
                                          <p:spTgt spid="25"/>
                                        </p:tgtEl>
                                        <p:attrNameLst>
                                          <p:attrName>style.visibility</p:attrName>
                                        </p:attrNameLst>
                                      </p:cBhvr>
                                      <p:to>
                                        <p:strVal val="visible"/>
                                      </p:to>
                                    </p:set>
                                    <p:animEffect transition="in" filter="fade">
                                      <p:cBhvr>
                                        <p:cTn id="27" dur="550"/>
                                        <p:tgtEl>
                                          <p:spTgt spid="25"/>
                                        </p:tgtEl>
                                      </p:cBhvr>
                                    </p:animEffect>
                                  </p:childTnLst>
                                </p:cTn>
                              </p:par>
                            </p:childTnLst>
                          </p:cTn>
                        </p:par>
                        <p:par>
                          <p:cTn id="28" fill="hold">
                            <p:stCondLst>
                              <p:cond delay="150"/>
                            </p:stCondLst>
                            <p:childTnLst>
                              <p:par>
                                <p:cTn id="29" presetID="10" presetClass="entr" presetSubtype="0" fill="hold" grpId="0" nodeType="afterEffect">
                                  <p:stCondLst>
                                    <p:cond delay="0"/>
                                  </p:stCondLst>
                                  <p:childTnLst>
                                    <p:set>
                                      <p:cBhvr>
                                        <p:cTn id="30" dur="1" fill="hold">
                                          <p:stCondLst>
                                            <p:cond delay="0"/>
                                          </p:stCondLst>
                                        </p:cTn>
                                        <p:tgtEl>
                                          <p:spTgt spid="24"/>
                                        </p:tgtEl>
                                        <p:attrNameLst>
                                          <p:attrName>style.visibility</p:attrName>
                                        </p:attrNameLst>
                                      </p:cBhvr>
                                      <p:to>
                                        <p:strVal val="visible"/>
                                      </p:to>
                                    </p:set>
                                    <p:animEffect transition="in" filter="fade">
                                      <p:cBhvr>
                                        <p:cTn id="31" dur="550"/>
                                        <p:tgtEl>
                                          <p:spTgt spid="24"/>
                                        </p:tgtEl>
                                      </p:cBhvr>
                                    </p:animEffect>
                                  </p:childTnLst>
                                </p:cTn>
                              </p:par>
                            </p:childTnLst>
                          </p:cTn>
                        </p:par>
                        <p:par>
                          <p:cTn id="32" fill="hold">
                            <p:stCondLst>
                              <p:cond delay="350"/>
                            </p:stCondLst>
                            <p:childTnLst>
                              <p:par>
                                <p:cTn id="33" presetID="42" presetClass="entr" presetSubtype="0" fill="hold" grpId="0" nodeType="afterEffect">
                                  <p:stCondLst>
                                    <p:cond delay="0"/>
                                  </p:stCondLst>
                                  <p:childTnLst>
                                    <p:set>
                                      <p:cBhvr>
                                        <p:cTn id="34" dur="1" fill="hold">
                                          <p:stCondLst>
                                            <p:cond delay="0"/>
                                          </p:stCondLst>
                                        </p:cTn>
                                        <p:tgtEl>
                                          <p:spTgt spid="26"/>
                                        </p:tgtEl>
                                        <p:attrNameLst>
                                          <p:attrName>style.visibility</p:attrName>
                                        </p:attrNameLst>
                                      </p:cBhvr>
                                      <p:to>
                                        <p:strVal val="visible"/>
                                      </p:to>
                                    </p:set>
                                    <p:animEffect transition="in" filter="fade">
                                      <p:cBhvr>
                                        <p:cTn id="35" dur="550"/>
                                        <p:tgtEl>
                                          <p:spTgt spid="26"/>
                                        </p:tgtEl>
                                      </p:cBhvr>
                                    </p:animEffect>
                                    <p:anim calcmode="lin" valueType="num">
                                      <p:cBhvr additive="base">
                                        <p:cTn id="36" dur="550" fill="hold"/>
                                        <p:tgtEl>
                                          <p:spTgt spid="26"/>
                                        </p:tgtEl>
                                        <p:attrNameLst>
                                          <p:attrName>ppt_x</p:attrName>
                                        </p:attrNameLst>
                                      </p:cBhvr>
                                      <p:tavLst>
                                        <p:tav tm="0">
                                          <p:val>
                                            <p:strVal val="#ppt_x"/>
                                          </p:val>
                                        </p:tav>
                                        <p:tav tm="100000">
                                          <p:val>
                                            <p:strVal val="#ppt_x"/>
                                          </p:val>
                                        </p:tav>
                                      </p:tavLst>
                                    </p:anim>
                                    <p:anim calcmode="lin" valueType="num">
                                      <p:cBhvr additive="base">
                                        <p:cTn id="37" dur="550" fill="hold"/>
                                        <p:tgtEl>
                                          <p:spTgt spid="26"/>
                                        </p:tgtEl>
                                        <p:attrNameLst>
                                          <p:attrName>ppt_y</p:attrName>
                                        </p:attrNameLst>
                                      </p:cBhvr>
                                      <p:tavLst>
                                        <p:tav tm="0">
                                          <p:val>
                                            <p:strVal val="#ppt_y+.08"/>
                                          </p:val>
                                        </p:tav>
                                        <p:tav tm="100000">
                                          <p:val>
                                            <p:strVal val="#ppt_y"/>
                                          </p:val>
                                        </p:tav>
                                      </p:tavLst>
                                    </p:anim>
                                  </p:childTnLst>
                                </p:cTn>
                              </p:par>
                            </p:childTnLst>
                          </p:cTn>
                        </p:par>
                        <p:par>
                          <p:cTn id="38" fill="hold">
                            <p:stCondLst>
                              <p:cond delay="350"/>
                            </p:stCondLst>
                            <p:childTnLst>
                              <p:par>
                                <p:cTn id="39" presetID="42" presetClass="entr" presetSubtype="0" fill="hold" grpId="0" nodeType="afterEffect">
                                  <p:stCondLst>
                                    <p:cond delay="0"/>
                                  </p:stCondLst>
                                  <p:childTnLst>
                                    <p:set>
                                      <p:cBhvr>
                                        <p:cTn id="40" dur="1" fill="hold">
                                          <p:stCondLst>
                                            <p:cond delay="0"/>
                                          </p:stCondLst>
                                        </p:cTn>
                                        <p:tgtEl>
                                          <p:spTgt spid="27"/>
                                        </p:tgtEl>
                                        <p:attrNameLst>
                                          <p:attrName>style.visibility</p:attrName>
                                        </p:attrNameLst>
                                      </p:cBhvr>
                                      <p:to>
                                        <p:strVal val="visible"/>
                                      </p:to>
                                    </p:set>
                                    <p:animEffect transition="in" filter="fade">
                                      <p:cBhvr>
                                        <p:cTn id="41" dur="550"/>
                                        <p:tgtEl>
                                          <p:spTgt spid="27"/>
                                        </p:tgtEl>
                                      </p:cBhvr>
                                    </p:animEffect>
                                    <p:anim calcmode="lin" valueType="num">
                                      <p:cBhvr additive="base">
                                        <p:cTn id="42" dur="550" fill="hold"/>
                                        <p:tgtEl>
                                          <p:spTgt spid="27"/>
                                        </p:tgtEl>
                                        <p:attrNameLst>
                                          <p:attrName>ppt_x</p:attrName>
                                        </p:attrNameLst>
                                      </p:cBhvr>
                                      <p:tavLst>
                                        <p:tav tm="0">
                                          <p:val>
                                            <p:strVal val="#ppt_x"/>
                                          </p:val>
                                        </p:tav>
                                        <p:tav tm="100000">
                                          <p:val>
                                            <p:strVal val="#ppt_x"/>
                                          </p:val>
                                        </p:tav>
                                      </p:tavLst>
                                    </p:anim>
                                    <p:anim calcmode="lin" valueType="num">
                                      <p:cBhvr additive="base">
                                        <p:cTn id="43" dur="550" fill="hold"/>
                                        <p:tgtEl>
                                          <p:spTgt spid="27"/>
                                        </p:tgtEl>
                                        <p:attrNameLst>
                                          <p:attrName>ppt_y</p:attrName>
                                        </p:attrNameLst>
                                      </p:cBhvr>
                                      <p:tavLst>
                                        <p:tav tm="0">
                                          <p:val>
                                            <p:strVal val="#ppt_y+.08"/>
                                          </p:val>
                                        </p:tav>
                                        <p:tav tm="100000">
                                          <p:val>
                                            <p:strVal val="#ppt_y"/>
                                          </p:val>
                                        </p:tav>
                                      </p:tavLst>
                                    </p:anim>
                                  </p:childTnLst>
                                </p:cTn>
                              </p:par>
                            </p:childTnLst>
                          </p:cTn>
                        </p:par>
                        <p:par>
                          <p:cTn id="44" fill="hold">
                            <p:stCondLst>
                              <p:cond delay="350"/>
                            </p:stCondLst>
                            <p:childTnLst>
                              <p:par>
                                <p:cTn id="45" presetID="53" presetClass="entr" presetSubtype="16" fill="hold" grpId="0" nodeType="afterEffect">
                                  <p:stCondLst>
                                    <p:cond delay="0"/>
                                  </p:stCondLst>
                                  <p:childTnLst>
                                    <p:set>
                                      <p:cBhvr>
                                        <p:cTn id="46" dur="1" fill="hold">
                                          <p:stCondLst>
                                            <p:cond delay="0"/>
                                          </p:stCondLst>
                                        </p:cTn>
                                        <p:tgtEl>
                                          <p:spTgt spid="28"/>
                                        </p:tgtEl>
                                        <p:attrNameLst>
                                          <p:attrName>style.visibility</p:attrName>
                                        </p:attrNameLst>
                                      </p:cBhvr>
                                      <p:to>
                                        <p:strVal val="visible"/>
                                      </p:to>
                                    </p:set>
                                    <p:animEffect transition="in" filter="fade">
                                      <p:cBhvr>
                                        <p:cTn id="47" dur="550"/>
                                        <p:tgtEl>
                                          <p:spTgt spid="28"/>
                                        </p:tgtEl>
                                      </p:cBhvr>
                                    </p:animEffect>
                                    <p:anim calcmode="lin" valueType="num">
                                      <p:cBhvr additive="base">
                                        <p:cTn id="48" dur="550" fill="hold"/>
                                        <p:tgtEl>
                                          <p:spTgt spid="28"/>
                                        </p:tgtEl>
                                        <p:attrNameLst>
                                          <p:attrName>ppt_w</p:attrName>
                                        </p:attrNameLst>
                                      </p:cBhvr>
                                      <p:tavLst>
                                        <p:tav tm="0">
                                          <p:val>
                                            <p:strVal val="0"/>
                                          </p:val>
                                        </p:tav>
                                        <p:tav tm="100000">
                                          <p:val>
                                            <p:strVal val="#ppt_w"/>
                                          </p:val>
                                        </p:tav>
                                      </p:tavLst>
                                    </p:anim>
                                    <p:anim calcmode="lin" valueType="num">
                                      <p:cBhvr additive="base">
                                        <p:cTn id="49" dur="550" fill="hold"/>
                                        <p:tgtEl>
                                          <p:spTgt spid="28"/>
                                        </p:tgtEl>
                                        <p:attrNameLst>
                                          <p:attrName>ppt_h</p:attrName>
                                        </p:attrNameLst>
                                      </p:cBhvr>
                                      <p:tavLst>
                                        <p:tav tm="0">
                                          <p:val>
                                            <p:strVal val="0"/>
                                          </p:val>
                                        </p:tav>
                                        <p:tav tm="100000">
                                          <p:val>
                                            <p:strVal val="#ppt_h"/>
                                          </p:val>
                                        </p:tav>
                                      </p:tavLst>
                                    </p:anim>
                                  </p:childTnLst>
                                </p:cTn>
                              </p:par>
                            </p:childTnLst>
                          </p:cTn>
                        </p:par>
                        <p:par>
                          <p:cTn id="50" fill="hold">
                            <p:stCondLst>
                              <p:cond delay="350"/>
                            </p:stCondLst>
                            <p:childTnLst>
                              <p:par>
                                <p:cTn id="51" presetID="42" presetClass="entr" presetSubtype="0" fill="hold" grpId="0" nodeType="afterEffect">
                                  <p:stCondLst>
                                    <p:cond delay="0"/>
                                  </p:stCondLst>
                                  <p:childTnLst>
                                    <p:set>
                                      <p:cBhvr>
                                        <p:cTn id="52" dur="1" fill="hold">
                                          <p:stCondLst>
                                            <p:cond delay="0"/>
                                          </p:stCondLst>
                                        </p:cTn>
                                        <p:tgtEl>
                                          <p:spTgt spid="29"/>
                                        </p:tgtEl>
                                        <p:attrNameLst>
                                          <p:attrName>style.visibility</p:attrName>
                                        </p:attrNameLst>
                                      </p:cBhvr>
                                      <p:to>
                                        <p:strVal val="visible"/>
                                      </p:to>
                                    </p:set>
                                    <p:animEffect transition="in" filter="fade">
                                      <p:cBhvr>
                                        <p:cTn id="53" dur="550"/>
                                        <p:tgtEl>
                                          <p:spTgt spid="29"/>
                                        </p:tgtEl>
                                      </p:cBhvr>
                                    </p:animEffect>
                                    <p:anim calcmode="lin" valueType="num">
                                      <p:cBhvr additive="base">
                                        <p:cTn id="54" dur="550" fill="hold"/>
                                        <p:tgtEl>
                                          <p:spTgt spid="29"/>
                                        </p:tgtEl>
                                        <p:attrNameLst>
                                          <p:attrName>ppt_x</p:attrName>
                                        </p:attrNameLst>
                                      </p:cBhvr>
                                      <p:tavLst>
                                        <p:tav tm="0">
                                          <p:val>
                                            <p:strVal val="#ppt_x"/>
                                          </p:val>
                                        </p:tav>
                                        <p:tav tm="100000">
                                          <p:val>
                                            <p:strVal val="#ppt_x"/>
                                          </p:val>
                                        </p:tav>
                                      </p:tavLst>
                                    </p:anim>
                                    <p:anim calcmode="lin" valueType="num">
                                      <p:cBhvr additive="base">
                                        <p:cTn id="55" dur="550" fill="hold"/>
                                        <p:tgtEl>
                                          <p:spTgt spid="29"/>
                                        </p:tgtEl>
                                        <p:attrNameLst>
                                          <p:attrName>ppt_y</p:attrName>
                                        </p:attrNameLst>
                                      </p:cBhvr>
                                      <p:tavLst>
                                        <p:tav tm="0">
                                          <p:val>
                                            <p:strVal val="#ppt_y+.08"/>
                                          </p:val>
                                        </p:tav>
                                        <p:tav tm="100000">
                                          <p:val>
                                            <p:strVal val="#ppt_y"/>
                                          </p:val>
                                        </p:tav>
                                      </p:tavLst>
                                    </p:anim>
                                  </p:childTnLst>
                                </p:cTn>
                              </p:par>
                            </p:childTnLst>
                          </p:cTn>
                        </p:par>
                        <p:par>
                          <p:cTn id="56" fill="hold">
                            <p:stCondLst>
                              <p:cond delay="550"/>
                            </p:stCondLst>
                            <p:childTnLst>
                              <p:par>
                                <p:cTn id="57" presetID="42" presetClass="entr" presetSubtype="0" fill="hold" grpId="0" nodeType="afterEffect">
                                  <p:stCondLst>
                                    <p:cond delay="0"/>
                                  </p:stCondLst>
                                  <p:childTnLst>
                                    <p:set>
                                      <p:cBhvr>
                                        <p:cTn id="58" dur="1" fill="hold">
                                          <p:stCondLst>
                                            <p:cond delay="0"/>
                                          </p:stCondLst>
                                        </p:cTn>
                                        <p:tgtEl>
                                          <p:spTgt spid="30"/>
                                        </p:tgtEl>
                                        <p:attrNameLst>
                                          <p:attrName>style.visibility</p:attrName>
                                        </p:attrNameLst>
                                      </p:cBhvr>
                                      <p:to>
                                        <p:strVal val="visible"/>
                                      </p:to>
                                    </p:set>
                                    <p:animEffect transition="in" filter="fade">
                                      <p:cBhvr>
                                        <p:cTn id="59" dur="550"/>
                                        <p:tgtEl>
                                          <p:spTgt spid="30"/>
                                        </p:tgtEl>
                                      </p:cBhvr>
                                    </p:animEffect>
                                    <p:anim calcmode="lin" valueType="num">
                                      <p:cBhvr additive="base">
                                        <p:cTn id="60" dur="550" fill="hold"/>
                                        <p:tgtEl>
                                          <p:spTgt spid="30"/>
                                        </p:tgtEl>
                                        <p:attrNameLst>
                                          <p:attrName>ppt_x</p:attrName>
                                        </p:attrNameLst>
                                      </p:cBhvr>
                                      <p:tavLst>
                                        <p:tav tm="0">
                                          <p:val>
                                            <p:strVal val="#ppt_x"/>
                                          </p:val>
                                        </p:tav>
                                        <p:tav tm="100000">
                                          <p:val>
                                            <p:strVal val="#ppt_x"/>
                                          </p:val>
                                        </p:tav>
                                      </p:tavLst>
                                    </p:anim>
                                    <p:anim calcmode="lin" valueType="num">
                                      <p:cBhvr additive="base">
                                        <p:cTn id="61" dur="550" fill="hold"/>
                                        <p:tgtEl>
                                          <p:spTgt spid="30"/>
                                        </p:tgtEl>
                                        <p:attrNameLst>
                                          <p:attrName>ppt_y</p:attrName>
                                        </p:attrNameLst>
                                      </p:cBhvr>
                                      <p:tavLst>
                                        <p:tav tm="0">
                                          <p:val>
                                            <p:strVal val="#ppt_y+.08"/>
                                          </p:val>
                                        </p:tav>
                                        <p:tav tm="100000">
                                          <p:val>
                                            <p:strVal val="#ppt_y"/>
                                          </p:val>
                                        </p:tav>
                                      </p:tavLst>
                                    </p:anim>
                                  </p:childTnLst>
                                </p:cTn>
                              </p:par>
                            </p:childTnLst>
                          </p:cTn>
                        </p:par>
                        <p:par>
                          <p:cTn id="62" fill="hold">
                            <p:stCondLst>
                              <p:cond delay="550"/>
                            </p:stCondLst>
                            <p:childTnLst>
                              <p:par>
                                <p:cTn id="63" presetID="42" presetClass="entr" presetSubtype="0" fill="hold" grpId="0" nodeType="afterEffect">
                                  <p:stCondLst>
                                    <p:cond delay="0"/>
                                  </p:stCondLst>
                                  <p:childTnLst>
                                    <p:set>
                                      <p:cBhvr>
                                        <p:cTn id="64" dur="1" fill="hold">
                                          <p:stCondLst>
                                            <p:cond delay="0"/>
                                          </p:stCondLst>
                                        </p:cTn>
                                        <p:tgtEl>
                                          <p:spTgt spid="31"/>
                                        </p:tgtEl>
                                        <p:attrNameLst>
                                          <p:attrName>style.visibility</p:attrName>
                                        </p:attrNameLst>
                                      </p:cBhvr>
                                      <p:to>
                                        <p:strVal val="visible"/>
                                      </p:to>
                                    </p:set>
                                    <p:animEffect transition="in" filter="fade">
                                      <p:cBhvr>
                                        <p:cTn id="65" dur="550"/>
                                        <p:tgtEl>
                                          <p:spTgt spid="31"/>
                                        </p:tgtEl>
                                      </p:cBhvr>
                                    </p:animEffect>
                                    <p:anim calcmode="lin" valueType="num">
                                      <p:cBhvr additive="base">
                                        <p:cTn id="66" dur="550" fill="hold"/>
                                        <p:tgtEl>
                                          <p:spTgt spid="31"/>
                                        </p:tgtEl>
                                        <p:attrNameLst>
                                          <p:attrName>ppt_x</p:attrName>
                                        </p:attrNameLst>
                                      </p:cBhvr>
                                      <p:tavLst>
                                        <p:tav tm="0">
                                          <p:val>
                                            <p:strVal val="#ppt_x"/>
                                          </p:val>
                                        </p:tav>
                                        <p:tav tm="100000">
                                          <p:val>
                                            <p:strVal val="#ppt_x"/>
                                          </p:val>
                                        </p:tav>
                                      </p:tavLst>
                                    </p:anim>
                                    <p:anim calcmode="lin" valueType="num">
                                      <p:cBhvr additive="base">
                                        <p:cTn id="67" dur="550" fill="hold"/>
                                        <p:tgtEl>
                                          <p:spTgt spid="31"/>
                                        </p:tgtEl>
                                        <p:attrNameLst>
                                          <p:attrName>ppt_y</p:attrName>
                                        </p:attrNameLst>
                                      </p:cBhvr>
                                      <p:tavLst>
                                        <p:tav tm="0">
                                          <p:val>
                                            <p:strVal val="#ppt_y+.08"/>
                                          </p:val>
                                        </p:tav>
                                        <p:tav tm="100000">
                                          <p:val>
                                            <p:strVal val="#ppt_y"/>
                                          </p:val>
                                        </p:tav>
                                      </p:tavLst>
                                    </p:anim>
                                  </p:childTnLst>
                                </p:cTn>
                              </p:par>
                            </p:childTnLst>
                          </p:cTn>
                        </p:par>
                        <p:par>
                          <p:cTn id="68" fill="hold">
                            <p:stCondLst>
                              <p:cond delay="550"/>
                            </p:stCondLst>
                            <p:childTnLst>
                              <p:par>
                                <p:cTn id="69" presetID="53" presetClass="entr" presetSubtype="16" fill="hold" grpId="0" nodeType="afterEffect">
                                  <p:stCondLst>
                                    <p:cond delay="0"/>
                                  </p:stCondLst>
                                  <p:childTnLst>
                                    <p:set>
                                      <p:cBhvr>
                                        <p:cTn id="70" dur="1" fill="hold">
                                          <p:stCondLst>
                                            <p:cond delay="0"/>
                                          </p:stCondLst>
                                        </p:cTn>
                                        <p:tgtEl>
                                          <p:spTgt spid="32"/>
                                        </p:tgtEl>
                                        <p:attrNameLst>
                                          <p:attrName>style.visibility</p:attrName>
                                        </p:attrNameLst>
                                      </p:cBhvr>
                                      <p:to>
                                        <p:strVal val="visible"/>
                                      </p:to>
                                    </p:set>
                                    <p:animEffect transition="in" filter="fade">
                                      <p:cBhvr>
                                        <p:cTn id="71" dur="550"/>
                                        <p:tgtEl>
                                          <p:spTgt spid="32"/>
                                        </p:tgtEl>
                                      </p:cBhvr>
                                    </p:animEffect>
                                    <p:anim calcmode="lin" valueType="num">
                                      <p:cBhvr additive="base">
                                        <p:cTn id="72" dur="550" fill="hold"/>
                                        <p:tgtEl>
                                          <p:spTgt spid="32"/>
                                        </p:tgtEl>
                                        <p:attrNameLst>
                                          <p:attrName>ppt_w</p:attrName>
                                        </p:attrNameLst>
                                      </p:cBhvr>
                                      <p:tavLst>
                                        <p:tav tm="0">
                                          <p:val>
                                            <p:strVal val="0"/>
                                          </p:val>
                                        </p:tav>
                                        <p:tav tm="100000">
                                          <p:val>
                                            <p:strVal val="#ppt_w"/>
                                          </p:val>
                                        </p:tav>
                                      </p:tavLst>
                                    </p:anim>
                                    <p:anim calcmode="lin" valueType="num">
                                      <p:cBhvr additive="base">
                                        <p:cTn id="73" dur="550" fill="hold"/>
                                        <p:tgtEl>
                                          <p:spTgt spid="32"/>
                                        </p:tgtEl>
                                        <p:attrNameLst>
                                          <p:attrName>ppt_h</p:attrName>
                                        </p:attrNameLst>
                                      </p:cBhvr>
                                      <p:tavLst>
                                        <p:tav tm="0">
                                          <p:val>
                                            <p:strVal val="0"/>
                                          </p:val>
                                        </p:tav>
                                        <p:tav tm="100000">
                                          <p:val>
                                            <p:strVal val="#ppt_h"/>
                                          </p:val>
                                        </p:tav>
                                      </p:tavLst>
                                    </p:anim>
                                  </p:childTnLst>
                                </p:cTn>
                              </p:par>
                            </p:childTnLst>
                          </p:cTn>
                        </p:par>
                        <p:par>
                          <p:cTn id="74" fill="hold">
                            <p:stCondLst>
                              <p:cond delay="550"/>
                            </p:stCondLst>
                            <p:childTnLst>
                              <p:par>
                                <p:cTn id="75" presetID="42" presetClass="entr" presetSubtype="0" fill="hold" grpId="0" nodeType="afterEffect">
                                  <p:stCondLst>
                                    <p:cond delay="0"/>
                                  </p:stCondLst>
                                  <p:childTnLst>
                                    <p:set>
                                      <p:cBhvr>
                                        <p:cTn id="76" dur="1" fill="hold">
                                          <p:stCondLst>
                                            <p:cond delay="0"/>
                                          </p:stCondLst>
                                        </p:cTn>
                                        <p:tgtEl>
                                          <p:spTgt spid="33"/>
                                        </p:tgtEl>
                                        <p:attrNameLst>
                                          <p:attrName>style.visibility</p:attrName>
                                        </p:attrNameLst>
                                      </p:cBhvr>
                                      <p:to>
                                        <p:strVal val="visible"/>
                                      </p:to>
                                    </p:set>
                                    <p:animEffect transition="in" filter="fade">
                                      <p:cBhvr>
                                        <p:cTn id="77" dur="550"/>
                                        <p:tgtEl>
                                          <p:spTgt spid="33"/>
                                        </p:tgtEl>
                                      </p:cBhvr>
                                    </p:animEffect>
                                    <p:anim calcmode="lin" valueType="num">
                                      <p:cBhvr additive="base">
                                        <p:cTn id="78" dur="550" fill="hold"/>
                                        <p:tgtEl>
                                          <p:spTgt spid="33"/>
                                        </p:tgtEl>
                                        <p:attrNameLst>
                                          <p:attrName>ppt_x</p:attrName>
                                        </p:attrNameLst>
                                      </p:cBhvr>
                                      <p:tavLst>
                                        <p:tav tm="0">
                                          <p:val>
                                            <p:strVal val="#ppt_x"/>
                                          </p:val>
                                        </p:tav>
                                        <p:tav tm="100000">
                                          <p:val>
                                            <p:strVal val="#ppt_x"/>
                                          </p:val>
                                        </p:tav>
                                      </p:tavLst>
                                    </p:anim>
                                    <p:anim calcmode="lin" valueType="num">
                                      <p:cBhvr additive="base">
                                        <p:cTn id="79" dur="550" fill="hold"/>
                                        <p:tgtEl>
                                          <p:spTgt spid="33"/>
                                        </p:tgtEl>
                                        <p:attrNameLst>
                                          <p:attrName>ppt_y</p:attrName>
                                        </p:attrNameLst>
                                      </p:cBhvr>
                                      <p:tavLst>
                                        <p:tav tm="0">
                                          <p:val>
                                            <p:strVal val="#ppt_y+.08"/>
                                          </p:val>
                                        </p:tav>
                                        <p:tav tm="100000">
                                          <p:val>
                                            <p:strVal val="#ppt_y"/>
                                          </p:val>
                                        </p:tav>
                                      </p:tavLst>
                                    </p:anim>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18" grpId="0" animBg="1"/>
      <p:bldP spid="19" grpId="0" animBg="1"/>
      <p:bldP spid="22" grpId="0" animBg="1"/>
      <p:bldP spid="25" grpId="0" animBg="1"/>
      <p:bldP spid="24" grpId="0" animBg="1"/>
      <p:bldP spid="26" grpId="0" animBg="1"/>
      <p:bldP spid="27" grpId="0" animBg="1"/>
      <p:bldP spid="28" grpId="0" animBg="1"/>
      <p:bldP spid="29" grpId="0" animBg="1"/>
      <p:bldP spid="30" grpId="0" animBg="1"/>
      <p:bldP spid="31" grpId="0" animBg="1"/>
      <p:bldP spid="32" grpId="0" animBg="1"/>
      <p:bldP spid="33" grpId="0" animBg="1"/>
    </p:bldLst>
  </p:timing>
</p:sld>
</file>

<file path=ppt/slides/slide1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2000" cy="6858000"/>
          </a:xfrm>
          <a:prstGeom prst="rect">
            <a:avLst/>
          </a:prstGeom>
          <a:gradFill rotWithShape="1">
            <a:gsLst>
              <a:gs pos="0">
                <a:srgbClr val="070B1A"/>
              </a:gs>
              <a:gs pos="100000">
                <a:srgbClr val="141C44"/>
              </a:gs>
            </a:gsLst>
            <a:lin scaled="0" ang="13500000"/>
          </a:gra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cxnSp>
        <p:nvCxnSpPr>
          <p:cNvPr id="3" name="Connector 2"/>
          <p:cNvCxnSpPr/>
          <p:nvPr/>
        </p:nvCxnSpPr>
        <p:spPr>
          <a:xfrm flipV="1">
            <a:off x="10350000" y="305000"/>
            <a:ext cx="750000" cy="75000"/>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cxnSp>
        <p:nvCxnSpPr>
          <p:cNvPr id="4" name="Connector 3"/>
          <p:cNvCxnSpPr/>
          <p:nvPr/>
        </p:nvCxnSpPr>
        <p:spPr>
          <a:xfrm>
            <a:off x="10350000" y="380000"/>
            <a:ext cx="750000" cy="375000"/>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cxnSp>
        <p:nvCxnSpPr>
          <p:cNvPr id="5" name="Connector 4"/>
          <p:cNvCxnSpPr/>
          <p:nvPr/>
        </p:nvCxnSpPr>
        <p:spPr>
          <a:xfrm flipV="1">
            <a:off x="10350000" y="305000"/>
            <a:ext cx="750000" cy="375000"/>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cxnSp>
        <p:nvCxnSpPr>
          <p:cNvPr id="6" name="Connector 5"/>
          <p:cNvCxnSpPr/>
          <p:nvPr/>
        </p:nvCxnSpPr>
        <p:spPr>
          <a:xfrm flipV="1">
            <a:off x="10350000" y="530000"/>
            <a:ext cx="750000" cy="150000"/>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cxnSp>
        <p:nvCxnSpPr>
          <p:cNvPr id="7" name="Connector 6"/>
          <p:cNvCxnSpPr/>
          <p:nvPr/>
        </p:nvCxnSpPr>
        <p:spPr>
          <a:xfrm>
            <a:off x="10350000" y="680000"/>
            <a:ext cx="750000" cy="75000"/>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cxnSp>
        <p:nvCxnSpPr>
          <p:cNvPr id="8" name="Connector 7"/>
          <p:cNvCxnSpPr/>
          <p:nvPr/>
        </p:nvCxnSpPr>
        <p:spPr>
          <a:xfrm>
            <a:off x="11100000" y="305000"/>
            <a:ext cx="750000" cy="75000"/>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cxnSp>
        <p:nvCxnSpPr>
          <p:cNvPr id="9" name="Connector 8"/>
          <p:cNvCxnSpPr/>
          <p:nvPr/>
        </p:nvCxnSpPr>
        <p:spPr>
          <a:xfrm flipV="1">
            <a:off x="11100000" y="380000"/>
            <a:ext cx="750000" cy="150000"/>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cxnSp>
        <p:nvCxnSpPr>
          <p:cNvPr id="10" name="Connector 9"/>
          <p:cNvCxnSpPr/>
          <p:nvPr/>
        </p:nvCxnSpPr>
        <p:spPr>
          <a:xfrm>
            <a:off x="11100000" y="530000"/>
            <a:ext cx="750000" cy="150000"/>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cxnSp>
        <p:nvCxnSpPr>
          <p:cNvPr id="11" name="Connector 10"/>
          <p:cNvCxnSpPr/>
          <p:nvPr/>
        </p:nvCxnSpPr>
        <p:spPr>
          <a:xfrm flipV="1">
            <a:off x="11100000" y="380000"/>
            <a:ext cx="750000" cy="375000"/>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cxnSp>
        <p:nvCxnSpPr>
          <p:cNvPr id="12" name="Connector 11"/>
          <p:cNvCxnSpPr/>
          <p:nvPr/>
        </p:nvCxnSpPr>
        <p:spPr>
          <a:xfrm flipV="1">
            <a:off x="11100000" y="680000"/>
            <a:ext cx="750000" cy="75000"/>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sp>
        <p:nvSpPr>
          <p:cNvPr id="13" name="Oval 12"/>
          <p:cNvSpPr/>
          <p:nvPr/>
        </p:nvSpPr>
        <p:spPr>
          <a:xfrm>
            <a:off x="10280000" y="310000"/>
            <a:ext cx="140000" cy="140000"/>
          </a:xfrm>
          <a:prstGeom prst="ellipse">
            <a:avLst/>
          </a:prstGeom>
          <a:solidFill>
            <a:srgbClr val="3B4C8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Oval 13"/>
          <p:cNvSpPr/>
          <p:nvPr/>
        </p:nvSpPr>
        <p:spPr>
          <a:xfrm>
            <a:off x="10280000" y="610000"/>
            <a:ext cx="140000" cy="140000"/>
          </a:xfrm>
          <a:prstGeom prst="ellipse">
            <a:avLst/>
          </a:prstGeom>
          <a:solidFill>
            <a:srgbClr val="3B4C8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Oval 14"/>
          <p:cNvSpPr/>
          <p:nvPr/>
        </p:nvSpPr>
        <p:spPr>
          <a:xfrm>
            <a:off x="11030000" y="235000"/>
            <a:ext cx="140000" cy="140000"/>
          </a:xfrm>
          <a:prstGeom prst="ellipse">
            <a:avLst/>
          </a:prstGeom>
          <a:solidFill>
            <a:srgbClr val="3B4C8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Oval 15"/>
          <p:cNvSpPr/>
          <p:nvPr/>
        </p:nvSpPr>
        <p:spPr>
          <a:xfrm>
            <a:off x="11030000" y="460000"/>
            <a:ext cx="140000" cy="140000"/>
          </a:xfrm>
          <a:prstGeom prst="ellipse">
            <a:avLst/>
          </a:prstGeom>
          <a:solidFill>
            <a:srgbClr val="3B4C8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Oval 16"/>
          <p:cNvSpPr/>
          <p:nvPr/>
        </p:nvSpPr>
        <p:spPr>
          <a:xfrm>
            <a:off x="11030000" y="685000"/>
            <a:ext cx="140000" cy="140000"/>
          </a:xfrm>
          <a:prstGeom prst="ellipse">
            <a:avLst/>
          </a:prstGeom>
          <a:solidFill>
            <a:srgbClr val="3B4C8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Oval 17"/>
          <p:cNvSpPr/>
          <p:nvPr/>
        </p:nvSpPr>
        <p:spPr>
          <a:xfrm>
            <a:off x="11780000" y="310000"/>
            <a:ext cx="140000" cy="140000"/>
          </a:xfrm>
          <a:prstGeom prst="ellipse">
            <a:avLst/>
          </a:prstGeom>
          <a:solidFill>
            <a:srgbClr val="3B4C8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Oval 18"/>
          <p:cNvSpPr/>
          <p:nvPr/>
        </p:nvSpPr>
        <p:spPr>
          <a:xfrm>
            <a:off x="11780000" y="610000"/>
            <a:ext cx="140000" cy="140000"/>
          </a:xfrm>
          <a:prstGeom prst="ellipse">
            <a:avLst/>
          </a:prstGeom>
          <a:solidFill>
            <a:srgbClr val="3B4C8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500000" y="160000"/>
            <a:ext cx="9600000" cy="300000"/>
          </a:xfrm>
          <a:prstGeom prst="rect">
            <a:avLst/>
          </a:prstGeom>
          <a:noFill/>
        </p:spPr>
        <p:txBody>
          <a:bodyPr wrap="square" anchor="t" lIns="50800" rIns="50800">
            <a:spAutoFit/>
          </a:bodyPr>
          <a:lstStyle/>
          <a:p>
            <a:pPr algn="l"/>
            <a:r>
              <a:rPr sz="1100" b="1">
                <a:solidFill>
                  <a:srgbClr val="22D3EE"/>
                </a:solidFill>
                <a:latin typeface="Segoe UI"/>
              </a:rPr>
              <a:t>◆ 3-REJA</a:t>
            </a:r>
          </a:p>
        </p:txBody>
      </p:sp>
      <p:sp>
        <p:nvSpPr>
          <p:cNvPr id="21" name="TextBox 20"/>
          <p:cNvSpPr txBox="1"/>
          <p:nvPr/>
        </p:nvSpPr>
        <p:spPr>
          <a:xfrm>
            <a:off x="500000" y="400000"/>
            <a:ext cx="9800000" cy="650000"/>
          </a:xfrm>
          <a:prstGeom prst="rect">
            <a:avLst/>
          </a:prstGeom>
          <a:noFill/>
        </p:spPr>
        <p:txBody>
          <a:bodyPr wrap="square" anchor="ctr" lIns="50800" rIns="50800">
            <a:spAutoFit/>
          </a:bodyPr>
          <a:lstStyle/>
          <a:p>
            <a:pPr algn="l"/>
            <a:r>
              <a:rPr sz="2600" b="1">
                <a:solidFill>
                  <a:srgbClr val="E8EEFA"/>
                </a:solidFill>
                <a:latin typeface="Segoe UI"/>
              </a:rPr>
              <a:t>Himoya usullari va ularning chegaralari</a:t>
            </a:r>
          </a:p>
        </p:txBody>
      </p:sp>
      <p:sp>
        <p:nvSpPr>
          <p:cNvPr id="22" name="Rectangle 21"/>
          <p:cNvSpPr/>
          <p:nvPr/>
        </p:nvSpPr>
        <p:spPr>
          <a:xfrm>
            <a:off x="560000" y="1080000"/>
            <a:ext cx="1700000" cy="45000"/>
          </a:xfrm>
          <a:prstGeom prst="rect">
            <a:avLst/>
          </a:prstGeom>
          <a:gradFill rotWithShape="1">
            <a:gsLst>
              <a:gs pos="0">
                <a:srgbClr val="22D3EE"/>
              </a:gs>
              <a:gs pos="100000">
                <a:srgbClr val="8B5CF6"/>
              </a:gs>
            </a:gsLst>
            <a:lin scaled="0" ang="0"/>
          </a:gra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TextBox 22"/>
          <p:cNvSpPr txBox="1"/>
          <p:nvPr/>
        </p:nvSpPr>
        <p:spPr>
          <a:xfrm>
            <a:off x="500000" y="6450000"/>
            <a:ext cx="9500000" cy="280000"/>
          </a:xfrm>
          <a:prstGeom prst="rect">
            <a:avLst/>
          </a:prstGeom>
          <a:noFill/>
        </p:spPr>
        <p:txBody>
          <a:bodyPr wrap="square" anchor="t" lIns="50800" rIns="50800">
            <a:spAutoFit/>
          </a:bodyPr>
          <a:lstStyle/>
          <a:p>
            <a:pPr algn="l"/>
            <a:r>
              <a:rPr sz="900" b="0">
                <a:solidFill>
                  <a:srgbClr val="707EAA"/>
                </a:solidFill>
                <a:latin typeface="Segoe UI"/>
              </a:rPr>
              <a:t>M9 · Tizimlarining ishonchliligi va axborot xavfsizligi</a:t>
            </a:r>
          </a:p>
        </p:txBody>
      </p:sp>
      <p:sp>
        <p:nvSpPr>
          <p:cNvPr id="24" name="Rounded Rectangle 23"/>
          <p:cNvSpPr/>
          <p:nvPr/>
        </p:nvSpPr>
        <p:spPr>
          <a:xfrm>
            <a:off x="11000000" y="6430000"/>
            <a:ext cx="700000" cy="270000"/>
          </a:xfrm>
          <a:prstGeom prst="roundRect">
            <a:avLst/>
          </a:prstGeom>
          <a:solidFill>
            <a:srgbClr val="121936"/>
          </a:solidFill>
          <a:ln w="12700">
            <a:solidFill>
              <a:srgbClr val="2A356E"/>
            </a:solidFill>
          </a:ln>
          <a:effectLst/>
        </p:spPr>
        <p:style>
          <a:lnRef idx="1">
            <a:schemeClr val="accent1"/>
          </a:lnRef>
          <a:fillRef idx="3">
            <a:schemeClr val="accent1"/>
          </a:fillRef>
          <a:effectRef idx="2">
            <a:schemeClr val="accent1"/>
          </a:effectRef>
          <a:fontRef idx="minor">
            <a:schemeClr val="lt1"/>
          </a:fontRef>
        </p:style>
        <p:txBody>
          <a:bodyPr rtlCol="0" anchor="ctr" tIns="0" bIns="0"/>
          <a:lstStyle/>
          <a:p>
            <a:pPr algn="ctr"/>
            <a:r>
              <a:rPr sz="1000" b="1">
                <a:solidFill>
                  <a:srgbClr val="22D3EE"/>
                </a:solidFill>
                <a:latin typeface="Segoe UI"/>
              </a:rPr>
              <a:t>17</a:t>
            </a:r>
          </a:p>
        </p:txBody>
      </p:sp>
      <p:sp>
        <p:nvSpPr>
          <p:cNvPr id="25" name="Rounded Rectangle 24"/>
          <p:cNvSpPr/>
          <p:nvPr/>
        </p:nvSpPr>
        <p:spPr>
          <a:xfrm>
            <a:off x="7520000" y="1330000"/>
            <a:ext cx="4250000" cy="4650000"/>
          </a:xfrm>
          <a:prstGeom prst="roundRect">
            <a:avLst>
              <a:gd name="adj" fmla="val 5000"/>
            </a:avLst>
          </a:prstGeom>
          <a:noFill/>
          <a:ln w="15875">
            <a:solidFill>
              <a:srgbClr val="8B5CF6"/>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26" name="Picture 25" descr="c5a01db9c3f5ef7d.jpg"/>
          <p:cNvPicPr>
            <a:picLocks noChangeAspect="1"/>
          </p:cNvPicPr>
          <p:nvPr/>
        </p:nvPicPr>
        <p:blipFill>
          <a:blip r:embed="rId2"/>
          <a:srcRect l="14265" r="14265"/>
          <a:stretch>
            <a:fillRect/>
          </a:stretch>
        </p:blipFill>
        <p:spPr>
          <a:xfrm>
            <a:off x="7620000" y="1430000"/>
            <a:ext cx="4050000" cy="4250000"/>
          </a:xfrm>
          <a:prstGeom prst="roundRect">
            <a:avLst/>
          </a:prstGeom>
          <a:ln w="19050">
            <a:solidFill>
              <a:srgbClr val="22D3EE"/>
            </a:solidFill>
          </a:ln>
        </p:spPr>
      </p:pic>
      <p:sp>
        <p:nvSpPr>
          <p:cNvPr id="27" name="TextBox 26"/>
          <p:cNvSpPr txBox="1"/>
          <p:nvPr/>
        </p:nvSpPr>
        <p:spPr>
          <a:xfrm>
            <a:off x="7620000" y="5710000"/>
            <a:ext cx="4050000" cy="260000"/>
          </a:xfrm>
          <a:prstGeom prst="rect">
            <a:avLst/>
          </a:prstGeom>
          <a:noFill/>
        </p:spPr>
        <p:txBody>
          <a:bodyPr wrap="square" anchor="t" lIns="50800" rIns="50800">
            <a:spAutoFit/>
          </a:bodyPr>
          <a:lstStyle/>
          <a:p>
            <a:pPr algn="l"/>
            <a:r>
              <a:rPr sz="800" b="0">
                <a:solidFill>
                  <a:srgbClr val="707EAA"/>
                </a:solidFill>
                <a:latin typeface="Segoe UI"/>
              </a:rPr>
              <a:t>Rasm: Indrajit Das · Wikimedia Commons · CC BY-SA 3.0</a:t>
            </a:r>
          </a:p>
        </p:txBody>
      </p:sp>
      <p:sp>
        <p:nvSpPr>
          <p:cNvPr id="28" name="Rounded Rectangle 27"/>
          <p:cNvSpPr/>
          <p:nvPr/>
        </p:nvSpPr>
        <p:spPr>
          <a:xfrm>
            <a:off x="7750000" y="1560000"/>
            <a:ext cx="1700000" cy="300000"/>
          </a:xfrm>
          <a:prstGeom prst="roundRect">
            <a:avLst/>
          </a:prstGeom>
          <a:solidFill>
            <a:srgbClr val="070B1A"/>
          </a:solidFill>
          <a:ln w="12700">
            <a:solidFill>
              <a:srgbClr val="22D3EE"/>
            </a:solidFill>
          </a:ln>
          <a:effectLst/>
        </p:spPr>
        <p:style>
          <a:lnRef idx="1">
            <a:schemeClr val="accent1"/>
          </a:lnRef>
          <a:fillRef idx="3">
            <a:schemeClr val="accent1"/>
          </a:fillRef>
          <a:effectRef idx="2">
            <a:schemeClr val="accent1"/>
          </a:effectRef>
          <a:fontRef idx="minor">
            <a:schemeClr val="lt1"/>
          </a:fontRef>
        </p:style>
        <p:txBody>
          <a:bodyPr rtlCol="0" anchor="ctr" tIns="0" bIns="0"/>
          <a:lstStyle/>
          <a:p>
            <a:pPr algn="ctr"/>
            <a:r>
              <a:rPr sz="900" b="1">
                <a:solidFill>
                  <a:srgbClr val="22D3EE"/>
                </a:solidFill>
                <a:latin typeface="Segoe UI"/>
              </a:rPr>
              <a:t>⚙ AMALIYOTDA</a:t>
            </a:r>
          </a:p>
        </p:txBody>
      </p:sp>
      <p:sp>
        <p:nvSpPr>
          <p:cNvPr id="29" name="Rounded Rectangle 28"/>
          <p:cNvSpPr/>
          <p:nvPr/>
        </p:nvSpPr>
        <p:spPr>
          <a:xfrm>
            <a:off x="550000" y="2417992"/>
            <a:ext cx="6750000" cy="2744016"/>
          </a:xfrm>
          <a:prstGeom prst="roundRect">
            <a:avLst>
              <a:gd name="adj" fmla="val 12000"/>
            </a:avLst>
          </a:prstGeom>
          <a:solidFill>
            <a:srgbClr val="121936"/>
          </a:solidFill>
          <a:ln w="12700">
            <a:solidFill>
              <a:srgbClr val="2A356E"/>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 name="Rectangle 29"/>
          <p:cNvSpPr/>
          <p:nvPr/>
        </p:nvSpPr>
        <p:spPr>
          <a:xfrm>
            <a:off x="550000" y="2497992"/>
            <a:ext cx="50000" cy="2584016"/>
          </a:xfrm>
          <a:prstGeom prst="rect">
            <a:avLst/>
          </a:prstGeom>
          <a:solidFill>
            <a:srgbClr val="34D39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1" name="Oval 30"/>
          <p:cNvSpPr/>
          <p:nvPr/>
        </p:nvSpPr>
        <p:spPr>
          <a:xfrm>
            <a:off x="760000" y="3590000"/>
            <a:ext cx="400000" cy="400000"/>
          </a:xfrm>
          <a:prstGeom prst="ellipse">
            <a:avLst/>
          </a:prstGeom>
          <a:noFill/>
          <a:ln w="25400">
            <a:solidFill>
              <a:srgbClr val="34D399"/>
            </a:solidFill>
          </a:ln>
          <a:effectLst/>
        </p:spPr>
        <p:style>
          <a:lnRef idx="1">
            <a:schemeClr val="accent1"/>
          </a:lnRef>
          <a:fillRef idx="3">
            <a:schemeClr val="accent1"/>
          </a:fillRef>
          <a:effectRef idx="2">
            <a:schemeClr val="accent1"/>
          </a:effectRef>
          <a:fontRef idx="minor">
            <a:schemeClr val="lt1"/>
          </a:fontRef>
        </p:style>
        <p:txBody>
          <a:bodyPr rtlCol="0" anchor="ctr" lIns="0" rIns="0"/>
          <a:lstStyle/>
          <a:p>
            <a:pPr algn="ctr"/>
            <a:r>
              <a:rPr sz="1200" b="1">
                <a:solidFill>
                  <a:srgbClr val="34D399"/>
                </a:solidFill>
                <a:latin typeface="Segoe UI"/>
              </a:rPr>
              <a:t>04</a:t>
            </a:r>
          </a:p>
        </p:txBody>
      </p:sp>
      <p:sp>
        <p:nvSpPr>
          <p:cNvPr id="32" name="TextBox 31"/>
          <p:cNvSpPr txBox="1"/>
          <p:nvPr/>
        </p:nvSpPr>
        <p:spPr>
          <a:xfrm>
            <a:off x="1300000" y="2457992"/>
            <a:ext cx="5900000" cy="2664016"/>
          </a:xfrm>
          <a:prstGeom prst="rect">
            <a:avLst/>
          </a:prstGeom>
          <a:noFill/>
        </p:spPr>
        <p:txBody>
          <a:bodyPr wrap="square" anchor="ctr">
            <a:spAutoFit/>
          </a:bodyPr>
          <a:lstStyle/>
          <a:p>
            <a:r>
              <a:rPr sz="1700" b="1">
                <a:solidFill>
                  <a:srgbClr val="E8EEFA"/>
                </a:solidFill>
                <a:latin typeface="Segoe UI"/>
              </a:rPr>
              <a:t>Kirishni qayta ishlash usullari — JPEG siqish, bit chuqurligini kamaytirish, median filtr, avtokoder orqali tiklash — oddiy hujumlarga qarshi samarali ko'rinadi, biroq Athalye va hamkasblari 2018-yilda ko'rsatganidek, ularning aksariyati «gradientni…</a:t>
            </a:r>
          </a:p>
          <a:p>
            <a:pPr>
              <a:spcBef>
                <a:spcPts val="400"/>
              </a:spcBef>
            </a:pPr>
            <a:r>
              <a:rPr sz="1600">
                <a:solidFill>
                  <a:srgbClr val="AEBBD9"/>
                </a:solidFill>
                <a:latin typeface="Segoe UI"/>
              </a:rPr>
              <a:t>Shu sababli har qanday yangi himoya adaptiv hujum — himoyani biladigan va unga moslashgan hujum — bilan baholanishi shart.</a:t>
            </a:r>
          </a:p>
        </p:txBody>
      </p:sp>
    </p:spTree>
  </p:cSld>
  <p:clrMapOvr>
    <a:masterClrMapping/>
  </p:clrMapOvr>
  <p:transition spd="med">
    <p:fade/>
  </p:transition>
  <p:timing>
    <p:tnLst>
      <p:par>
        <p:cTn id="1" dur="indefinite" restart="never" nodeType="tmRoot">
          <p:childTnLst>
            <p:seq concurrent="1" nextAc="seek">
              <p:cTn id="2" dur="indefinite" nodeType="mainSeq">
                <p:childTnLst>
                  <p:par>
                    <p:cTn id="56" fill="hold">
                      <p:stCondLst>
                        <p:cond delay="indefinite"/>
                        <p:cond evt="onBegin" delay="0">
                          <p:tn val="2"/>
                        </p:cond>
                      </p:stCondLst>
                      <p:childTnLst>
                        <p:par>
                          <p:cTn id="3" fill="hold">
                            <p:stCondLst>
                              <p:cond delay="0"/>
                            </p:stCondLst>
                            <p:childTnLst>
                              <p:par>
                                <p:cTn id="4" presetID="10" presetClass="entr" presetSubtype="0" fill="hold" grpId="0" nodeType="withEffect">
                                  <p:stCondLst>
                                    <p:cond delay="0"/>
                                  </p:stCondLst>
                                  <p:childTnLst>
                                    <p:set>
                                      <p:cBhvr>
                                        <p:cTn id="5" dur="1" fill="hold">
                                          <p:stCondLst>
                                            <p:cond delay="0"/>
                                          </p:stCondLst>
                                        </p:cTn>
                                        <p:tgtEl>
                                          <p:spTgt spid="21"/>
                                        </p:tgtEl>
                                        <p:attrNameLst>
                                          <p:attrName>style.visibility</p:attrName>
                                        </p:attrNameLst>
                                      </p:cBhvr>
                                      <p:to>
                                        <p:strVal val="visible"/>
                                      </p:to>
                                    </p:set>
                                    <p:animEffect transition="in" filter="fade">
                                      <p:cBhvr>
                                        <p:cTn id="6" dur="550"/>
                                        <p:tgtEl>
                                          <p:spTgt spid="21"/>
                                        </p:tgtEl>
                                      </p:cBhvr>
                                    </p:animEffect>
                                  </p:childTnLst>
                                </p:cTn>
                              </p:par>
                            </p:childTnLst>
                          </p:cTn>
                        </p:par>
                        <p:par>
                          <p:cTn id="7" fill="hold">
                            <p:stCondLst>
                              <p:cond delay="0"/>
                            </p:stCondLst>
                            <p:childTnLst>
                              <p:par>
                                <p:cTn id="8" presetID="22" presetClass="entr" presetSubtype="8" fill="hold" grpId="0" nodeType="afterEffect">
                                  <p:stCondLst>
                                    <p:cond delay="0"/>
                                  </p:stCondLst>
                                  <p:childTnLst>
                                    <p:set>
                                      <p:cBhvr>
                                        <p:cTn id="9" dur="1" fill="hold">
                                          <p:stCondLst>
                                            <p:cond delay="0"/>
                                          </p:stCondLst>
                                        </p:cTn>
                                        <p:tgtEl>
                                          <p:spTgt spid="22"/>
                                        </p:tgtEl>
                                        <p:attrNameLst>
                                          <p:attrName>style.visibility</p:attrName>
                                        </p:attrNameLst>
                                      </p:cBhvr>
                                      <p:to>
                                        <p:strVal val="visible"/>
                                      </p:to>
                                    </p:set>
                                    <p:animEffect transition="in" filter="wipe(left)">
                                      <p:cBhvr>
                                        <p:cTn id="11" dur="800"/>
                                        <p:tgtEl>
                                          <p:spTgt spid="22"/>
                                        </p:tgtEl>
                                      </p:cBhvr>
                                    </p:animEffect>
                                  </p:childTnLst>
                                </p:cTn>
                              </p:par>
                            </p:childTnLst>
                          </p:cTn>
                        </p:par>
                        <p:par>
                          <p:cTn id="12" fill="hold">
                            <p:stCondLst>
                              <p:cond delay="150"/>
                            </p:stCondLst>
                            <p:childTnLst>
                              <p:par>
                                <p:cTn id="13" presetID="53" presetClass="entr" presetSubtype="16" fill="hold" grpId="0" nodeType="afterEffect">
                                  <p:stCondLst>
                                    <p:cond delay="0"/>
                                  </p:stCondLst>
                                  <p:childTnLst>
                                    <p:set>
                                      <p:cBhvr>
                                        <p:cTn id="14" dur="1" fill="hold">
                                          <p:stCondLst>
                                            <p:cond delay="0"/>
                                          </p:stCondLst>
                                        </p:cTn>
                                        <p:tgtEl>
                                          <p:spTgt spid="25"/>
                                        </p:tgtEl>
                                        <p:attrNameLst>
                                          <p:attrName>style.visibility</p:attrName>
                                        </p:attrNameLst>
                                      </p:cBhvr>
                                      <p:to>
                                        <p:strVal val="visible"/>
                                      </p:to>
                                    </p:set>
                                    <p:animEffect transition="in" filter="fade">
                                      <p:cBhvr>
                                        <p:cTn id="15" dur="550"/>
                                        <p:tgtEl>
                                          <p:spTgt spid="25"/>
                                        </p:tgtEl>
                                      </p:cBhvr>
                                    </p:animEffect>
                                    <p:anim calcmode="lin" valueType="num">
                                      <p:cBhvr additive="base">
                                        <p:cTn id="16" dur="550" fill="hold"/>
                                        <p:tgtEl>
                                          <p:spTgt spid="25"/>
                                        </p:tgtEl>
                                        <p:attrNameLst>
                                          <p:attrName>ppt_w</p:attrName>
                                        </p:attrNameLst>
                                      </p:cBhvr>
                                      <p:tavLst>
                                        <p:tav tm="0">
                                          <p:val>
                                            <p:strVal val="0"/>
                                          </p:val>
                                        </p:tav>
                                        <p:tav tm="100000">
                                          <p:val>
                                            <p:strVal val="#ppt_w"/>
                                          </p:val>
                                        </p:tav>
                                      </p:tavLst>
                                    </p:anim>
                                    <p:anim calcmode="lin" valueType="num">
                                      <p:cBhvr additive="base">
                                        <p:cTn id="17" dur="550" fill="hold"/>
                                        <p:tgtEl>
                                          <p:spTgt spid="25"/>
                                        </p:tgtEl>
                                        <p:attrNameLst>
                                          <p:attrName>ppt_h</p:attrName>
                                        </p:attrNameLst>
                                      </p:cBhvr>
                                      <p:tavLst>
                                        <p:tav tm="0">
                                          <p:val>
                                            <p:strVal val="0"/>
                                          </p:val>
                                        </p:tav>
                                        <p:tav tm="100000">
                                          <p:val>
                                            <p:strVal val="#ppt_h"/>
                                          </p:val>
                                        </p:tav>
                                      </p:tavLst>
                                    </p:anim>
                                  </p:childTnLst>
                                </p:cTn>
                              </p:par>
                            </p:childTnLst>
                          </p:cTn>
                        </p:par>
                        <p:par>
                          <p:cTn id="18" fill="hold">
                            <p:stCondLst>
                              <p:cond delay="150"/>
                            </p:stCondLst>
                            <p:childTnLst>
                              <p:par>
                                <p:cTn id="19" presetID="53" presetClass="entr" presetSubtype="16" fill="hold" grpId="0" nodeType="afterEffect">
                                  <p:stCondLst>
                                    <p:cond delay="0"/>
                                  </p:stCondLst>
                                  <p:childTnLst>
                                    <p:set>
                                      <p:cBhvr>
                                        <p:cTn id="20" dur="1" fill="hold">
                                          <p:stCondLst>
                                            <p:cond delay="0"/>
                                          </p:stCondLst>
                                        </p:cTn>
                                        <p:tgtEl>
                                          <p:spTgt spid="26"/>
                                        </p:tgtEl>
                                        <p:attrNameLst>
                                          <p:attrName>style.visibility</p:attrName>
                                        </p:attrNameLst>
                                      </p:cBhvr>
                                      <p:to>
                                        <p:strVal val="visible"/>
                                      </p:to>
                                    </p:set>
                                    <p:animEffect transition="in" filter="fade">
                                      <p:cBhvr>
                                        <p:cTn id="21" dur="550"/>
                                        <p:tgtEl>
                                          <p:spTgt spid="26"/>
                                        </p:tgtEl>
                                      </p:cBhvr>
                                    </p:animEffect>
                                    <p:anim calcmode="lin" valueType="num">
                                      <p:cBhvr additive="base">
                                        <p:cTn id="22" dur="550" fill="hold"/>
                                        <p:tgtEl>
                                          <p:spTgt spid="26"/>
                                        </p:tgtEl>
                                        <p:attrNameLst>
                                          <p:attrName>ppt_w</p:attrName>
                                        </p:attrNameLst>
                                      </p:cBhvr>
                                      <p:tavLst>
                                        <p:tav tm="0">
                                          <p:val>
                                            <p:strVal val="0"/>
                                          </p:val>
                                        </p:tav>
                                        <p:tav tm="100000">
                                          <p:val>
                                            <p:strVal val="#ppt_w"/>
                                          </p:val>
                                        </p:tav>
                                      </p:tavLst>
                                    </p:anim>
                                    <p:anim calcmode="lin" valueType="num">
                                      <p:cBhvr additive="base">
                                        <p:cTn id="23" dur="550" fill="hold"/>
                                        <p:tgtEl>
                                          <p:spTgt spid="26"/>
                                        </p:tgtEl>
                                        <p:attrNameLst>
                                          <p:attrName>ppt_h</p:attrName>
                                        </p:attrNameLst>
                                      </p:cBhvr>
                                      <p:tavLst>
                                        <p:tav tm="0">
                                          <p:val>
                                            <p:strVal val="0"/>
                                          </p:val>
                                        </p:tav>
                                        <p:tav tm="100000">
                                          <p:val>
                                            <p:strVal val="#ppt_h"/>
                                          </p:val>
                                        </p:tav>
                                      </p:tavLst>
                                    </p:anim>
                                  </p:childTnLst>
                                </p:cTn>
                              </p:par>
                            </p:childTnLst>
                          </p:cTn>
                        </p:par>
                        <p:par>
                          <p:cTn id="24" fill="hold">
                            <p:stCondLst>
                              <p:cond delay="150"/>
                            </p:stCondLst>
                            <p:childTnLst>
                              <p:par>
                                <p:cTn id="25" presetID="10" presetClass="entr" presetSubtype="0" fill="hold" grpId="0" nodeType="afterEffect">
                                  <p:stCondLst>
                                    <p:cond delay="0"/>
                                  </p:stCondLst>
                                  <p:childTnLst>
                                    <p:set>
                                      <p:cBhvr>
                                        <p:cTn id="26" dur="1" fill="hold">
                                          <p:stCondLst>
                                            <p:cond delay="0"/>
                                          </p:stCondLst>
                                        </p:cTn>
                                        <p:tgtEl>
                                          <p:spTgt spid="28"/>
                                        </p:tgtEl>
                                        <p:attrNameLst>
                                          <p:attrName>style.visibility</p:attrName>
                                        </p:attrNameLst>
                                      </p:cBhvr>
                                      <p:to>
                                        <p:strVal val="visible"/>
                                      </p:to>
                                    </p:set>
                                    <p:animEffect transition="in" filter="fade">
                                      <p:cBhvr>
                                        <p:cTn id="27" dur="550"/>
                                        <p:tgtEl>
                                          <p:spTgt spid="28"/>
                                        </p:tgtEl>
                                      </p:cBhvr>
                                    </p:animEffect>
                                  </p:childTnLst>
                                </p:cTn>
                              </p:par>
                            </p:childTnLst>
                          </p:cTn>
                        </p:par>
                        <p:par>
                          <p:cTn id="28" fill="hold">
                            <p:stCondLst>
                              <p:cond delay="150"/>
                            </p:stCondLst>
                            <p:childTnLst>
                              <p:par>
                                <p:cTn id="29" presetID="10" presetClass="entr" presetSubtype="0" fill="hold" grpId="0" nodeType="afterEffect">
                                  <p:stCondLst>
                                    <p:cond delay="0"/>
                                  </p:stCondLst>
                                  <p:childTnLst>
                                    <p:set>
                                      <p:cBhvr>
                                        <p:cTn id="30" dur="1" fill="hold">
                                          <p:stCondLst>
                                            <p:cond delay="0"/>
                                          </p:stCondLst>
                                        </p:cTn>
                                        <p:tgtEl>
                                          <p:spTgt spid="27"/>
                                        </p:tgtEl>
                                        <p:attrNameLst>
                                          <p:attrName>style.visibility</p:attrName>
                                        </p:attrNameLst>
                                      </p:cBhvr>
                                      <p:to>
                                        <p:strVal val="visible"/>
                                      </p:to>
                                    </p:set>
                                    <p:animEffect transition="in" filter="fade">
                                      <p:cBhvr>
                                        <p:cTn id="31" dur="550"/>
                                        <p:tgtEl>
                                          <p:spTgt spid="27"/>
                                        </p:tgtEl>
                                      </p:cBhvr>
                                    </p:animEffect>
                                  </p:childTnLst>
                                </p:cTn>
                              </p:par>
                            </p:childTnLst>
                          </p:cTn>
                        </p:par>
                        <p:par>
                          <p:cTn id="32" fill="hold">
                            <p:stCondLst>
                              <p:cond delay="350"/>
                            </p:stCondLst>
                            <p:childTnLst>
                              <p:par>
                                <p:cTn id="33" presetID="42" presetClass="entr" presetSubtype="0" fill="hold" grpId="0" nodeType="afterEffect">
                                  <p:stCondLst>
                                    <p:cond delay="0"/>
                                  </p:stCondLst>
                                  <p:childTnLst>
                                    <p:set>
                                      <p:cBhvr>
                                        <p:cTn id="34" dur="1" fill="hold">
                                          <p:stCondLst>
                                            <p:cond delay="0"/>
                                          </p:stCondLst>
                                        </p:cTn>
                                        <p:tgtEl>
                                          <p:spTgt spid="29"/>
                                        </p:tgtEl>
                                        <p:attrNameLst>
                                          <p:attrName>style.visibility</p:attrName>
                                        </p:attrNameLst>
                                      </p:cBhvr>
                                      <p:to>
                                        <p:strVal val="visible"/>
                                      </p:to>
                                    </p:set>
                                    <p:animEffect transition="in" filter="fade">
                                      <p:cBhvr>
                                        <p:cTn id="35" dur="550"/>
                                        <p:tgtEl>
                                          <p:spTgt spid="29"/>
                                        </p:tgtEl>
                                      </p:cBhvr>
                                    </p:animEffect>
                                    <p:anim calcmode="lin" valueType="num">
                                      <p:cBhvr additive="base">
                                        <p:cTn id="36" dur="550" fill="hold"/>
                                        <p:tgtEl>
                                          <p:spTgt spid="29"/>
                                        </p:tgtEl>
                                        <p:attrNameLst>
                                          <p:attrName>ppt_x</p:attrName>
                                        </p:attrNameLst>
                                      </p:cBhvr>
                                      <p:tavLst>
                                        <p:tav tm="0">
                                          <p:val>
                                            <p:strVal val="#ppt_x"/>
                                          </p:val>
                                        </p:tav>
                                        <p:tav tm="100000">
                                          <p:val>
                                            <p:strVal val="#ppt_x"/>
                                          </p:val>
                                        </p:tav>
                                      </p:tavLst>
                                    </p:anim>
                                    <p:anim calcmode="lin" valueType="num">
                                      <p:cBhvr additive="base">
                                        <p:cTn id="37" dur="550" fill="hold"/>
                                        <p:tgtEl>
                                          <p:spTgt spid="29"/>
                                        </p:tgtEl>
                                        <p:attrNameLst>
                                          <p:attrName>ppt_y</p:attrName>
                                        </p:attrNameLst>
                                      </p:cBhvr>
                                      <p:tavLst>
                                        <p:tav tm="0">
                                          <p:val>
                                            <p:strVal val="#ppt_y+.08"/>
                                          </p:val>
                                        </p:tav>
                                        <p:tav tm="100000">
                                          <p:val>
                                            <p:strVal val="#ppt_y"/>
                                          </p:val>
                                        </p:tav>
                                      </p:tavLst>
                                    </p:anim>
                                  </p:childTnLst>
                                </p:cTn>
                              </p:par>
                            </p:childTnLst>
                          </p:cTn>
                        </p:par>
                        <p:par>
                          <p:cTn id="38" fill="hold">
                            <p:stCondLst>
                              <p:cond delay="350"/>
                            </p:stCondLst>
                            <p:childTnLst>
                              <p:par>
                                <p:cTn id="39" presetID="42" presetClass="entr" presetSubtype="0" fill="hold" grpId="0" nodeType="afterEffect">
                                  <p:stCondLst>
                                    <p:cond delay="0"/>
                                  </p:stCondLst>
                                  <p:childTnLst>
                                    <p:set>
                                      <p:cBhvr>
                                        <p:cTn id="40" dur="1" fill="hold">
                                          <p:stCondLst>
                                            <p:cond delay="0"/>
                                          </p:stCondLst>
                                        </p:cTn>
                                        <p:tgtEl>
                                          <p:spTgt spid="30"/>
                                        </p:tgtEl>
                                        <p:attrNameLst>
                                          <p:attrName>style.visibility</p:attrName>
                                        </p:attrNameLst>
                                      </p:cBhvr>
                                      <p:to>
                                        <p:strVal val="visible"/>
                                      </p:to>
                                    </p:set>
                                    <p:animEffect transition="in" filter="fade">
                                      <p:cBhvr>
                                        <p:cTn id="41" dur="550"/>
                                        <p:tgtEl>
                                          <p:spTgt spid="30"/>
                                        </p:tgtEl>
                                      </p:cBhvr>
                                    </p:animEffect>
                                    <p:anim calcmode="lin" valueType="num">
                                      <p:cBhvr additive="base">
                                        <p:cTn id="42" dur="550" fill="hold"/>
                                        <p:tgtEl>
                                          <p:spTgt spid="30"/>
                                        </p:tgtEl>
                                        <p:attrNameLst>
                                          <p:attrName>ppt_x</p:attrName>
                                        </p:attrNameLst>
                                      </p:cBhvr>
                                      <p:tavLst>
                                        <p:tav tm="0">
                                          <p:val>
                                            <p:strVal val="#ppt_x"/>
                                          </p:val>
                                        </p:tav>
                                        <p:tav tm="100000">
                                          <p:val>
                                            <p:strVal val="#ppt_x"/>
                                          </p:val>
                                        </p:tav>
                                      </p:tavLst>
                                    </p:anim>
                                    <p:anim calcmode="lin" valueType="num">
                                      <p:cBhvr additive="base">
                                        <p:cTn id="43" dur="550" fill="hold"/>
                                        <p:tgtEl>
                                          <p:spTgt spid="30"/>
                                        </p:tgtEl>
                                        <p:attrNameLst>
                                          <p:attrName>ppt_y</p:attrName>
                                        </p:attrNameLst>
                                      </p:cBhvr>
                                      <p:tavLst>
                                        <p:tav tm="0">
                                          <p:val>
                                            <p:strVal val="#ppt_y+.08"/>
                                          </p:val>
                                        </p:tav>
                                        <p:tav tm="100000">
                                          <p:val>
                                            <p:strVal val="#ppt_y"/>
                                          </p:val>
                                        </p:tav>
                                      </p:tavLst>
                                    </p:anim>
                                  </p:childTnLst>
                                </p:cTn>
                              </p:par>
                            </p:childTnLst>
                          </p:cTn>
                        </p:par>
                        <p:par>
                          <p:cTn id="44" fill="hold">
                            <p:stCondLst>
                              <p:cond delay="350"/>
                            </p:stCondLst>
                            <p:childTnLst>
                              <p:par>
                                <p:cTn id="45" presetID="53" presetClass="entr" presetSubtype="16" fill="hold" grpId="0" nodeType="afterEffect">
                                  <p:stCondLst>
                                    <p:cond delay="0"/>
                                  </p:stCondLst>
                                  <p:childTnLst>
                                    <p:set>
                                      <p:cBhvr>
                                        <p:cTn id="46" dur="1" fill="hold">
                                          <p:stCondLst>
                                            <p:cond delay="0"/>
                                          </p:stCondLst>
                                        </p:cTn>
                                        <p:tgtEl>
                                          <p:spTgt spid="31"/>
                                        </p:tgtEl>
                                        <p:attrNameLst>
                                          <p:attrName>style.visibility</p:attrName>
                                        </p:attrNameLst>
                                      </p:cBhvr>
                                      <p:to>
                                        <p:strVal val="visible"/>
                                      </p:to>
                                    </p:set>
                                    <p:animEffect transition="in" filter="fade">
                                      <p:cBhvr>
                                        <p:cTn id="47" dur="550"/>
                                        <p:tgtEl>
                                          <p:spTgt spid="31"/>
                                        </p:tgtEl>
                                      </p:cBhvr>
                                    </p:animEffect>
                                    <p:anim calcmode="lin" valueType="num">
                                      <p:cBhvr additive="base">
                                        <p:cTn id="48" dur="550" fill="hold"/>
                                        <p:tgtEl>
                                          <p:spTgt spid="31"/>
                                        </p:tgtEl>
                                        <p:attrNameLst>
                                          <p:attrName>ppt_w</p:attrName>
                                        </p:attrNameLst>
                                      </p:cBhvr>
                                      <p:tavLst>
                                        <p:tav tm="0">
                                          <p:val>
                                            <p:strVal val="0"/>
                                          </p:val>
                                        </p:tav>
                                        <p:tav tm="100000">
                                          <p:val>
                                            <p:strVal val="#ppt_w"/>
                                          </p:val>
                                        </p:tav>
                                      </p:tavLst>
                                    </p:anim>
                                    <p:anim calcmode="lin" valueType="num">
                                      <p:cBhvr additive="base">
                                        <p:cTn id="49" dur="550" fill="hold"/>
                                        <p:tgtEl>
                                          <p:spTgt spid="31"/>
                                        </p:tgtEl>
                                        <p:attrNameLst>
                                          <p:attrName>ppt_h</p:attrName>
                                        </p:attrNameLst>
                                      </p:cBhvr>
                                      <p:tavLst>
                                        <p:tav tm="0">
                                          <p:val>
                                            <p:strVal val="0"/>
                                          </p:val>
                                        </p:tav>
                                        <p:tav tm="100000">
                                          <p:val>
                                            <p:strVal val="#ppt_h"/>
                                          </p:val>
                                        </p:tav>
                                      </p:tavLst>
                                    </p:anim>
                                  </p:childTnLst>
                                </p:cTn>
                              </p:par>
                            </p:childTnLst>
                          </p:cTn>
                        </p:par>
                        <p:par>
                          <p:cTn id="50" fill="hold">
                            <p:stCondLst>
                              <p:cond delay="350"/>
                            </p:stCondLst>
                            <p:childTnLst>
                              <p:par>
                                <p:cTn id="51" presetID="42" presetClass="entr" presetSubtype="0" fill="hold" grpId="0" nodeType="afterEffect">
                                  <p:stCondLst>
                                    <p:cond delay="0"/>
                                  </p:stCondLst>
                                  <p:childTnLst>
                                    <p:set>
                                      <p:cBhvr>
                                        <p:cTn id="52" dur="1" fill="hold">
                                          <p:stCondLst>
                                            <p:cond delay="0"/>
                                          </p:stCondLst>
                                        </p:cTn>
                                        <p:tgtEl>
                                          <p:spTgt spid="32"/>
                                        </p:tgtEl>
                                        <p:attrNameLst>
                                          <p:attrName>style.visibility</p:attrName>
                                        </p:attrNameLst>
                                      </p:cBhvr>
                                      <p:to>
                                        <p:strVal val="visible"/>
                                      </p:to>
                                    </p:set>
                                    <p:animEffect transition="in" filter="fade">
                                      <p:cBhvr>
                                        <p:cTn id="53" dur="550"/>
                                        <p:tgtEl>
                                          <p:spTgt spid="32"/>
                                        </p:tgtEl>
                                      </p:cBhvr>
                                    </p:animEffect>
                                    <p:anim calcmode="lin" valueType="num">
                                      <p:cBhvr additive="base">
                                        <p:cTn id="54" dur="550" fill="hold"/>
                                        <p:tgtEl>
                                          <p:spTgt spid="32"/>
                                        </p:tgtEl>
                                        <p:attrNameLst>
                                          <p:attrName>ppt_x</p:attrName>
                                        </p:attrNameLst>
                                      </p:cBhvr>
                                      <p:tavLst>
                                        <p:tav tm="0">
                                          <p:val>
                                            <p:strVal val="#ppt_x"/>
                                          </p:val>
                                        </p:tav>
                                        <p:tav tm="100000">
                                          <p:val>
                                            <p:strVal val="#ppt_x"/>
                                          </p:val>
                                        </p:tav>
                                      </p:tavLst>
                                    </p:anim>
                                    <p:anim calcmode="lin" valueType="num">
                                      <p:cBhvr additive="base">
                                        <p:cTn id="55" dur="550" fill="hold"/>
                                        <p:tgtEl>
                                          <p:spTgt spid="32"/>
                                        </p:tgtEl>
                                        <p:attrNameLst>
                                          <p:attrName>ppt_y</p:attrName>
                                        </p:attrNameLst>
                                      </p:cBhvr>
                                      <p:tavLst>
                                        <p:tav tm="0">
                                          <p:val>
                                            <p:strVal val="#ppt_y+.08"/>
                                          </p:val>
                                        </p:tav>
                                        <p:tav tm="100000">
                                          <p:val>
                                            <p:strVal val="#ppt_y"/>
                                          </p:val>
                                        </p:tav>
                                      </p:tavLst>
                                    </p:anim>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21" grpId="0" animBg="1"/>
      <p:bldP spid="22" grpId="0" animBg="1"/>
      <p:bldP spid="25" grpId="0" animBg="1"/>
      <p:bldP spid="28" grpId="0" animBg="1"/>
      <p:bldP spid="27" grpId="0" animBg="1"/>
      <p:bldP spid="29" grpId="0" animBg="1"/>
      <p:bldP spid="30" grpId="0" animBg="1"/>
      <p:bldP spid="31" grpId="0" animBg="1"/>
      <p:bldP spid="32" grpId="0" animBg="1"/>
    </p:bldLst>
  </p:timing>
</p:sld>
</file>

<file path=ppt/slides/slide1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2000" cy="6858000"/>
          </a:xfrm>
          <a:prstGeom prst="rect">
            <a:avLst/>
          </a:prstGeom>
          <a:gradFill rotWithShape="1">
            <a:gsLst>
              <a:gs pos="0">
                <a:srgbClr val="070B1A"/>
              </a:gs>
              <a:gs pos="100000">
                <a:srgbClr val="141C44"/>
              </a:gs>
            </a:gsLst>
            <a:lin scaled="0" ang="13500000"/>
          </a:gra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cxnSp>
        <p:nvCxnSpPr>
          <p:cNvPr id="3" name="Connector 2"/>
          <p:cNvCxnSpPr/>
          <p:nvPr/>
        </p:nvCxnSpPr>
        <p:spPr>
          <a:xfrm flipV="1">
            <a:off x="10350000" y="305000"/>
            <a:ext cx="750000" cy="75000"/>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cxnSp>
        <p:nvCxnSpPr>
          <p:cNvPr id="4" name="Connector 3"/>
          <p:cNvCxnSpPr/>
          <p:nvPr/>
        </p:nvCxnSpPr>
        <p:spPr>
          <a:xfrm>
            <a:off x="10350000" y="380000"/>
            <a:ext cx="750000" cy="375000"/>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cxnSp>
        <p:nvCxnSpPr>
          <p:cNvPr id="5" name="Connector 4"/>
          <p:cNvCxnSpPr/>
          <p:nvPr/>
        </p:nvCxnSpPr>
        <p:spPr>
          <a:xfrm flipV="1">
            <a:off x="10350000" y="530000"/>
            <a:ext cx="750000" cy="150000"/>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cxnSp>
        <p:nvCxnSpPr>
          <p:cNvPr id="6" name="Connector 5"/>
          <p:cNvCxnSpPr/>
          <p:nvPr/>
        </p:nvCxnSpPr>
        <p:spPr>
          <a:xfrm>
            <a:off x="11100000" y="305000"/>
            <a:ext cx="750000" cy="375000"/>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cxnSp>
        <p:nvCxnSpPr>
          <p:cNvPr id="7" name="Connector 6"/>
          <p:cNvCxnSpPr/>
          <p:nvPr/>
        </p:nvCxnSpPr>
        <p:spPr>
          <a:xfrm flipV="1">
            <a:off x="11100000" y="380000"/>
            <a:ext cx="750000" cy="150000"/>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cxnSp>
        <p:nvCxnSpPr>
          <p:cNvPr id="8" name="Connector 7"/>
          <p:cNvCxnSpPr/>
          <p:nvPr/>
        </p:nvCxnSpPr>
        <p:spPr>
          <a:xfrm>
            <a:off x="11100000" y="530000"/>
            <a:ext cx="750000" cy="150000"/>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cxnSp>
        <p:nvCxnSpPr>
          <p:cNvPr id="9" name="Connector 8"/>
          <p:cNvCxnSpPr/>
          <p:nvPr/>
        </p:nvCxnSpPr>
        <p:spPr>
          <a:xfrm flipV="1">
            <a:off x="11100000" y="680000"/>
            <a:ext cx="750000" cy="75000"/>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sp>
        <p:nvSpPr>
          <p:cNvPr id="10" name="Oval 9"/>
          <p:cNvSpPr/>
          <p:nvPr/>
        </p:nvSpPr>
        <p:spPr>
          <a:xfrm>
            <a:off x="10280000" y="310000"/>
            <a:ext cx="140000" cy="140000"/>
          </a:xfrm>
          <a:prstGeom prst="ellipse">
            <a:avLst/>
          </a:prstGeom>
          <a:solidFill>
            <a:srgbClr val="3B4C8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Oval 10"/>
          <p:cNvSpPr/>
          <p:nvPr/>
        </p:nvSpPr>
        <p:spPr>
          <a:xfrm>
            <a:off x="10280000" y="610000"/>
            <a:ext cx="140000" cy="140000"/>
          </a:xfrm>
          <a:prstGeom prst="ellipse">
            <a:avLst/>
          </a:prstGeom>
          <a:solidFill>
            <a:srgbClr val="3B4C8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11030000" y="235000"/>
            <a:ext cx="140000" cy="140000"/>
          </a:xfrm>
          <a:prstGeom prst="ellipse">
            <a:avLst/>
          </a:prstGeom>
          <a:solidFill>
            <a:srgbClr val="3B4C8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Oval 12"/>
          <p:cNvSpPr/>
          <p:nvPr/>
        </p:nvSpPr>
        <p:spPr>
          <a:xfrm>
            <a:off x="11030000" y="460000"/>
            <a:ext cx="140000" cy="140000"/>
          </a:xfrm>
          <a:prstGeom prst="ellipse">
            <a:avLst/>
          </a:prstGeom>
          <a:solidFill>
            <a:srgbClr val="3B4C8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Oval 13"/>
          <p:cNvSpPr/>
          <p:nvPr/>
        </p:nvSpPr>
        <p:spPr>
          <a:xfrm>
            <a:off x="11030000" y="685000"/>
            <a:ext cx="140000" cy="140000"/>
          </a:xfrm>
          <a:prstGeom prst="ellipse">
            <a:avLst/>
          </a:prstGeom>
          <a:solidFill>
            <a:srgbClr val="3B4C8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Oval 14"/>
          <p:cNvSpPr/>
          <p:nvPr/>
        </p:nvSpPr>
        <p:spPr>
          <a:xfrm>
            <a:off x="11780000" y="310000"/>
            <a:ext cx="140000" cy="140000"/>
          </a:xfrm>
          <a:prstGeom prst="ellipse">
            <a:avLst/>
          </a:prstGeom>
          <a:solidFill>
            <a:srgbClr val="3B4C8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Oval 15"/>
          <p:cNvSpPr/>
          <p:nvPr/>
        </p:nvSpPr>
        <p:spPr>
          <a:xfrm>
            <a:off x="11780000" y="610000"/>
            <a:ext cx="140000" cy="140000"/>
          </a:xfrm>
          <a:prstGeom prst="ellipse">
            <a:avLst/>
          </a:prstGeom>
          <a:solidFill>
            <a:srgbClr val="3B4C8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500000" y="160000"/>
            <a:ext cx="9600000" cy="300000"/>
          </a:xfrm>
          <a:prstGeom prst="rect">
            <a:avLst/>
          </a:prstGeom>
          <a:noFill/>
        </p:spPr>
        <p:txBody>
          <a:bodyPr wrap="square" anchor="t" lIns="50800" rIns="50800">
            <a:spAutoFit/>
          </a:bodyPr>
          <a:lstStyle/>
          <a:p>
            <a:pPr algn="l"/>
            <a:r>
              <a:rPr sz="1100" b="1">
                <a:solidFill>
                  <a:srgbClr val="22D3EE"/>
                </a:solidFill>
                <a:latin typeface="Segoe UI"/>
              </a:rPr>
              <a:t>◆ 3-REJA</a:t>
            </a:r>
          </a:p>
        </p:txBody>
      </p:sp>
      <p:sp>
        <p:nvSpPr>
          <p:cNvPr id="18" name="TextBox 17"/>
          <p:cNvSpPr txBox="1"/>
          <p:nvPr/>
        </p:nvSpPr>
        <p:spPr>
          <a:xfrm>
            <a:off x="500000" y="400000"/>
            <a:ext cx="9800000" cy="650000"/>
          </a:xfrm>
          <a:prstGeom prst="rect">
            <a:avLst/>
          </a:prstGeom>
          <a:noFill/>
        </p:spPr>
        <p:txBody>
          <a:bodyPr wrap="square" anchor="ctr" lIns="50800" rIns="50800">
            <a:spAutoFit/>
          </a:bodyPr>
          <a:lstStyle/>
          <a:p>
            <a:pPr algn="l"/>
            <a:r>
              <a:rPr sz="2600" b="1">
                <a:solidFill>
                  <a:srgbClr val="E8EEFA"/>
                </a:solidFill>
                <a:latin typeface="Segoe UI"/>
              </a:rPr>
              <a:t>Himoya usullari va ularning chegaralari</a:t>
            </a:r>
          </a:p>
        </p:txBody>
      </p:sp>
      <p:sp>
        <p:nvSpPr>
          <p:cNvPr id="19" name="Rectangle 18"/>
          <p:cNvSpPr/>
          <p:nvPr/>
        </p:nvSpPr>
        <p:spPr>
          <a:xfrm>
            <a:off x="560000" y="1080000"/>
            <a:ext cx="1700000" cy="45000"/>
          </a:xfrm>
          <a:prstGeom prst="rect">
            <a:avLst/>
          </a:prstGeom>
          <a:gradFill rotWithShape="1">
            <a:gsLst>
              <a:gs pos="0">
                <a:srgbClr val="22D3EE"/>
              </a:gs>
              <a:gs pos="100000">
                <a:srgbClr val="8B5CF6"/>
              </a:gs>
            </a:gsLst>
            <a:lin scaled="0" ang="0"/>
          </a:gra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500000" y="6450000"/>
            <a:ext cx="9500000" cy="280000"/>
          </a:xfrm>
          <a:prstGeom prst="rect">
            <a:avLst/>
          </a:prstGeom>
          <a:noFill/>
        </p:spPr>
        <p:txBody>
          <a:bodyPr wrap="square" anchor="t" lIns="50800" rIns="50800">
            <a:spAutoFit/>
          </a:bodyPr>
          <a:lstStyle/>
          <a:p>
            <a:pPr algn="l"/>
            <a:r>
              <a:rPr sz="900" b="0">
                <a:solidFill>
                  <a:srgbClr val="707EAA"/>
                </a:solidFill>
                <a:latin typeface="Segoe UI"/>
              </a:rPr>
              <a:t>M9 · Tizimlarining ishonchliligi va axborot xavfsizligi</a:t>
            </a:r>
          </a:p>
        </p:txBody>
      </p:sp>
      <p:sp>
        <p:nvSpPr>
          <p:cNvPr id="21" name="Rounded Rectangle 20"/>
          <p:cNvSpPr/>
          <p:nvPr/>
        </p:nvSpPr>
        <p:spPr>
          <a:xfrm>
            <a:off x="11000000" y="6430000"/>
            <a:ext cx="700000" cy="270000"/>
          </a:xfrm>
          <a:prstGeom prst="roundRect">
            <a:avLst/>
          </a:prstGeom>
          <a:solidFill>
            <a:srgbClr val="121936"/>
          </a:solidFill>
          <a:ln w="12700">
            <a:solidFill>
              <a:srgbClr val="2A356E"/>
            </a:solidFill>
          </a:ln>
          <a:effectLst/>
        </p:spPr>
        <p:style>
          <a:lnRef idx="1">
            <a:schemeClr val="accent1"/>
          </a:lnRef>
          <a:fillRef idx="3">
            <a:schemeClr val="accent1"/>
          </a:fillRef>
          <a:effectRef idx="2">
            <a:schemeClr val="accent1"/>
          </a:effectRef>
          <a:fontRef idx="minor">
            <a:schemeClr val="lt1"/>
          </a:fontRef>
        </p:style>
        <p:txBody>
          <a:bodyPr rtlCol="0" anchor="ctr" tIns="0" bIns="0"/>
          <a:lstStyle/>
          <a:p>
            <a:pPr algn="ctr"/>
            <a:r>
              <a:rPr sz="1000" b="1">
                <a:solidFill>
                  <a:srgbClr val="22D3EE"/>
                </a:solidFill>
                <a:latin typeface="Segoe UI"/>
              </a:rPr>
              <a:t>18</a:t>
            </a:r>
          </a:p>
        </p:txBody>
      </p:sp>
      <p:sp>
        <p:nvSpPr>
          <p:cNvPr id="22" name="Rounded Rectangle 21"/>
          <p:cNvSpPr/>
          <p:nvPr/>
        </p:nvSpPr>
        <p:spPr>
          <a:xfrm>
            <a:off x="7520000" y="1330000"/>
            <a:ext cx="4250000" cy="4650000"/>
          </a:xfrm>
          <a:prstGeom prst="roundRect">
            <a:avLst>
              <a:gd name="adj" fmla="val 5000"/>
            </a:avLst>
          </a:prstGeom>
          <a:noFill/>
          <a:ln w="15875">
            <a:solidFill>
              <a:srgbClr val="8B5CF6"/>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23" name="Picture 22" descr="d947ebd7f8bba68b.jpg"/>
          <p:cNvPicPr>
            <a:picLocks noChangeAspect="1"/>
          </p:cNvPicPr>
          <p:nvPr/>
        </p:nvPicPr>
        <p:blipFill>
          <a:blip r:embed="rId2"/>
          <a:srcRect l="6059" r="6059"/>
          <a:stretch>
            <a:fillRect/>
          </a:stretch>
        </p:blipFill>
        <p:spPr>
          <a:xfrm>
            <a:off x="7620000" y="1430000"/>
            <a:ext cx="4050000" cy="4250000"/>
          </a:xfrm>
          <a:prstGeom prst="roundRect">
            <a:avLst/>
          </a:prstGeom>
          <a:ln w="19050">
            <a:solidFill>
              <a:srgbClr val="22D3EE"/>
            </a:solidFill>
          </a:ln>
        </p:spPr>
      </p:pic>
      <p:sp>
        <p:nvSpPr>
          <p:cNvPr id="24" name="TextBox 23"/>
          <p:cNvSpPr txBox="1"/>
          <p:nvPr/>
        </p:nvSpPr>
        <p:spPr>
          <a:xfrm>
            <a:off x="7620000" y="5710000"/>
            <a:ext cx="4050000" cy="260000"/>
          </a:xfrm>
          <a:prstGeom prst="rect">
            <a:avLst/>
          </a:prstGeom>
          <a:noFill/>
        </p:spPr>
        <p:txBody>
          <a:bodyPr wrap="square" anchor="t" lIns="50800" rIns="50800">
            <a:spAutoFit/>
          </a:bodyPr>
          <a:lstStyle/>
          <a:p>
            <a:pPr algn="l"/>
            <a:r>
              <a:rPr sz="800" b="0">
                <a:solidFill>
                  <a:srgbClr val="707EAA"/>
                </a:solidFill>
                <a:latin typeface="Segoe UI"/>
              </a:rPr>
              <a:t>Rasm: jailbird · Wikimedia Commons · CC BY-SA 3.0 de</a:t>
            </a:r>
          </a:p>
        </p:txBody>
      </p:sp>
      <p:sp>
        <p:nvSpPr>
          <p:cNvPr id="25" name="Rounded Rectangle 24"/>
          <p:cNvSpPr/>
          <p:nvPr/>
        </p:nvSpPr>
        <p:spPr>
          <a:xfrm>
            <a:off x="7750000" y="1560000"/>
            <a:ext cx="1700000" cy="300000"/>
          </a:xfrm>
          <a:prstGeom prst="roundRect">
            <a:avLst/>
          </a:prstGeom>
          <a:solidFill>
            <a:srgbClr val="070B1A"/>
          </a:solidFill>
          <a:ln w="12700">
            <a:solidFill>
              <a:srgbClr val="22D3EE"/>
            </a:solidFill>
          </a:ln>
          <a:effectLst/>
        </p:spPr>
        <p:style>
          <a:lnRef idx="1">
            <a:schemeClr val="accent1"/>
          </a:lnRef>
          <a:fillRef idx="3">
            <a:schemeClr val="accent1"/>
          </a:fillRef>
          <a:effectRef idx="2">
            <a:schemeClr val="accent1"/>
          </a:effectRef>
          <a:fontRef idx="minor">
            <a:schemeClr val="lt1"/>
          </a:fontRef>
        </p:style>
        <p:txBody>
          <a:bodyPr rtlCol="0" anchor="ctr" tIns="0" bIns="0"/>
          <a:lstStyle/>
          <a:p>
            <a:pPr algn="ctr"/>
            <a:r>
              <a:rPr sz="900" b="1">
                <a:solidFill>
                  <a:srgbClr val="22D3EE"/>
                </a:solidFill>
                <a:latin typeface="Segoe UI"/>
              </a:rPr>
              <a:t>⚙ AMALIYOTDA</a:t>
            </a:r>
          </a:p>
        </p:txBody>
      </p:sp>
      <p:sp>
        <p:nvSpPr>
          <p:cNvPr id="26" name="Rounded Rectangle 25"/>
          <p:cNvSpPr/>
          <p:nvPr/>
        </p:nvSpPr>
        <p:spPr>
          <a:xfrm>
            <a:off x="550000" y="2417992"/>
            <a:ext cx="6750000" cy="2744016"/>
          </a:xfrm>
          <a:prstGeom prst="roundRect">
            <a:avLst>
              <a:gd name="adj" fmla="val 12000"/>
            </a:avLst>
          </a:prstGeom>
          <a:solidFill>
            <a:srgbClr val="121936"/>
          </a:solidFill>
          <a:ln w="12700">
            <a:solidFill>
              <a:srgbClr val="2A356E"/>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Rectangle 26"/>
          <p:cNvSpPr/>
          <p:nvPr/>
        </p:nvSpPr>
        <p:spPr>
          <a:xfrm>
            <a:off x="550000" y="2497992"/>
            <a:ext cx="50000" cy="2584016"/>
          </a:xfrm>
          <a:prstGeom prst="rect">
            <a:avLst/>
          </a:prstGeom>
          <a:solidFill>
            <a:srgbClr val="F59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Oval 27"/>
          <p:cNvSpPr/>
          <p:nvPr/>
        </p:nvSpPr>
        <p:spPr>
          <a:xfrm>
            <a:off x="760000" y="3590000"/>
            <a:ext cx="400000" cy="400000"/>
          </a:xfrm>
          <a:prstGeom prst="ellipse">
            <a:avLst/>
          </a:prstGeom>
          <a:noFill/>
          <a:ln w="25400">
            <a:solidFill>
              <a:srgbClr val="F59E0B"/>
            </a:solidFill>
          </a:ln>
          <a:effectLst/>
        </p:spPr>
        <p:style>
          <a:lnRef idx="1">
            <a:schemeClr val="accent1"/>
          </a:lnRef>
          <a:fillRef idx="3">
            <a:schemeClr val="accent1"/>
          </a:fillRef>
          <a:effectRef idx="2">
            <a:schemeClr val="accent1"/>
          </a:effectRef>
          <a:fontRef idx="minor">
            <a:schemeClr val="lt1"/>
          </a:fontRef>
        </p:style>
        <p:txBody>
          <a:bodyPr rtlCol="0" anchor="ctr" lIns="0" rIns="0"/>
          <a:lstStyle/>
          <a:p>
            <a:pPr algn="ctr"/>
            <a:r>
              <a:rPr sz="1200" b="1">
                <a:solidFill>
                  <a:srgbClr val="F59E0B"/>
                </a:solidFill>
                <a:latin typeface="Segoe UI"/>
              </a:rPr>
              <a:t>05</a:t>
            </a:r>
          </a:p>
        </p:txBody>
      </p:sp>
      <p:sp>
        <p:nvSpPr>
          <p:cNvPr id="29" name="TextBox 28"/>
          <p:cNvSpPr txBox="1"/>
          <p:nvPr/>
        </p:nvSpPr>
        <p:spPr>
          <a:xfrm>
            <a:off x="1300000" y="2457992"/>
            <a:ext cx="5900000" cy="2664016"/>
          </a:xfrm>
          <a:prstGeom prst="rect">
            <a:avLst/>
          </a:prstGeom>
          <a:noFill/>
        </p:spPr>
        <p:txBody>
          <a:bodyPr wrap="square" anchor="ctr">
            <a:spAutoFit/>
          </a:bodyPr>
          <a:lstStyle/>
          <a:p>
            <a:r>
              <a:rPr sz="1700" b="1">
                <a:solidFill>
                  <a:srgbClr val="E8EEFA"/>
                </a:solidFill>
                <a:latin typeface="Segoe UI"/>
              </a:rPr>
              <a:t>Zaharlashga qarshi himoya ma'lumotlar provenansi (data provenance), anomal namunalarni filtrlash (spektral imzolar, faollashuv klasterlash), o'qitishdan keyin orqa eshikni qidirish (Neural Cleanse kabi trigger qayta tiklash) va differensial maxfiylik bilan…</a:t>
            </a:r>
          </a:p>
          <a:p>
            <a:pPr>
              <a:spcBef>
                <a:spcPts val="400"/>
              </a:spcBef>
            </a:pPr>
            <a:r>
              <a:rPr sz="1600">
                <a:solidFill>
                  <a:srgbClr val="AEBBD9"/>
                </a:solidFill>
                <a:latin typeface="Segoe UI"/>
              </a:rPr>
              <a:t>Model ekstraksiyasiga qarshi so'rovlar chegarasi, chiqishda to'liq ehtimolliklar o'rniga faqat yorliq berish, suv belgisi (watermarking) qo'llaniladi.</a:t>
            </a:r>
          </a:p>
        </p:txBody>
      </p:sp>
    </p:spTree>
  </p:cSld>
  <p:clrMapOvr>
    <a:masterClrMapping/>
  </p:clrMapOvr>
  <p:transition spd="med">
    <p:fade/>
  </p:transition>
  <p:timing>
    <p:tnLst>
      <p:par>
        <p:cTn id="1" dur="indefinite" restart="never" nodeType="tmRoot">
          <p:childTnLst>
            <p:seq concurrent="1" nextAc="seek">
              <p:cTn id="2" dur="indefinite" nodeType="mainSeq">
                <p:childTnLst>
                  <p:par>
                    <p:cTn id="56" fill="hold">
                      <p:stCondLst>
                        <p:cond delay="indefinite"/>
                        <p:cond evt="onBegin" delay="0">
                          <p:tn val="2"/>
                        </p:cond>
                      </p:stCondLst>
                      <p:childTnLst>
                        <p:par>
                          <p:cTn id="3" fill="hold">
                            <p:stCondLst>
                              <p:cond delay="0"/>
                            </p:stCondLst>
                            <p:childTnLst>
                              <p:par>
                                <p:cTn id="4" presetID="10" presetClass="entr" presetSubtype="0" fill="hold" grpId="0" nodeType="withEffect">
                                  <p:stCondLst>
                                    <p:cond delay="0"/>
                                  </p:stCondLst>
                                  <p:childTnLst>
                                    <p:set>
                                      <p:cBhvr>
                                        <p:cTn id="5" dur="1" fill="hold">
                                          <p:stCondLst>
                                            <p:cond delay="0"/>
                                          </p:stCondLst>
                                        </p:cTn>
                                        <p:tgtEl>
                                          <p:spTgt spid="18"/>
                                        </p:tgtEl>
                                        <p:attrNameLst>
                                          <p:attrName>style.visibility</p:attrName>
                                        </p:attrNameLst>
                                      </p:cBhvr>
                                      <p:to>
                                        <p:strVal val="visible"/>
                                      </p:to>
                                    </p:set>
                                    <p:animEffect transition="in" filter="fade">
                                      <p:cBhvr>
                                        <p:cTn id="6" dur="550"/>
                                        <p:tgtEl>
                                          <p:spTgt spid="18"/>
                                        </p:tgtEl>
                                      </p:cBhvr>
                                    </p:animEffect>
                                  </p:childTnLst>
                                </p:cTn>
                              </p:par>
                            </p:childTnLst>
                          </p:cTn>
                        </p:par>
                        <p:par>
                          <p:cTn id="7" fill="hold">
                            <p:stCondLst>
                              <p:cond delay="0"/>
                            </p:stCondLst>
                            <p:childTnLst>
                              <p:par>
                                <p:cTn id="8" presetID="22" presetClass="entr" presetSubtype="8" fill="hold" grpId="0" nodeType="afterEffect">
                                  <p:stCondLst>
                                    <p:cond delay="0"/>
                                  </p:stCondLst>
                                  <p:childTnLst>
                                    <p:set>
                                      <p:cBhvr>
                                        <p:cTn id="9" dur="1" fill="hold">
                                          <p:stCondLst>
                                            <p:cond delay="0"/>
                                          </p:stCondLst>
                                        </p:cTn>
                                        <p:tgtEl>
                                          <p:spTgt spid="19"/>
                                        </p:tgtEl>
                                        <p:attrNameLst>
                                          <p:attrName>style.visibility</p:attrName>
                                        </p:attrNameLst>
                                      </p:cBhvr>
                                      <p:to>
                                        <p:strVal val="visible"/>
                                      </p:to>
                                    </p:set>
                                    <p:animEffect transition="in" filter="wipe(left)">
                                      <p:cBhvr>
                                        <p:cTn id="11" dur="800"/>
                                        <p:tgtEl>
                                          <p:spTgt spid="19"/>
                                        </p:tgtEl>
                                      </p:cBhvr>
                                    </p:animEffect>
                                  </p:childTnLst>
                                </p:cTn>
                              </p:par>
                            </p:childTnLst>
                          </p:cTn>
                        </p:par>
                        <p:par>
                          <p:cTn id="12" fill="hold">
                            <p:stCondLst>
                              <p:cond delay="150"/>
                            </p:stCondLst>
                            <p:childTnLst>
                              <p:par>
                                <p:cTn id="13" presetID="53" presetClass="entr" presetSubtype="16" fill="hold" grpId="0" nodeType="afterEffect">
                                  <p:stCondLst>
                                    <p:cond delay="0"/>
                                  </p:stCondLst>
                                  <p:childTnLst>
                                    <p:set>
                                      <p:cBhvr>
                                        <p:cTn id="14" dur="1" fill="hold">
                                          <p:stCondLst>
                                            <p:cond delay="0"/>
                                          </p:stCondLst>
                                        </p:cTn>
                                        <p:tgtEl>
                                          <p:spTgt spid="22"/>
                                        </p:tgtEl>
                                        <p:attrNameLst>
                                          <p:attrName>style.visibility</p:attrName>
                                        </p:attrNameLst>
                                      </p:cBhvr>
                                      <p:to>
                                        <p:strVal val="visible"/>
                                      </p:to>
                                    </p:set>
                                    <p:animEffect transition="in" filter="fade">
                                      <p:cBhvr>
                                        <p:cTn id="15" dur="550"/>
                                        <p:tgtEl>
                                          <p:spTgt spid="22"/>
                                        </p:tgtEl>
                                      </p:cBhvr>
                                    </p:animEffect>
                                    <p:anim calcmode="lin" valueType="num">
                                      <p:cBhvr additive="base">
                                        <p:cTn id="16" dur="550" fill="hold"/>
                                        <p:tgtEl>
                                          <p:spTgt spid="22"/>
                                        </p:tgtEl>
                                        <p:attrNameLst>
                                          <p:attrName>ppt_w</p:attrName>
                                        </p:attrNameLst>
                                      </p:cBhvr>
                                      <p:tavLst>
                                        <p:tav tm="0">
                                          <p:val>
                                            <p:strVal val="0"/>
                                          </p:val>
                                        </p:tav>
                                        <p:tav tm="100000">
                                          <p:val>
                                            <p:strVal val="#ppt_w"/>
                                          </p:val>
                                        </p:tav>
                                      </p:tavLst>
                                    </p:anim>
                                    <p:anim calcmode="lin" valueType="num">
                                      <p:cBhvr additive="base">
                                        <p:cTn id="17" dur="550" fill="hold"/>
                                        <p:tgtEl>
                                          <p:spTgt spid="22"/>
                                        </p:tgtEl>
                                        <p:attrNameLst>
                                          <p:attrName>ppt_h</p:attrName>
                                        </p:attrNameLst>
                                      </p:cBhvr>
                                      <p:tavLst>
                                        <p:tav tm="0">
                                          <p:val>
                                            <p:strVal val="0"/>
                                          </p:val>
                                        </p:tav>
                                        <p:tav tm="100000">
                                          <p:val>
                                            <p:strVal val="#ppt_h"/>
                                          </p:val>
                                        </p:tav>
                                      </p:tavLst>
                                    </p:anim>
                                  </p:childTnLst>
                                </p:cTn>
                              </p:par>
                            </p:childTnLst>
                          </p:cTn>
                        </p:par>
                        <p:par>
                          <p:cTn id="18" fill="hold">
                            <p:stCondLst>
                              <p:cond delay="150"/>
                            </p:stCondLst>
                            <p:childTnLst>
                              <p:par>
                                <p:cTn id="19" presetID="53" presetClass="entr" presetSubtype="16" fill="hold" grpId="0" nodeType="afterEffect">
                                  <p:stCondLst>
                                    <p:cond delay="0"/>
                                  </p:stCondLst>
                                  <p:childTnLst>
                                    <p:set>
                                      <p:cBhvr>
                                        <p:cTn id="20" dur="1" fill="hold">
                                          <p:stCondLst>
                                            <p:cond delay="0"/>
                                          </p:stCondLst>
                                        </p:cTn>
                                        <p:tgtEl>
                                          <p:spTgt spid="23"/>
                                        </p:tgtEl>
                                        <p:attrNameLst>
                                          <p:attrName>style.visibility</p:attrName>
                                        </p:attrNameLst>
                                      </p:cBhvr>
                                      <p:to>
                                        <p:strVal val="visible"/>
                                      </p:to>
                                    </p:set>
                                    <p:animEffect transition="in" filter="fade">
                                      <p:cBhvr>
                                        <p:cTn id="21" dur="550"/>
                                        <p:tgtEl>
                                          <p:spTgt spid="23"/>
                                        </p:tgtEl>
                                      </p:cBhvr>
                                    </p:animEffect>
                                    <p:anim calcmode="lin" valueType="num">
                                      <p:cBhvr additive="base">
                                        <p:cTn id="22" dur="550" fill="hold"/>
                                        <p:tgtEl>
                                          <p:spTgt spid="23"/>
                                        </p:tgtEl>
                                        <p:attrNameLst>
                                          <p:attrName>ppt_w</p:attrName>
                                        </p:attrNameLst>
                                      </p:cBhvr>
                                      <p:tavLst>
                                        <p:tav tm="0">
                                          <p:val>
                                            <p:strVal val="0"/>
                                          </p:val>
                                        </p:tav>
                                        <p:tav tm="100000">
                                          <p:val>
                                            <p:strVal val="#ppt_w"/>
                                          </p:val>
                                        </p:tav>
                                      </p:tavLst>
                                    </p:anim>
                                    <p:anim calcmode="lin" valueType="num">
                                      <p:cBhvr additive="base">
                                        <p:cTn id="23" dur="550" fill="hold"/>
                                        <p:tgtEl>
                                          <p:spTgt spid="23"/>
                                        </p:tgtEl>
                                        <p:attrNameLst>
                                          <p:attrName>ppt_h</p:attrName>
                                        </p:attrNameLst>
                                      </p:cBhvr>
                                      <p:tavLst>
                                        <p:tav tm="0">
                                          <p:val>
                                            <p:strVal val="0"/>
                                          </p:val>
                                        </p:tav>
                                        <p:tav tm="100000">
                                          <p:val>
                                            <p:strVal val="#ppt_h"/>
                                          </p:val>
                                        </p:tav>
                                      </p:tavLst>
                                    </p:anim>
                                  </p:childTnLst>
                                </p:cTn>
                              </p:par>
                            </p:childTnLst>
                          </p:cTn>
                        </p:par>
                        <p:par>
                          <p:cTn id="24" fill="hold">
                            <p:stCondLst>
                              <p:cond delay="150"/>
                            </p:stCondLst>
                            <p:childTnLst>
                              <p:par>
                                <p:cTn id="25" presetID="10" presetClass="entr" presetSubtype="0" fill="hold" grpId="0" nodeType="afterEffect">
                                  <p:stCondLst>
                                    <p:cond delay="0"/>
                                  </p:stCondLst>
                                  <p:childTnLst>
                                    <p:set>
                                      <p:cBhvr>
                                        <p:cTn id="26" dur="1" fill="hold">
                                          <p:stCondLst>
                                            <p:cond delay="0"/>
                                          </p:stCondLst>
                                        </p:cTn>
                                        <p:tgtEl>
                                          <p:spTgt spid="25"/>
                                        </p:tgtEl>
                                        <p:attrNameLst>
                                          <p:attrName>style.visibility</p:attrName>
                                        </p:attrNameLst>
                                      </p:cBhvr>
                                      <p:to>
                                        <p:strVal val="visible"/>
                                      </p:to>
                                    </p:set>
                                    <p:animEffect transition="in" filter="fade">
                                      <p:cBhvr>
                                        <p:cTn id="27" dur="550"/>
                                        <p:tgtEl>
                                          <p:spTgt spid="25"/>
                                        </p:tgtEl>
                                      </p:cBhvr>
                                    </p:animEffect>
                                  </p:childTnLst>
                                </p:cTn>
                              </p:par>
                            </p:childTnLst>
                          </p:cTn>
                        </p:par>
                        <p:par>
                          <p:cTn id="28" fill="hold">
                            <p:stCondLst>
                              <p:cond delay="150"/>
                            </p:stCondLst>
                            <p:childTnLst>
                              <p:par>
                                <p:cTn id="29" presetID="10" presetClass="entr" presetSubtype="0" fill="hold" grpId="0" nodeType="afterEffect">
                                  <p:stCondLst>
                                    <p:cond delay="0"/>
                                  </p:stCondLst>
                                  <p:childTnLst>
                                    <p:set>
                                      <p:cBhvr>
                                        <p:cTn id="30" dur="1" fill="hold">
                                          <p:stCondLst>
                                            <p:cond delay="0"/>
                                          </p:stCondLst>
                                        </p:cTn>
                                        <p:tgtEl>
                                          <p:spTgt spid="24"/>
                                        </p:tgtEl>
                                        <p:attrNameLst>
                                          <p:attrName>style.visibility</p:attrName>
                                        </p:attrNameLst>
                                      </p:cBhvr>
                                      <p:to>
                                        <p:strVal val="visible"/>
                                      </p:to>
                                    </p:set>
                                    <p:animEffect transition="in" filter="fade">
                                      <p:cBhvr>
                                        <p:cTn id="31" dur="550"/>
                                        <p:tgtEl>
                                          <p:spTgt spid="24"/>
                                        </p:tgtEl>
                                      </p:cBhvr>
                                    </p:animEffect>
                                  </p:childTnLst>
                                </p:cTn>
                              </p:par>
                            </p:childTnLst>
                          </p:cTn>
                        </p:par>
                        <p:par>
                          <p:cTn id="32" fill="hold">
                            <p:stCondLst>
                              <p:cond delay="350"/>
                            </p:stCondLst>
                            <p:childTnLst>
                              <p:par>
                                <p:cTn id="33" presetID="42" presetClass="entr" presetSubtype="0" fill="hold" grpId="0" nodeType="afterEffect">
                                  <p:stCondLst>
                                    <p:cond delay="0"/>
                                  </p:stCondLst>
                                  <p:childTnLst>
                                    <p:set>
                                      <p:cBhvr>
                                        <p:cTn id="34" dur="1" fill="hold">
                                          <p:stCondLst>
                                            <p:cond delay="0"/>
                                          </p:stCondLst>
                                        </p:cTn>
                                        <p:tgtEl>
                                          <p:spTgt spid="26"/>
                                        </p:tgtEl>
                                        <p:attrNameLst>
                                          <p:attrName>style.visibility</p:attrName>
                                        </p:attrNameLst>
                                      </p:cBhvr>
                                      <p:to>
                                        <p:strVal val="visible"/>
                                      </p:to>
                                    </p:set>
                                    <p:animEffect transition="in" filter="fade">
                                      <p:cBhvr>
                                        <p:cTn id="35" dur="550"/>
                                        <p:tgtEl>
                                          <p:spTgt spid="26"/>
                                        </p:tgtEl>
                                      </p:cBhvr>
                                    </p:animEffect>
                                    <p:anim calcmode="lin" valueType="num">
                                      <p:cBhvr additive="base">
                                        <p:cTn id="36" dur="550" fill="hold"/>
                                        <p:tgtEl>
                                          <p:spTgt spid="26"/>
                                        </p:tgtEl>
                                        <p:attrNameLst>
                                          <p:attrName>ppt_x</p:attrName>
                                        </p:attrNameLst>
                                      </p:cBhvr>
                                      <p:tavLst>
                                        <p:tav tm="0">
                                          <p:val>
                                            <p:strVal val="#ppt_x"/>
                                          </p:val>
                                        </p:tav>
                                        <p:tav tm="100000">
                                          <p:val>
                                            <p:strVal val="#ppt_x"/>
                                          </p:val>
                                        </p:tav>
                                      </p:tavLst>
                                    </p:anim>
                                    <p:anim calcmode="lin" valueType="num">
                                      <p:cBhvr additive="base">
                                        <p:cTn id="37" dur="550" fill="hold"/>
                                        <p:tgtEl>
                                          <p:spTgt spid="26"/>
                                        </p:tgtEl>
                                        <p:attrNameLst>
                                          <p:attrName>ppt_y</p:attrName>
                                        </p:attrNameLst>
                                      </p:cBhvr>
                                      <p:tavLst>
                                        <p:tav tm="0">
                                          <p:val>
                                            <p:strVal val="#ppt_y+.08"/>
                                          </p:val>
                                        </p:tav>
                                        <p:tav tm="100000">
                                          <p:val>
                                            <p:strVal val="#ppt_y"/>
                                          </p:val>
                                        </p:tav>
                                      </p:tavLst>
                                    </p:anim>
                                  </p:childTnLst>
                                </p:cTn>
                              </p:par>
                            </p:childTnLst>
                          </p:cTn>
                        </p:par>
                        <p:par>
                          <p:cTn id="38" fill="hold">
                            <p:stCondLst>
                              <p:cond delay="350"/>
                            </p:stCondLst>
                            <p:childTnLst>
                              <p:par>
                                <p:cTn id="39" presetID="42" presetClass="entr" presetSubtype="0" fill="hold" grpId="0" nodeType="afterEffect">
                                  <p:stCondLst>
                                    <p:cond delay="0"/>
                                  </p:stCondLst>
                                  <p:childTnLst>
                                    <p:set>
                                      <p:cBhvr>
                                        <p:cTn id="40" dur="1" fill="hold">
                                          <p:stCondLst>
                                            <p:cond delay="0"/>
                                          </p:stCondLst>
                                        </p:cTn>
                                        <p:tgtEl>
                                          <p:spTgt spid="27"/>
                                        </p:tgtEl>
                                        <p:attrNameLst>
                                          <p:attrName>style.visibility</p:attrName>
                                        </p:attrNameLst>
                                      </p:cBhvr>
                                      <p:to>
                                        <p:strVal val="visible"/>
                                      </p:to>
                                    </p:set>
                                    <p:animEffect transition="in" filter="fade">
                                      <p:cBhvr>
                                        <p:cTn id="41" dur="550"/>
                                        <p:tgtEl>
                                          <p:spTgt spid="27"/>
                                        </p:tgtEl>
                                      </p:cBhvr>
                                    </p:animEffect>
                                    <p:anim calcmode="lin" valueType="num">
                                      <p:cBhvr additive="base">
                                        <p:cTn id="42" dur="550" fill="hold"/>
                                        <p:tgtEl>
                                          <p:spTgt spid="27"/>
                                        </p:tgtEl>
                                        <p:attrNameLst>
                                          <p:attrName>ppt_x</p:attrName>
                                        </p:attrNameLst>
                                      </p:cBhvr>
                                      <p:tavLst>
                                        <p:tav tm="0">
                                          <p:val>
                                            <p:strVal val="#ppt_x"/>
                                          </p:val>
                                        </p:tav>
                                        <p:tav tm="100000">
                                          <p:val>
                                            <p:strVal val="#ppt_x"/>
                                          </p:val>
                                        </p:tav>
                                      </p:tavLst>
                                    </p:anim>
                                    <p:anim calcmode="lin" valueType="num">
                                      <p:cBhvr additive="base">
                                        <p:cTn id="43" dur="550" fill="hold"/>
                                        <p:tgtEl>
                                          <p:spTgt spid="27"/>
                                        </p:tgtEl>
                                        <p:attrNameLst>
                                          <p:attrName>ppt_y</p:attrName>
                                        </p:attrNameLst>
                                      </p:cBhvr>
                                      <p:tavLst>
                                        <p:tav tm="0">
                                          <p:val>
                                            <p:strVal val="#ppt_y+.08"/>
                                          </p:val>
                                        </p:tav>
                                        <p:tav tm="100000">
                                          <p:val>
                                            <p:strVal val="#ppt_y"/>
                                          </p:val>
                                        </p:tav>
                                      </p:tavLst>
                                    </p:anim>
                                  </p:childTnLst>
                                </p:cTn>
                              </p:par>
                            </p:childTnLst>
                          </p:cTn>
                        </p:par>
                        <p:par>
                          <p:cTn id="44" fill="hold">
                            <p:stCondLst>
                              <p:cond delay="350"/>
                            </p:stCondLst>
                            <p:childTnLst>
                              <p:par>
                                <p:cTn id="45" presetID="53" presetClass="entr" presetSubtype="16" fill="hold" grpId="0" nodeType="afterEffect">
                                  <p:stCondLst>
                                    <p:cond delay="0"/>
                                  </p:stCondLst>
                                  <p:childTnLst>
                                    <p:set>
                                      <p:cBhvr>
                                        <p:cTn id="46" dur="1" fill="hold">
                                          <p:stCondLst>
                                            <p:cond delay="0"/>
                                          </p:stCondLst>
                                        </p:cTn>
                                        <p:tgtEl>
                                          <p:spTgt spid="28"/>
                                        </p:tgtEl>
                                        <p:attrNameLst>
                                          <p:attrName>style.visibility</p:attrName>
                                        </p:attrNameLst>
                                      </p:cBhvr>
                                      <p:to>
                                        <p:strVal val="visible"/>
                                      </p:to>
                                    </p:set>
                                    <p:animEffect transition="in" filter="fade">
                                      <p:cBhvr>
                                        <p:cTn id="47" dur="550"/>
                                        <p:tgtEl>
                                          <p:spTgt spid="28"/>
                                        </p:tgtEl>
                                      </p:cBhvr>
                                    </p:animEffect>
                                    <p:anim calcmode="lin" valueType="num">
                                      <p:cBhvr additive="base">
                                        <p:cTn id="48" dur="550" fill="hold"/>
                                        <p:tgtEl>
                                          <p:spTgt spid="28"/>
                                        </p:tgtEl>
                                        <p:attrNameLst>
                                          <p:attrName>ppt_w</p:attrName>
                                        </p:attrNameLst>
                                      </p:cBhvr>
                                      <p:tavLst>
                                        <p:tav tm="0">
                                          <p:val>
                                            <p:strVal val="0"/>
                                          </p:val>
                                        </p:tav>
                                        <p:tav tm="100000">
                                          <p:val>
                                            <p:strVal val="#ppt_w"/>
                                          </p:val>
                                        </p:tav>
                                      </p:tavLst>
                                    </p:anim>
                                    <p:anim calcmode="lin" valueType="num">
                                      <p:cBhvr additive="base">
                                        <p:cTn id="49" dur="550" fill="hold"/>
                                        <p:tgtEl>
                                          <p:spTgt spid="28"/>
                                        </p:tgtEl>
                                        <p:attrNameLst>
                                          <p:attrName>ppt_h</p:attrName>
                                        </p:attrNameLst>
                                      </p:cBhvr>
                                      <p:tavLst>
                                        <p:tav tm="0">
                                          <p:val>
                                            <p:strVal val="0"/>
                                          </p:val>
                                        </p:tav>
                                        <p:tav tm="100000">
                                          <p:val>
                                            <p:strVal val="#ppt_h"/>
                                          </p:val>
                                        </p:tav>
                                      </p:tavLst>
                                    </p:anim>
                                  </p:childTnLst>
                                </p:cTn>
                              </p:par>
                            </p:childTnLst>
                          </p:cTn>
                        </p:par>
                        <p:par>
                          <p:cTn id="50" fill="hold">
                            <p:stCondLst>
                              <p:cond delay="350"/>
                            </p:stCondLst>
                            <p:childTnLst>
                              <p:par>
                                <p:cTn id="51" presetID="42" presetClass="entr" presetSubtype="0" fill="hold" grpId="0" nodeType="afterEffect">
                                  <p:stCondLst>
                                    <p:cond delay="0"/>
                                  </p:stCondLst>
                                  <p:childTnLst>
                                    <p:set>
                                      <p:cBhvr>
                                        <p:cTn id="52" dur="1" fill="hold">
                                          <p:stCondLst>
                                            <p:cond delay="0"/>
                                          </p:stCondLst>
                                        </p:cTn>
                                        <p:tgtEl>
                                          <p:spTgt spid="29"/>
                                        </p:tgtEl>
                                        <p:attrNameLst>
                                          <p:attrName>style.visibility</p:attrName>
                                        </p:attrNameLst>
                                      </p:cBhvr>
                                      <p:to>
                                        <p:strVal val="visible"/>
                                      </p:to>
                                    </p:set>
                                    <p:animEffect transition="in" filter="fade">
                                      <p:cBhvr>
                                        <p:cTn id="53" dur="550"/>
                                        <p:tgtEl>
                                          <p:spTgt spid="29"/>
                                        </p:tgtEl>
                                      </p:cBhvr>
                                    </p:animEffect>
                                    <p:anim calcmode="lin" valueType="num">
                                      <p:cBhvr additive="base">
                                        <p:cTn id="54" dur="550" fill="hold"/>
                                        <p:tgtEl>
                                          <p:spTgt spid="29"/>
                                        </p:tgtEl>
                                        <p:attrNameLst>
                                          <p:attrName>ppt_x</p:attrName>
                                        </p:attrNameLst>
                                      </p:cBhvr>
                                      <p:tavLst>
                                        <p:tav tm="0">
                                          <p:val>
                                            <p:strVal val="#ppt_x"/>
                                          </p:val>
                                        </p:tav>
                                        <p:tav tm="100000">
                                          <p:val>
                                            <p:strVal val="#ppt_x"/>
                                          </p:val>
                                        </p:tav>
                                      </p:tavLst>
                                    </p:anim>
                                    <p:anim calcmode="lin" valueType="num">
                                      <p:cBhvr additive="base">
                                        <p:cTn id="55" dur="550" fill="hold"/>
                                        <p:tgtEl>
                                          <p:spTgt spid="29"/>
                                        </p:tgtEl>
                                        <p:attrNameLst>
                                          <p:attrName>ppt_y</p:attrName>
                                        </p:attrNameLst>
                                      </p:cBhvr>
                                      <p:tavLst>
                                        <p:tav tm="0">
                                          <p:val>
                                            <p:strVal val="#ppt_y+.08"/>
                                          </p:val>
                                        </p:tav>
                                        <p:tav tm="100000">
                                          <p:val>
                                            <p:strVal val="#ppt_y"/>
                                          </p:val>
                                        </p:tav>
                                      </p:tavLst>
                                    </p:anim>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18" grpId="0" animBg="1"/>
      <p:bldP spid="19" grpId="0" animBg="1"/>
      <p:bldP spid="22" grpId="0" animBg="1"/>
      <p:bldP spid="25" grpId="0" animBg="1"/>
      <p:bldP spid="24" grpId="0" animBg="1"/>
      <p:bldP spid="26" grpId="0" animBg="1"/>
      <p:bldP spid="27" grpId="0" animBg="1"/>
      <p:bldP spid="28" grpId="0" animBg="1"/>
      <p:bldP spid="29" grpId="0" animBg="1"/>
    </p:bldLst>
  </p:timing>
</p:sld>
</file>

<file path=ppt/slides/slide1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2000" cy="6858000"/>
          </a:xfrm>
          <a:prstGeom prst="rect">
            <a:avLst/>
          </a:prstGeom>
          <a:gradFill rotWithShape="1">
            <a:gsLst>
              <a:gs pos="0">
                <a:srgbClr val="070B1A"/>
              </a:gs>
              <a:gs pos="100000">
                <a:srgbClr val="141C44"/>
              </a:gs>
            </a:gsLst>
            <a:lin scaled="0" ang="13500000"/>
          </a:gra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cxnSp>
        <p:nvCxnSpPr>
          <p:cNvPr id="3" name="Connector 2"/>
          <p:cNvCxnSpPr/>
          <p:nvPr/>
        </p:nvCxnSpPr>
        <p:spPr>
          <a:xfrm flipV="1">
            <a:off x="10350000" y="305000"/>
            <a:ext cx="750000" cy="75000"/>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cxnSp>
        <p:nvCxnSpPr>
          <p:cNvPr id="4" name="Connector 3"/>
          <p:cNvCxnSpPr/>
          <p:nvPr/>
        </p:nvCxnSpPr>
        <p:spPr>
          <a:xfrm>
            <a:off x="10350000" y="380000"/>
            <a:ext cx="750000" cy="150000"/>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cxnSp>
        <p:nvCxnSpPr>
          <p:cNvPr id="5" name="Connector 4"/>
          <p:cNvCxnSpPr/>
          <p:nvPr/>
        </p:nvCxnSpPr>
        <p:spPr>
          <a:xfrm>
            <a:off x="10350000" y="680000"/>
            <a:ext cx="750000" cy="75000"/>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cxnSp>
        <p:nvCxnSpPr>
          <p:cNvPr id="6" name="Connector 5"/>
          <p:cNvCxnSpPr/>
          <p:nvPr/>
        </p:nvCxnSpPr>
        <p:spPr>
          <a:xfrm>
            <a:off x="11100000" y="305000"/>
            <a:ext cx="750000" cy="375000"/>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cxnSp>
        <p:nvCxnSpPr>
          <p:cNvPr id="7" name="Connector 6"/>
          <p:cNvCxnSpPr/>
          <p:nvPr/>
        </p:nvCxnSpPr>
        <p:spPr>
          <a:xfrm flipV="1">
            <a:off x="11100000" y="380000"/>
            <a:ext cx="750000" cy="150000"/>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cxnSp>
        <p:nvCxnSpPr>
          <p:cNvPr id="8" name="Connector 7"/>
          <p:cNvCxnSpPr/>
          <p:nvPr/>
        </p:nvCxnSpPr>
        <p:spPr>
          <a:xfrm>
            <a:off x="11100000" y="530000"/>
            <a:ext cx="750000" cy="150000"/>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cxnSp>
        <p:nvCxnSpPr>
          <p:cNvPr id="9" name="Connector 8"/>
          <p:cNvCxnSpPr/>
          <p:nvPr/>
        </p:nvCxnSpPr>
        <p:spPr>
          <a:xfrm flipV="1">
            <a:off x="11100000" y="380000"/>
            <a:ext cx="750000" cy="375000"/>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sp>
        <p:nvSpPr>
          <p:cNvPr id="10" name="Oval 9"/>
          <p:cNvSpPr/>
          <p:nvPr/>
        </p:nvSpPr>
        <p:spPr>
          <a:xfrm>
            <a:off x="10280000" y="310000"/>
            <a:ext cx="140000" cy="140000"/>
          </a:xfrm>
          <a:prstGeom prst="ellipse">
            <a:avLst/>
          </a:prstGeom>
          <a:solidFill>
            <a:srgbClr val="3B4C8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Oval 10"/>
          <p:cNvSpPr/>
          <p:nvPr/>
        </p:nvSpPr>
        <p:spPr>
          <a:xfrm>
            <a:off x="10280000" y="610000"/>
            <a:ext cx="140000" cy="140000"/>
          </a:xfrm>
          <a:prstGeom prst="ellipse">
            <a:avLst/>
          </a:prstGeom>
          <a:solidFill>
            <a:srgbClr val="3B4C8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11030000" y="235000"/>
            <a:ext cx="140000" cy="140000"/>
          </a:xfrm>
          <a:prstGeom prst="ellipse">
            <a:avLst/>
          </a:prstGeom>
          <a:solidFill>
            <a:srgbClr val="3B4C8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Oval 12"/>
          <p:cNvSpPr/>
          <p:nvPr/>
        </p:nvSpPr>
        <p:spPr>
          <a:xfrm>
            <a:off x="11030000" y="460000"/>
            <a:ext cx="140000" cy="140000"/>
          </a:xfrm>
          <a:prstGeom prst="ellipse">
            <a:avLst/>
          </a:prstGeom>
          <a:solidFill>
            <a:srgbClr val="3B4C8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Oval 13"/>
          <p:cNvSpPr/>
          <p:nvPr/>
        </p:nvSpPr>
        <p:spPr>
          <a:xfrm>
            <a:off x="11030000" y="685000"/>
            <a:ext cx="140000" cy="140000"/>
          </a:xfrm>
          <a:prstGeom prst="ellipse">
            <a:avLst/>
          </a:prstGeom>
          <a:solidFill>
            <a:srgbClr val="3B4C8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Oval 14"/>
          <p:cNvSpPr/>
          <p:nvPr/>
        </p:nvSpPr>
        <p:spPr>
          <a:xfrm>
            <a:off x="11780000" y="310000"/>
            <a:ext cx="140000" cy="140000"/>
          </a:xfrm>
          <a:prstGeom prst="ellipse">
            <a:avLst/>
          </a:prstGeom>
          <a:solidFill>
            <a:srgbClr val="3B4C8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Oval 15"/>
          <p:cNvSpPr/>
          <p:nvPr/>
        </p:nvSpPr>
        <p:spPr>
          <a:xfrm>
            <a:off x="11780000" y="610000"/>
            <a:ext cx="140000" cy="140000"/>
          </a:xfrm>
          <a:prstGeom prst="ellipse">
            <a:avLst/>
          </a:prstGeom>
          <a:solidFill>
            <a:srgbClr val="3B4C8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500000" y="160000"/>
            <a:ext cx="9600000" cy="300000"/>
          </a:xfrm>
          <a:prstGeom prst="rect">
            <a:avLst/>
          </a:prstGeom>
          <a:noFill/>
        </p:spPr>
        <p:txBody>
          <a:bodyPr wrap="square" anchor="t" lIns="50800" rIns="50800">
            <a:spAutoFit/>
          </a:bodyPr>
          <a:lstStyle/>
          <a:p>
            <a:pPr algn="l"/>
            <a:r>
              <a:rPr sz="1100" b="1">
                <a:solidFill>
                  <a:srgbClr val="22D3EE"/>
                </a:solidFill>
                <a:latin typeface="Segoe UI"/>
              </a:rPr>
              <a:t>◆ 3-REJA</a:t>
            </a:r>
          </a:p>
        </p:txBody>
      </p:sp>
      <p:sp>
        <p:nvSpPr>
          <p:cNvPr id="18" name="TextBox 17"/>
          <p:cNvSpPr txBox="1"/>
          <p:nvPr/>
        </p:nvSpPr>
        <p:spPr>
          <a:xfrm>
            <a:off x="500000" y="400000"/>
            <a:ext cx="9800000" cy="650000"/>
          </a:xfrm>
          <a:prstGeom prst="rect">
            <a:avLst/>
          </a:prstGeom>
          <a:noFill/>
        </p:spPr>
        <p:txBody>
          <a:bodyPr wrap="square" anchor="ctr" lIns="50800" rIns="50800">
            <a:spAutoFit/>
          </a:bodyPr>
          <a:lstStyle/>
          <a:p>
            <a:pPr algn="l"/>
            <a:r>
              <a:rPr sz="2600" b="1">
                <a:solidFill>
                  <a:srgbClr val="E8EEFA"/>
                </a:solidFill>
                <a:latin typeface="Segoe UI"/>
              </a:rPr>
              <a:t>Himoya usullari va ularning chegaralari</a:t>
            </a:r>
          </a:p>
        </p:txBody>
      </p:sp>
      <p:sp>
        <p:nvSpPr>
          <p:cNvPr id="19" name="Rectangle 18"/>
          <p:cNvSpPr/>
          <p:nvPr/>
        </p:nvSpPr>
        <p:spPr>
          <a:xfrm>
            <a:off x="560000" y="1080000"/>
            <a:ext cx="1700000" cy="45000"/>
          </a:xfrm>
          <a:prstGeom prst="rect">
            <a:avLst/>
          </a:prstGeom>
          <a:gradFill rotWithShape="1">
            <a:gsLst>
              <a:gs pos="0">
                <a:srgbClr val="22D3EE"/>
              </a:gs>
              <a:gs pos="100000">
                <a:srgbClr val="8B5CF6"/>
              </a:gs>
            </a:gsLst>
            <a:lin scaled="0" ang="0"/>
          </a:gra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500000" y="6450000"/>
            <a:ext cx="9500000" cy="280000"/>
          </a:xfrm>
          <a:prstGeom prst="rect">
            <a:avLst/>
          </a:prstGeom>
          <a:noFill/>
        </p:spPr>
        <p:txBody>
          <a:bodyPr wrap="square" anchor="t" lIns="50800" rIns="50800">
            <a:spAutoFit/>
          </a:bodyPr>
          <a:lstStyle/>
          <a:p>
            <a:pPr algn="l"/>
            <a:r>
              <a:rPr sz="900" b="0">
                <a:solidFill>
                  <a:srgbClr val="707EAA"/>
                </a:solidFill>
                <a:latin typeface="Segoe UI"/>
              </a:rPr>
              <a:t>M9 · Tizimlarining ishonchliligi va axborot xavfsizligi</a:t>
            </a:r>
          </a:p>
        </p:txBody>
      </p:sp>
      <p:sp>
        <p:nvSpPr>
          <p:cNvPr id="21" name="Rounded Rectangle 20"/>
          <p:cNvSpPr/>
          <p:nvPr/>
        </p:nvSpPr>
        <p:spPr>
          <a:xfrm>
            <a:off x="11000000" y="6430000"/>
            <a:ext cx="700000" cy="270000"/>
          </a:xfrm>
          <a:prstGeom prst="roundRect">
            <a:avLst/>
          </a:prstGeom>
          <a:solidFill>
            <a:srgbClr val="121936"/>
          </a:solidFill>
          <a:ln w="12700">
            <a:solidFill>
              <a:srgbClr val="2A356E"/>
            </a:solidFill>
          </a:ln>
          <a:effectLst/>
        </p:spPr>
        <p:style>
          <a:lnRef idx="1">
            <a:schemeClr val="accent1"/>
          </a:lnRef>
          <a:fillRef idx="3">
            <a:schemeClr val="accent1"/>
          </a:fillRef>
          <a:effectRef idx="2">
            <a:schemeClr val="accent1"/>
          </a:effectRef>
          <a:fontRef idx="minor">
            <a:schemeClr val="lt1"/>
          </a:fontRef>
        </p:style>
        <p:txBody>
          <a:bodyPr rtlCol="0" anchor="ctr" tIns="0" bIns="0"/>
          <a:lstStyle/>
          <a:p>
            <a:pPr algn="ctr"/>
            <a:r>
              <a:rPr sz="1000" b="1">
                <a:solidFill>
                  <a:srgbClr val="22D3EE"/>
                </a:solidFill>
                <a:latin typeface="Segoe UI"/>
              </a:rPr>
              <a:t>19</a:t>
            </a:r>
          </a:p>
        </p:txBody>
      </p:sp>
      <p:graphicFrame>
        <p:nvGraphicFramePr>
          <p:cNvPr id="22" name="Table 21"/>
          <p:cNvGraphicFramePr>
            <a:graphicFrameLocks noGrp="1"/>
          </p:cNvGraphicFramePr>
          <p:nvPr/>
        </p:nvGraphicFramePr>
        <p:xfrm>
          <a:off x="550000" y="1400000"/>
          <a:ext cx="11100000" cy="3640000"/>
        </p:xfrm>
        <a:graphic>
          <a:graphicData uri="http://schemas.openxmlformats.org/drawingml/2006/table">
            <a:tbl>
              <a:tblPr firstRow="1" bandRow="1">
                <a:tableStyleId>{5C22544A-7EE6-4342-B048-85BDC9FD1C3A}</a:tableStyleId>
              </a:tblPr>
              <a:tblGrid>
                <a:gridCol w="2775000"/>
                <a:gridCol w="2775000"/>
                <a:gridCol w="2775000"/>
                <a:gridCol w="2775000"/>
              </a:tblGrid>
              <a:tr h="520000">
                <a:tc>
                  <a:txBody>
                    <a:bodyPr/>
                    <a:lstStyle/>
                    <a:p>
                      <a:r>
                        <a:rPr sz="1200" b="1">
                          <a:solidFill>
                            <a:srgbClr val="22D3EE"/>
                          </a:solidFill>
                          <a:latin typeface="Segoe UI"/>
                        </a:rPr>
                        <a:t>Himoya</a:t>
                      </a:r>
                    </a:p>
                  </a:txBody>
                  <a:tcPr>
                    <a:solidFill>
                      <a:srgbClr val="1C2755"/>
                    </a:solidFill>
                  </a:tcPr>
                </a:tc>
                <a:tc>
                  <a:txBody>
                    <a:bodyPr/>
                    <a:lstStyle/>
                    <a:p>
                      <a:r>
                        <a:rPr sz="1200" b="1">
                          <a:solidFill>
                            <a:srgbClr val="22D3EE"/>
                          </a:solidFill>
                          <a:latin typeface="Segoe UI"/>
                        </a:rPr>
                        <a:t>Nimadan himoya qiladi</a:t>
                      </a:r>
                    </a:p>
                  </a:txBody>
                  <a:tcPr>
                    <a:solidFill>
                      <a:srgbClr val="1C2755"/>
                    </a:solidFill>
                  </a:tcPr>
                </a:tc>
                <a:tc>
                  <a:txBody>
                    <a:bodyPr/>
                    <a:lstStyle/>
                    <a:p>
                      <a:r>
                        <a:rPr sz="1200" b="1">
                          <a:solidFill>
                            <a:srgbClr val="22D3EE"/>
                          </a:solidFill>
                          <a:latin typeface="Segoe UI"/>
                        </a:rPr>
                        <a:t>Kafolat turi</a:t>
                      </a:r>
                    </a:p>
                  </a:txBody>
                  <a:tcPr>
                    <a:solidFill>
                      <a:srgbClr val="1C2755"/>
                    </a:solidFill>
                  </a:tcPr>
                </a:tc>
                <a:tc>
                  <a:txBody>
                    <a:bodyPr/>
                    <a:lstStyle/>
                    <a:p>
                      <a:r>
                        <a:rPr sz="1200" b="1">
                          <a:solidFill>
                            <a:srgbClr val="22D3EE"/>
                          </a:solidFill>
                          <a:latin typeface="Segoe UI"/>
                        </a:rPr>
                        <a:t>Narxi</a:t>
                      </a:r>
                    </a:p>
                  </a:txBody>
                  <a:tcPr>
                    <a:solidFill>
                      <a:srgbClr val="1C2755"/>
                    </a:solidFill>
                  </a:tcPr>
                </a:tc>
              </a:tr>
              <a:tr h="520000">
                <a:tc>
                  <a:txBody>
                    <a:bodyPr/>
                    <a:lstStyle/>
                    <a:p>
                      <a:r>
                        <a:rPr sz="1200" b="0">
                          <a:solidFill>
                            <a:srgbClr val="E8EEFA"/>
                          </a:solidFill>
                          <a:latin typeface="Segoe UI"/>
                        </a:rPr>
                        <a:t>PGD adversarial training</a:t>
                      </a:r>
                    </a:p>
                  </a:txBody>
                  <a:tcPr>
                    <a:solidFill>
                      <a:srgbClr val="111834"/>
                    </a:solidFill>
                  </a:tcPr>
                </a:tc>
                <a:tc>
                  <a:txBody>
                    <a:bodyPr/>
                    <a:lstStyle/>
                    <a:p>
                      <a:r>
                        <a:rPr sz="1200" b="0">
                          <a:solidFill>
                            <a:srgbClr val="E8EEFA"/>
                          </a:solidFill>
                          <a:latin typeface="Segoe UI"/>
                        </a:rPr>
                        <a:t>Evasion (oq va qora quti)</a:t>
                      </a:r>
                    </a:p>
                  </a:txBody>
                  <a:tcPr>
                    <a:solidFill>
                      <a:srgbClr val="111834"/>
                    </a:solidFill>
                  </a:tcPr>
                </a:tc>
                <a:tc>
                  <a:txBody>
                    <a:bodyPr/>
                    <a:lstStyle/>
                    <a:p>
                      <a:r>
                        <a:rPr sz="1200" b="0">
                          <a:solidFill>
                            <a:srgbClr val="E8EEFA"/>
                          </a:solidFill>
                          <a:latin typeface="Segoe UI"/>
                        </a:rPr>
                        <a:t>Empirik</a:t>
                      </a:r>
                    </a:p>
                  </a:txBody>
                  <a:tcPr>
                    <a:solidFill>
                      <a:srgbClr val="111834"/>
                    </a:solidFill>
                  </a:tcPr>
                </a:tc>
                <a:tc>
                  <a:txBody>
                    <a:bodyPr/>
                    <a:lstStyle/>
                    <a:p>
                      <a:r>
                        <a:rPr sz="1200" b="0">
                          <a:solidFill>
                            <a:srgbClr val="E8EEFA"/>
                          </a:solidFill>
                          <a:latin typeface="Segoe UI"/>
                        </a:rPr>
                        <a:t>O'qitish 8–11× qimmat, toza aniqlik −5…−10 %</a:t>
                      </a:r>
                    </a:p>
                  </a:txBody>
                  <a:tcPr>
                    <a:solidFill>
                      <a:srgbClr val="111834"/>
                    </a:solidFill>
                  </a:tcPr>
                </a:tc>
              </a:tr>
              <a:tr h="520000">
                <a:tc>
                  <a:txBody>
                    <a:bodyPr/>
                    <a:lstStyle/>
                    <a:p>
                      <a:r>
                        <a:rPr sz="1200" b="0">
                          <a:solidFill>
                            <a:srgbClr val="E8EEFA"/>
                          </a:solidFill>
                          <a:latin typeface="Segoe UI"/>
                        </a:rPr>
                        <a:t>Randomized smoothing</a:t>
                      </a:r>
                    </a:p>
                  </a:txBody>
                  <a:tcPr>
                    <a:solidFill>
                      <a:srgbClr val="161F40"/>
                    </a:solidFill>
                  </a:tcPr>
                </a:tc>
                <a:tc>
                  <a:txBody>
                    <a:bodyPr/>
                    <a:lstStyle/>
                    <a:p>
                      <a:r>
                        <a:rPr sz="1200" b="0">
                          <a:solidFill>
                            <a:srgbClr val="E8EEFA"/>
                          </a:solidFill>
                          <a:latin typeface="Segoe UI"/>
                        </a:rPr>
                        <a:t>Evasion (L2)</a:t>
                      </a:r>
                    </a:p>
                  </a:txBody>
                  <a:tcPr>
                    <a:solidFill>
                      <a:srgbClr val="161F40"/>
                    </a:solidFill>
                  </a:tcPr>
                </a:tc>
                <a:tc>
                  <a:txBody>
                    <a:bodyPr/>
                    <a:lstStyle/>
                    <a:p>
                      <a:r>
                        <a:rPr sz="1200" b="0">
                          <a:solidFill>
                            <a:srgbClr val="E8EEFA"/>
                          </a:solidFill>
                          <a:latin typeface="Segoe UI"/>
                        </a:rPr>
                        <a:t>Sertifikatlangan</a:t>
                      </a:r>
                    </a:p>
                  </a:txBody>
                  <a:tcPr>
                    <a:solidFill>
                      <a:srgbClr val="161F40"/>
                    </a:solidFill>
                  </a:tcPr>
                </a:tc>
                <a:tc>
                  <a:txBody>
                    <a:bodyPr/>
                    <a:lstStyle/>
                    <a:p>
                      <a:r>
                        <a:rPr sz="1200" b="0">
                          <a:solidFill>
                            <a:srgbClr val="E8EEFA"/>
                          </a:solidFill>
                          <a:latin typeface="Segoe UI"/>
                        </a:rPr>
                        <a:t>Inferens 100× (ko'p namunalash)</a:t>
                      </a:r>
                    </a:p>
                  </a:txBody>
                  <a:tcPr>
                    <a:solidFill>
                      <a:srgbClr val="161F40"/>
                    </a:solidFill>
                  </a:tcPr>
                </a:tc>
              </a:tr>
              <a:tr h="520000">
                <a:tc>
                  <a:txBody>
                    <a:bodyPr/>
                    <a:lstStyle/>
                    <a:p>
                      <a:r>
                        <a:rPr sz="1200" b="0">
                          <a:solidFill>
                            <a:srgbClr val="E8EEFA"/>
                          </a:solidFill>
                          <a:latin typeface="Segoe UI"/>
                        </a:rPr>
                        <a:t>Kirishni tozalash</a:t>
                      </a:r>
                    </a:p>
                  </a:txBody>
                  <a:tcPr>
                    <a:solidFill>
                      <a:srgbClr val="111834"/>
                    </a:solidFill>
                  </a:tcPr>
                </a:tc>
                <a:tc>
                  <a:txBody>
                    <a:bodyPr/>
                    <a:lstStyle/>
                    <a:p>
                      <a:r>
                        <a:rPr sz="1200" b="0">
                          <a:solidFill>
                            <a:srgbClr val="E8EEFA"/>
                          </a:solidFill>
                          <a:latin typeface="Segoe UI"/>
                        </a:rPr>
                        <a:t>Oddiy evasion</a:t>
                      </a:r>
                    </a:p>
                  </a:txBody>
                  <a:tcPr>
                    <a:solidFill>
                      <a:srgbClr val="111834"/>
                    </a:solidFill>
                  </a:tcPr>
                </a:tc>
                <a:tc>
                  <a:txBody>
                    <a:bodyPr/>
                    <a:lstStyle/>
                    <a:p>
                      <a:r>
                        <a:rPr sz="1200" b="0">
                          <a:solidFill>
                            <a:srgbClr val="E8EEFA"/>
                          </a:solidFill>
                          <a:latin typeface="Segoe UI"/>
                        </a:rPr>
                        <a:t>Yo'q (adaptivga zaif)</a:t>
                      </a:r>
                    </a:p>
                  </a:txBody>
                  <a:tcPr>
                    <a:solidFill>
                      <a:srgbClr val="111834"/>
                    </a:solidFill>
                  </a:tcPr>
                </a:tc>
                <a:tc>
                  <a:txBody>
                    <a:bodyPr/>
                    <a:lstStyle/>
                    <a:p>
                      <a:r>
                        <a:rPr sz="1200" b="0">
                          <a:solidFill>
                            <a:srgbClr val="E8EEFA"/>
                          </a:solidFill>
                          <a:latin typeface="Segoe UI"/>
                        </a:rPr>
                        <a:t>Arzon</a:t>
                      </a:r>
                    </a:p>
                  </a:txBody>
                  <a:tcPr>
                    <a:solidFill>
                      <a:srgbClr val="111834"/>
                    </a:solidFill>
                  </a:tcPr>
                </a:tc>
              </a:tr>
              <a:tr h="520000">
                <a:tc>
                  <a:txBody>
                    <a:bodyPr/>
                    <a:lstStyle/>
                    <a:p>
                      <a:r>
                        <a:rPr sz="1200" b="0">
                          <a:solidFill>
                            <a:srgbClr val="E8EEFA"/>
                          </a:solidFill>
                          <a:latin typeface="Segoe UI"/>
                        </a:rPr>
                        <a:t>DP-SGD</a:t>
                      </a:r>
                    </a:p>
                  </a:txBody>
                  <a:tcPr>
                    <a:solidFill>
                      <a:srgbClr val="161F40"/>
                    </a:solidFill>
                  </a:tcPr>
                </a:tc>
                <a:tc>
                  <a:txBody>
                    <a:bodyPr/>
                    <a:lstStyle/>
                    <a:p>
                      <a:r>
                        <a:rPr sz="1200" b="0">
                          <a:solidFill>
                            <a:srgbClr val="E8EEFA"/>
                          </a:solidFill>
                          <a:latin typeface="Segoe UI"/>
                        </a:rPr>
                        <a:t>Membership inference, memorization</a:t>
                      </a:r>
                    </a:p>
                  </a:txBody>
                  <a:tcPr>
                    <a:solidFill>
                      <a:srgbClr val="161F40"/>
                    </a:solidFill>
                  </a:tcPr>
                </a:tc>
                <a:tc>
                  <a:txBody>
                    <a:bodyPr/>
                    <a:lstStyle/>
                    <a:p>
                      <a:r>
                        <a:rPr sz="1200" b="0">
                          <a:solidFill>
                            <a:srgbClr val="E8EEFA"/>
                          </a:solidFill>
                          <a:latin typeface="Segoe UI"/>
                        </a:rPr>
                        <a:t>Formal (ε, δ)</a:t>
                      </a:r>
                    </a:p>
                  </a:txBody>
                  <a:tcPr>
                    <a:solidFill>
                      <a:srgbClr val="161F40"/>
                    </a:solidFill>
                  </a:tcPr>
                </a:tc>
                <a:tc>
                  <a:txBody>
                    <a:bodyPr/>
                    <a:lstStyle/>
                    <a:p>
                      <a:r>
                        <a:rPr sz="1200" b="0">
                          <a:solidFill>
                            <a:srgbClr val="E8EEFA"/>
                          </a:solidFill>
                          <a:latin typeface="Segoe UI"/>
                        </a:rPr>
                        <a:t>Aniqlik −1…−5 %, o'qitish 2–3× sekin</a:t>
                      </a:r>
                    </a:p>
                  </a:txBody>
                  <a:tcPr>
                    <a:solidFill>
                      <a:srgbClr val="161F40"/>
                    </a:solidFill>
                  </a:tcPr>
                </a:tc>
              </a:tr>
              <a:tr h="520000">
                <a:tc>
                  <a:txBody>
                    <a:bodyPr/>
                    <a:lstStyle/>
                    <a:p>
                      <a:r>
                        <a:rPr sz="1200" b="0">
                          <a:solidFill>
                            <a:srgbClr val="E8EEFA"/>
                          </a:solidFill>
                          <a:latin typeface="Segoe UI"/>
                        </a:rPr>
                        <a:t>Provenans + filtrlash</a:t>
                      </a:r>
                    </a:p>
                  </a:txBody>
                  <a:tcPr>
                    <a:solidFill>
                      <a:srgbClr val="111834"/>
                    </a:solidFill>
                  </a:tcPr>
                </a:tc>
                <a:tc>
                  <a:txBody>
                    <a:bodyPr/>
                    <a:lstStyle/>
                    <a:p>
                      <a:r>
                        <a:rPr sz="1200" b="0">
                          <a:solidFill>
                            <a:srgbClr val="E8EEFA"/>
                          </a:solidFill>
                          <a:latin typeface="Segoe UI"/>
                        </a:rPr>
                        <a:t>Poisoning</a:t>
                      </a:r>
                    </a:p>
                  </a:txBody>
                  <a:tcPr>
                    <a:solidFill>
                      <a:srgbClr val="111834"/>
                    </a:solidFill>
                  </a:tcPr>
                </a:tc>
                <a:tc>
                  <a:txBody>
                    <a:bodyPr/>
                    <a:lstStyle/>
                    <a:p>
                      <a:r>
                        <a:rPr sz="1200" b="0">
                          <a:solidFill>
                            <a:srgbClr val="E8EEFA"/>
                          </a:solidFill>
                          <a:latin typeface="Segoe UI"/>
                        </a:rPr>
                        <a:t>Empirik</a:t>
                      </a:r>
                    </a:p>
                  </a:txBody>
                  <a:tcPr>
                    <a:solidFill>
                      <a:srgbClr val="111834"/>
                    </a:solidFill>
                  </a:tcPr>
                </a:tc>
                <a:tc>
                  <a:txBody>
                    <a:bodyPr/>
                    <a:lstStyle/>
                    <a:p>
                      <a:r>
                        <a:rPr sz="1200" b="0">
                          <a:solidFill>
                            <a:srgbClr val="E8EEFA"/>
                          </a:solidFill>
                          <a:latin typeface="Segoe UI"/>
                        </a:rPr>
                        <a:t>Tashkiliy</a:t>
                      </a:r>
                    </a:p>
                  </a:txBody>
                  <a:tcPr>
                    <a:solidFill>
                      <a:srgbClr val="111834"/>
                    </a:solidFill>
                  </a:tcPr>
                </a:tc>
              </a:tr>
              <a:tr h="520000">
                <a:tc>
                  <a:txBody>
                    <a:bodyPr/>
                    <a:lstStyle/>
                    <a:p>
                      <a:r>
                        <a:rPr sz="1200" b="0">
                          <a:solidFill>
                            <a:srgbClr val="E8EEFA"/>
                          </a:solidFill>
                          <a:latin typeface="Segoe UI"/>
                        </a:rPr>
                        <a:t>Faqat yorliq chiqarish, limit</a:t>
                      </a:r>
                    </a:p>
                  </a:txBody>
                  <a:tcPr>
                    <a:solidFill>
                      <a:srgbClr val="161F40"/>
                    </a:solidFill>
                  </a:tcPr>
                </a:tc>
                <a:tc>
                  <a:txBody>
                    <a:bodyPr/>
                    <a:lstStyle/>
                    <a:p>
                      <a:r>
                        <a:rPr sz="1200" b="0">
                          <a:solidFill>
                            <a:srgbClr val="E8EEFA"/>
                          </a:solidFill>
                          <a:latin typeface="Segoe UI"/>
                        </a:rPr>
                        <a:t>Model extraction</a:t>
                      </a:r>
                    </a:p>
                  </a:txBody>
                  <a:tcPr>
                    <a:solidFill>
                      <a:srgbClr val="161F40"/>
                    </a:solidFill>
                  </a:tcPr>
                </a:tc>
                <a:tc>
                  <a:txBody>
                    <a:bodyPr/>
                    <a:lstStyle/>
                    <a:p>
                      <a:r>
                        <a:rPr sz="1200" b="0">
                          <a:solidFill>
                            <a:srgbClr val="E8EEFA"/>
                          </a:solidFill>
                          <a:latin typeface="Segoe UI"/>
                        </a:rPr>
                        <a:t>Empirik</a:t>
                      </a:r>
                    </a:p>
                  </a:txBody>
                  <a:tcPr>
                    <a:solidFill>
                      <a:srgbClr val="161F40"/>
                    </a:solidFill>
                  </a:tcPr>
                </a:tc>
                <a:tc>
                  <a:txBody>
                    <a:bodyPr/>
                    <a:lstStyle/>
                    <a:p>
                      <a:r>
                        <a:rPr sz="1200" b="0">
                          <a:solidFill>
                            <a:srgbClr val="E8EEFA"/>
                          </a:solidFill>
                          <a:latin typeface="Segoe UI"/>
                        </a:rPr>
                        <a:t>Funksionallik qisqaradi</a:t>
                      </a:r>
                    </a:p>
                  </a:txBody>
                  <a:tcPr>
                    <a:solidFill>
                      <a:srgbClr val="161F40"/>
                    </a:solidFill>
                  </a:tcPr>
                </a:tc>
              </a:tr>
            </a:tbl>
          </a:graphicData>
        </a:graphic>
      </p:graphicFrame>
    </p:spTree>
  </p:cSld>
  <p:clrMapOvr>
    <a:masterClrMapping/>
  </p:clrMapOvr>
  <p:transition spd="med">
    <p:fade/>
  </p:transition>
  <p:timing>
    <p:tnLst>
      <p:par>
        <p:cTn id="1" dur="indefinite" restart="never" nodeType="tmRoot">
          <p:childTnLst>
            <p:seq concurrent="1" nextAc="seek">
              <p:cTn id="2" dur="indefinite" nodeType="mainSeq">
                <p:childTnLst>
                  <p:par>
                    <p:cTn id="17" fill="hold">
                      <p:stCondLst>
                        <p:cond delay="indefinite"/>
                        <p:cond evt="onBegin" delay="0">
                          <p:tn val="2"/>
                        </p:cond>
                      </p:stCondLst>
                      <p:childTnLst>
                        <p:par>
                          <p:cTn id="3" fill="hold">
                            <p:stCondLst>
                              <p:cond delay="0"/>
                            </p:stCondLst>
                            <p:childTnLst>
                              <p:par>
                                <p:cTn id="4" presetID="10" presetClass="entr" presetSubtype="0" fill="hold" grpId="0" nodeType="withEffect">
                                  <p:stCondLst>
                                    <p:cond delay="0"/>
                                  </p:stCondLst>
                                  <p:childTnLst>
                                    <p:set>
                                      <p:cBhvr>
                                        <p:cTn id="5" dur="1" fill="hold">
                                          <p:stCondLst>
                                            <p:cond delay="0"/>
                                          </p:stCondLst>
                                        </p:cTn>
                                        <p:tgtEl>
                                          <p:spTgt spid="18"/>
                                        </p:tgtEl>
                                        <p:attrNameLst>
                                          <p:attrName>style.visibility</p:attrName>
                                        </p:attrNameLst>
                                      </p:cBhvr>
                                      <p:to>
                                        <p:strVal val="visible"/>
                                      </p:to>
                                    </p:set>
                                    <p:animEffect transition="in" filter="fade">
                                      <p:cBhvr>
                                        <p:cTn id="6" dur="550"/>
                                        <p:tgtEl>
                                          <p:spTgt spid="18"/>
                                        </p:tgtEl>
                                      </p:cBhvr>
                                    </p:animEffect>
                                  </p:childTnLst>
                                </p:cTn>
                              </p:par>
                            </p:childTnLst>
                          </p:cTn>
                        </p:par>
                        <p:par>
                          <p:cTn id="7" fill="hold">
                            <p:stCondLst>
                              <p:cond delay="0"/>
                            </p:stCondLst>
                            <p:childTnLst>
                              <p:par>
                                <p:cTn id="8" presetID="22" presetClass="entr" presetSubtype="8" fill="hold" grpId="0" nodeType="afterEffect">
                                  <p:stCondLst>
                                    <p:cond delay="0"/>
                                  </p:stCondLst>
                                  <p:childTnLst>
                                    <p:set>
                                      <p:cBhvr>
                                        <p:cTn id="9" dur="1" fill="hold">
                                          <p:stCondLst>
                                            <p:cond delay="0"/>
                                          </p:stCondLst>
                                        </p:cTn>
                                        <p:tgtEl>
                                          <p:spTgt spid="19"/>
                                        </p:tgtEl>
                                        <p:attrNameLst>
                                          <p:attrName>style.visibility</p:attrName>
                                        </p:attrNameLst>
                                      </p:cBhvr>
                                      <p:to>
                                        <p:strVal val="visible"/>
                                      </p:to>
                                    </p:set>
                                    <p:animEffect transition="in" filter="wipe(left)">
                                      <p:cBhvr>
                                        <p:cTn id="11" dur="800"/>
                                        <p:tgtEl>
                                          <p:spTgt spid="19"/>
                                        </p:tgtEl>
                                      </p:cBhvr>
                                    </p:animEffect>
                                  </p:childTnLst>
                                </p:cTn>
                              </p:par>
                            </p:childTnLst>
                          </p:cTn>
                        </p:par>
                        <p:par>
                          <p:cTn id="12" fill="hold">
                            <p:stCondLst>
                              <p:cond delay="200"/>
                            </p:stCondLst>
                            <p:childTnLst>
                              <p:par>
                                <p:cTn id="13" presetID="22" presetClass="entr" presetSubtype="8" fill="hold" grpId="0" nodeType="afterEffect">
                                  <p:stCondLst>
                                    <p:cond delay="0"/>
                                  </p:stCondLst>
                                  <p:childTnLst>
                                    <p:set>
                                      <p:cBhvr>
                                        <p:cTn id="14" dur="1" fill="hold">
                                          <p:stCondLst>
                                            <p:cond delay="0"/>
                                          </p:stCondLst>
                                        </p:cTn>
                                        <p:tgtEl>
                                          <p:spTgt spid="22"/>
                                        </p:tgtEl>
                                        <p:attrNameLst>
                                          <p:attrName>style.visibility</p:attrName>
                                        </p:attrNameLst>
                                      </p:cBhvr>
                                      <p:to>
                                        <p:strVal val="visible"/>
                                      </p:to>
                                    </p:set>
                                    <p:animEffect transition="in" filter="wipe(left)">
                                      <p:cBhvr>
                                        <p:cTn id="16" dur="800"/>
                                        <p:tgtEl>
                                          <p:spTgt spid="22"/>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18" grpId="0" animBg="1"/>
      <p:bldP spid="19" grpId="0" animBg="1"/>
    </p:bldLst>
  </p:timing>
</p:sld>
</file>

<file path=ppt/slides/slide2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2000" cy="6858000"/>
          </a:xfrm>
          <a:prstGeom prst="rect">
            <a:avLst/>
          </a:prstGeom>
          <a:gradFill rotWithShape="1">
            <a:gsLst>
              <a:gs pos="0">
                <a:srgbClr val="070B1A"/>
              </a:gs>
              <a:gs pos="100000">
                <a:srgbClr val="141C44"/>
              </a:gs>
            </a:gsLst>
            <a:lin scaled="0" ang="18900000"/>
          </a:gra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cxnSp>
        <p:nvCxnSpPr>
          <p:cNvPr id="3" name="Connector 2"/>
          <p:cNvCxnSpPr/>
          <p:nvPr/>
        </p:nvCxnSpPr>
        <p:spPr>
          <a:xfrm>
            <a:off x="400000" y="5266666"/>
            <a:ext cx="1666666" cy="113334"/>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cxnSp>
        <p:nvCxnSpPr>
          <p:cNvPr id="4" name="Connector 3"/>
          <p:cNvCxnSpPr/>
          <p:nvPr/>
        </p:nvCxnSpPr>
        <p:spPr>
          <a:xfrm>
            <a:off x="400000" y="5266666"/>
            <a:ext cx="1666666" cy="453334"/>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cxnSp>
        <p:nvCxnSpPr>
          <p:cNvPr id="5" name="Connector 4"/>
          <p:cNvCxnSpPr/>
          <p:nvPr/>
        </p:nvCxnSpPr>
        <p:spPr>
          <a:xfrm flipV="1">
            <a:off x="400000" y="5040000"/>
            <a:ext cx="1666666" cy="793333"/>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cxnSp>
        <p:nvCxnSpPr>
          <p:cNvPr id="6" name="Connector 5"/>
          <p:cNvCxnSpPr/>
          <p:nvPr/>
        </p:nvCxnSpPr>
        <p:spPr>
          <a:xfrm flipV="1">
            <a:off x="400000" y="5380000"/>
            <a:ext cx="1666666" cy="453333"/>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cxnSp>
        <p:nvCxnSpPr>
          <p:cNvPr id="7" name="Connector 6"/>
          <p:cNvCxnSpPr/>
          <p:nvPr/>
        </p:nvCxnSpPr>
        <p:spPr>
          <a:xfrm flipV="1">
            <a:off x="400000" y="5720000"/>
            <a:ext cx="1666666" cy="113333"/>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cxnSp>
        <p:nvCxnSpPr>
          <p:cNvPr id="8" name="Connector 7"/>
          <p:cNvCxnSpPr/>
          <p:nvPr/>
        </p:nvCxnSpPr>
        <p:spPr>
          <a:xfrm>
            <a:off x="400000" y="5833333"/>
            <a:ext cx="1666666" cy="226667"/>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cxnSp>
        <p:nvCxnSpPr>
          <p:cNvPr id="9" name="Connector 8"/>
          <p:cNvCxnSpPr/>
          <p:nvPr/>
        </p:nvCxnSpPr>
        <p:spPr>
          <a:xfrm>
            <a:off x="2066666" y="5040000"/>
            <a:ext cx="1666667" cy="0"/>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cxnSp>
        <p:nvCxnSpPr>
          <p:cNvPr id="10" name="Connector 9"/>
          <p:cNvCxnSpPr/>
          <p:nvPr/>
        </p:nvCxnSpPr>
        <p:spPr>
          <a:xfrm>
            <a:off x="2066666" y="5040000"/>
            <a:ext cx="1666667" cy="340000"/>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cxnSp>
        <p:nvCxnSpPr>
          <p:cNvPr id="11" name="Connector 10"/>
          <p:cNvCxnSpPr/>
          <p:nvPr/>
        </p:nvCxnSpPr>
        <p:spPr>
          <a:xfrm>
            <a:off x="2066666" y="5040000"/>
            <a:ext cx="1666667" cy="680000"/>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cxnSp>
        <p:nvCxnSpPr>
          <p:cNvPr id="12" name="Connector 11"/>
          <p:cNvCxnSpPr/>
          <p:nvPr/>
        </p:nvCxnSpPr>
        <p:spPr>
          <a:xfrm flipV="1">
            <a:off x="2066666" y="5040000"/>
            <a:ext cx="1666667" cy="340000"/>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cxnSp>
        <p:nvCxnSpPr>
          <p:cNvPr id="13" name="Connector 12"/>
          <p:cNvCxnSpPr/>
          <p:nvPr/>
        </p:nvCxnSpPr>
        <p:spPr>
          <a:xfrm>
            <a:off x="2066666" y="5380000"/>
            <a:ext cx="1666667" cy="340000"/>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cxnSp>
        <p:nvCxnSpPr>
          <p:cNvPr id="14" name="Connector 13"/>
          <p:cNvCxnSpPr/>
          <p:nvPr/>
        </p:nvCxnSpPr>
        <p:spPr>
          <a:xfrm>
            <a:off x="2066666" y="5380000"/>
            <a:ext cx="1666667" cy="680000"/>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cxnSp>
        <p:nvCxnSpPr>
          <p:cNvPr id="15" name="Connector 14"/>
          <p:cNvCxnSpPr/>
          <p:nvPr/>
        </p:nvCxnSpPr>
        <p:spPr>
          <a:xfrm flipV="1">
            <a:off x="2066666" y="5040000"/>
            <a:ext cx="1666667" cy="680000"/>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cxnSp>
        <p:nvCxnSpPr>
          <p:cNvPr id="16" name="Connector 15"/>
          <p:cNvCxnSpPr/>
          <p:nvPr/>
        </p:nvCxnSpPr>
        <p:spPr>
          <a:xfrm flipV="1">
            <a:off x="2066666" y="5380000"/>
            <a:ext cx="1666667" cy="340000"/>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cxnSp>
        <p:nvCxnSpPr>
          <p:cNvPr id="17" name="Connector 16"/>
          <p:cNvCxnSpPr/>
          <p:nvPr/>
        </p:nvCxnSpPr>
        <p:spPr>
          <a:xfrm>
            <a:off x="2066666" y="5720000"/>
            <a:ext cx="1666667" cy="0"/>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cxnSp>
        <p:nvCxnSpPr>
          <p:cNvPr id="18" name="Connector 17"/>
          <p:cNvCxnSpPr/>
          <p:nvPr/>
        </p:nvCxnSpPr>
        <p:spPr>
          <a:xfrm>
            <a:off x="2066666" y="5720000"/>
            <a:ext cx="1666667" cy="340000"/>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cxnSp>
        <p:nvCxnSpPr>
          <p:cNvPr id="19" name="Connector 18"/>
          <p:cNvCxnSpPr/>
          <p:nvPr/>
        </p:nvCxnSpPr>
        <p:spPr>
          <a:xfrm flipV="1">
            <a:off x="2066666" y="5040000"/>
            <a:ext cx="1666667" cy="1020000"/>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cxnSp>
        <p:nvCxnSpPr>
          <p:cNvPr id="20" name="Connector 19"/>
          <p:cNvCxnSpPr/>
          <p:nvPr/>
        </p:nvCxnSpPr>
        <p:spPr>
          <a:xfrm flipV="1">
            <a:off x="2066666" y="5380000"/>
            <a:ext cx="1666667" cy="680000"/>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cxnSp>
        <p:nvCxnSpPr>
          <p:cNvPr id="21" name="Connector 20"/>
          <p:cNvCxnSpPr/>
          <p:nvPr/>
        </p:nvCxnSpPr>
        <p:spPr>
          <a:xfrm flipV="1">
            <a:off x="2066666" y="5720000"/>
            <a:ext cx="1666667" cy="340000"/>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cxnSp>
        <p:nvCxnSpPr>
          <p:cNvPr id="22" name="Connector 21"/>
          <p:cNvCxnSpPr/>
          <p:nvPr/>
        </p:nvCxnSpPr>
        <p:spPr>
          <a:xfrm>
            <a:off x="2066666" y="6060000"/>
            <a:ext cx="1666667" cy="0"/>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cxnSp>
        <p:nvCxnSpPr>
          <p:cNvPr id="23" name="Connector 22"/>
          <p:cNvCxnSpPr/>
          <p:nvPr/>
        </p:nvCxnSpPr>
        <p:spPr>
          <a:xfrm>
            <a:off x="3733333" y="5040000"/>
            <a:ext cx="1666667" cy="226666"/>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cxnSp>
        <p:nvCxnSpPr>
          <p:cNvPr id="24" name="Connector 23"/>
          <p:cNvCxnSpPr/>
          <p:nvPr/>
        </p:nvCxnSpPr>
        <p:spPr>
          <a:xfrm>
            <a:off x="3733333" y="5040000"/>
            <a:ext cx="1666667" cy="793333"/>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cxnSp>
        <p:nvCxnSpPr>
          <p:cNvPr id="25" name="Connector 24"/>
          <p:cNvCxnSpPr/>
          <p:nvPr/>
        </p:nvCxnSpPr>
        <p:spPr>
          <a:xfrm>
            <a:off x="3733333" y="5380000"/>
            <a:ext cx="1666667" cy="453333"/>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cxnSp>
        <p:nvCxnSpPr>
          <p:cNvPr id="26" name="Connector 25"/>
          <p:cNvCxnSpPr/>
          <p:nvPr/>
        </p:nvCxnSpPr>
        <p:spPr>
          <a:xfrm>
            <a:off x="3733333" y="5720000"/>
            <a:ext cx="1666667" cy="113333"/>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cxnSp>
        <p:nvCxnSpPr>
          <p:cNvPr id="27" name="Connector 26"/>
          <p:cNvCxnSpPr/>
          <p:nvPr/>
        </p:nvCxnSpPr>
        <p:spPr>
          <a:xfrm flipV="1">
            <a:off x="3733333" y="5266666"/>
            <a:ext cx="1666667" cy="793334"/>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sp>
        <p:nvSpPr>
          <p:cNvPr id="28" name="Oval 27"/>
          <p:cNvSpPr/>
          <p:nvPr/>
        </p:nvSpPr>
        <p:spPr>
          <a:xfrm>
            <a:off x="330000" y="5196666"/>
            <a:ext cx="140000" cy="140000"/>
          </a:xfrm>
          <a:prstGeom prst="ellipse">
            <a:avLst/>
          </a:prstGeom>
          <a:solidFill>
            <a:srgbClr val="3B4C8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Oval 28"/>
          <p:cNvSpPr/>
          <p:nvPr/>
        </p:nvSpPr>
        <p:spPr>
          <a:xfrm>
            <a:off x="330000" y="5763333"/>
            <a:ext cx="140000" cy="140000"/>
          </a:xfrm>
          <a:prstGeom prst="ellipse">
            <a:avLst/>
          </a:prstGeom>
          <a:solidFill>
            <a:srgbClr val="3B4C8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 name="Oval 29"/>
          <p:cNvSpPr/>
          <p:nvPr/>
        </p:nvSpPr>
        <p:spPr>
          <a:xfrm>
            <a:off x="1996666" y="4970000"/>
            <a:ext cx="140000" cy="140000"/>
          </a:xfrm>
          <a:prstGeom prst="ellipse">
            <a:avLst/>
          </a:prstGeom>
          <a:solidFill>
            <a:srgbClr val="3B4C8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1" name="Oval 30"/>
          <p:cNvSpPr/>
          <p:nvPr/>
        </p:nvSpPr>
        <p:spPr>
          <a:xfrm>
            <a:off x="1996666" y="5310000"/>
            <a:ext cx="140000" cy="140000"/>
          </a:xfrm>
          <a:prstGeom prst="ellipse">
            <a:avLst/>
          </a:prstGeom>
          <a:solidFill>
            <a:srgbClr val="3B4C8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2" name="Oval 31"/>
          <p:cNvSpPr/>
          <p:nvPr/>
        </p:nvSpPr>
        <p:spPr>
          <a:xfrm>
            <a:off x="1996666" y="5650000"/>
            <a:ext cx="140000" cy="140000"/>
          </a:xfrm>
          <a:prstGeom prst="ellipse">
            <a:avLst/>
          </a:prstGeom>
          <a:solidFill>
            <a:srgbClr val="3B4C8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3" name="Oval 32"/>
          <p:cNvSpPr/>
          <p:nvPr/>
        </p:nvSpPr>
        <p:spPr>
          <a:xfrm>
            <a:off x="1996666" y="5990000"/>
            <a:ext cx="140000" cy="140000"/>
          </a:xfrm>
          <a:prstGeom prst="ellipse">
            <a:avLst/>
          </a:prstGeom>
          <a:solidFill>
            <a:srgbClr val="3B4C8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4" name="Oval 33"/>
          <p:cNvSpPr/>
          <p:nvPr/>
        </p:nvSpPr>
        <p:spPr>
          <a:xfrm>
            <a:off x="3663333" y="4970000"/>
            <a:ext cx="140000" cy="140000"/>
          </a:xfrm>
          <a:prstGeom prst="ellipse">
            <a:avLst/>
          </a:prstGeom>
          <a:solidFill>
            <a:srgbClr val="3B4C8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5" name="Oval 34"/>
          <p:cNvSpPr/>
          <p:nvPr/>
        </p:nvSpPr>
        <p:spPr>
          <a:xfrm>
            <a:off x="3663333" y="5310000"/>
            <a:ext cx="140000" cy="140000"/>
          </a:xfrm>
          <a:prstGeom prst="ellipse">
            <a:avLst/>
          </a:prstGeom>
          <a:solidFill>
            <a:srgbClr val="3B4C8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6" name="Oval 35"/>
          <p:cNvSpPr/>
          <p:nvPr/>
        </p:nvSpPr>
        <p:spPr>
          <a:xfrm>
            <a:off x="3663333" y="5650000"/>
            <a:ext cx="140000" cy="140000"/>
          </a:xfrm>
          <a:prstGeom prst="ellipse">
            <a:avLst/>
          </a:prstGeom>
          <a:solidFill>
            <a:srgbClr val="3B4C8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7" name="Oval 36"/>
          <p:cNvSpPr/>
          <p:nvPr/>
        </p:nvSpPr>
        <p:spPr>
          <a:xfrm>
            <a:off x="3663333" y="5990000"/>
            <a:ext cx="140000" cy="140000"/>
          </a:xfrm>
          <a:prstGeom prst="ellipse">
            <a:avLst/>
          </a:prstGeom>
          <a:solidFill>
            <a:srgbClr val="3B4C8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8" name="Oval 37"/>
          <p:cNvSpPr/>
          <p:nvPr/>
        </p:nvSpPr>
        <p:spPr>
          <a:xfrm>
            <a:off x="5330000" y="5196666"/>
            <a:ext cx="140000" cy="140000"/>
          </a:xfrm>
          <a:prstGeom prst="ellipse">
            <a:avLst/>
          </a:prstGeom>
          <a:solidFill>
            <a:srgbClr val="3B4C8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9" name="Oval 38"/>
          <p:cNvSpPr/>
          <p:nvPr/>
        </p:nvSpPr>
        <p:spPr>
          <a:xfrm>
            <a:off x="5330000" y="5763333"/>
            <a:ext cx="140000" cy="140000"/>
          </a:xfrm>
          <a:prstGeom prst="ellipse">
            <a:avLst/>
          </a:prstGeom>
          <a:solidFill>
            <a:srgbClr val="3B4C8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0" name="Rounded Rectangle 39"/>
          <p:cNvSpPr/>
          <p:nvPr/>
        </p:nvSpPr>
        <p:spPr>
          <a:xfrm>
            <a:off x="6150000" y="650000"/>
            <a:ext cx="5600000" cy="5250000"/>
          </a:xfrm>
          <a:prstGeom prst="roundRect">
            <a:avLst>
              <a:gd name="adj" fmla="val 6000"/>
            </a:avLst>
          </a:prstGeom>
          <a:noFill/>
          <a:ln w="19050">
            <a:solidFill>
              <a:srgbClr val="8B5CF6"/>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1" name="Picture 40" descr="48ee88bdaa21cdf4.jpg"/>
          <p:cNvPicPr>
            <a:picLocks noChangeAspect="1"/>
          </p:cNvPicPr>
          <p:nvPr/>
        </p:nvPicPr>
        <p:blipFill>
          <a:blip r:embed="rId2"/>
          <a:srcRect l="19886" r="19886"/>
          <a:stretch>
            <a:fillRect/>
          </a:stretch>
        </p:blipFill>
        <p:spPr>
          <a:xfrm>
            <a:off x="6300000" y="800000"/>
            <a:ext cx="5300000" cy="4950000"/>
          </a:xfrm>
          <a:prstGeom prst="roundRect">
            <a:avLst/>
          </a:prstGeom>
          <a:ln w="19050">
            <a:solidFill>
              <a:srgbClr val="22D3EE"/>
            </a:solidFill>
          </a:ln>
        </p:spPr>
      </p:pic>
      <p:sp>
        <p:nvSpPr>
          <p:cNvPr id="42" name="TextBox 41"/>
          <p:cNvSpPr txBox="1"/>
          <p:nvPr/>
        </p:nvSpPr>
        <p:spPr>
          <a:xfrm>
            <a:off x="6300000" y="5780000"/>
            <a:ext cx="5300000" cy="260000"/>
          </a:xfrm>
          <a:prstGeom prst="rect">
            <a:avLst/>
          </a:prstGeom>
          <a:noFill/>
        </p:spPr>
        <p:txBody>
          <a:bodyPr wrap="square" anchor="t" lIns="50800" rIns="50800">
            <a:spAutoFit/>
          </a:bodyPr>
          <a:lstStyle/>
          <a:p>
            <a:pPr algn="l"/>
            <a:r>
              <a:rPr sz="800" b="0">
                <a:solidFill>
                  <a:srgbClr val="707EAA"/>
                </a:solidFill>
                <a:latin typeface="Segoe UI"/>
              </a:rPr>
              <a:t>Rasm: Kinetic2352 · Wikimedia Commons · CC0</a:t>
            </a:r>
          </a:p>
        </p:txBody>
      </p:sp>
      <p:sp>
        <p:nvSpPr>
          <p:cNvPr id="43" name="TextBox 42"/>
          <p:cNvSpPr txBox="1"/>
          <p:nvPr/>
        </p:nvSpPr>
        <p:spPr>
          <a:xfrm>
            <a:off x="600000" y="700000"/>
            <a:ext cx="3500000" cy="1600000"/>
          </a:xfrm>
          <a:prstGeom prst="rect">
            <a:avLst/>
          </a:prstGeom>
          <a:noFill/>
        </p:spPr>
        <p:txBody>
          <a:bodyPr wrap="square" anchor="t" lIns="50800" rIns="50800">
            <a:spAutoFit/>
          </a:bodyPr>
          <a:lstStyle/>
          <a:p>
            <a:pPr algn="l"/>
            <a:r>
              <a:rPr sz="8800" b="1">
                <a:solidFill>
                  <a:srgbClr val="22D3EE"/>
                </a:solidFill>
                <a:latin typeface="Segoe UI"/>
              </a:rPr>
              <a:t>04</a:t>
            </a:r>
          </a:p>
        </p:txBody>
      </p:sp>
      <p:sp>
        <p:nvSpPr>
          <p:cNvPr id="44" name="TextBox 43"/>
          <p:cNvSpPr txBox="1"/>
          <p:nvPr/>
        </p:nvSpPr>
        <p:spPr>
          <a:xfrm>
            <a:off x="650000" y="2250000"/>
            <a:ext cx="5200000" cy="350000"/>
          </a:xfrm>
          <a:prstGeom prst="rect">
            <a:avLst/>
          </a:prstGeom>
          <a:noFill/>
        </p:spPr>
        <p:txBody>
          <a:bodyPr wrap="square" anchor="t" lIns="50800" rIns="50800">
            <a:spAutoFit/>
          </a:bodyPr>
          <a:lstStyle/>
          <a:p>
            <a:pPr algn="l"/>
            <a:r>
              <a:rPr sz="1200" b="1">
                <a:solidFill>
                  <a:srgbClr val="8B5CF6"/>
                </a:solidFill>
                <a:latin typeface="Segoe UI"/>
              </a:rPr>
              <a:t>REJA BANDI</a:t>
            </a:r>
          </a:p>
        </p:txBody>
      </p:sp>
      <p:sp>
        <p:nvSpPr>
          <p:cNvPr id="45" name="TextBox 44"/>
          <p:cNvSpPr txBox="1"/>
          <p:nvPr/>
        </p:nvSpPr>
        <p:spPr>
          <a:xfrm>
            <a:off x="600000" y="2650000"/>
            <a:ext cx="5400000" cy="1800000"/>
          </a:xfrm>
          <a:prstGeom prst="rect">
            <a:avLst/>
          </a:prstGeom>
          <a:noFill/>
        </p:spPr>
        <p:txBody>
          <a:bodyPr wrap="square" anchor="t" lIns="50800" rIns="50800">
            <a:spAutoFit/>
          </a:bodyPr>
          <a:lstStyle/>
          <a:p>
            <a:pPr algn="l"/>
            <a:r>
              <a:rPr sz="3200" b="1">
                <a:solidFill>
                  <a:srgbClr val="E8EEFA"/>
                </a:solidFill>
                <a:latin typeface="Segoe UI"/>
              </a:rPr>
              <a:t>Maxfiylikni saqlovchi sun'iy intellekt</a:t>
            </a:r>
          </a:p>
        </p:txBody>
      </p:sp>
      <p:sp>
        <p:nvSpPr>
          <p:cNvPr id="46" name="Rectangle 45"/>
          <p:cNvSpPr/>
          <p:nvPr/>
        </p:nvSpPr>
        <p:spPr>
          <a:xfrm>
            <a:off x="660000" y="4450000"/>
            <a:ext cx="2200000" cy="60000"/>
          </a:xfrm>
          <a:prstGeom prst="rect">
            <a:avLst/>
          </a:prstGeom>
          <a:gradFill rotWithShape="1">
            <a:gsLst>
              <a:gs pos="0">
                <a:srgbClr val="22D3EE"/>
              </a:gs>
              <a:gs pos="100000">
                <a:srgbClr val="8B5CF6"/>
              </a:gs>
            </a:gsLst>
            <a:lin scaled="0" ang="0"/>
          </a:gra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Tree>
  </p:cSld>
  <p:clrMapOvr>
    <a:masterClrMapping/>
  </p:clrMapOvr>
  <p:transition spd="med">
    <p:push dir="u"/>
  </p:transition>
  <p:timing>
    <p:tnLst>
      <p:par>
        <p:cTn id="1" dur="indefinite" restart="never" nodeType="tmRoot">
          <p:childTnLst>
            <p:seq concurrent="1" nextAc="seek">
              <p:cTn id="2" dur="indefinite" nodeType="mainSeq">
                <p:childTnLst>
                  <p:par>
                    <p:cTn id="188" fill="hold">
                      <p:stCondLst>
                        <p:cond delay="indefinite"/>
                        <p:cond evt="onBegin" delay="0">
                          <p:tn val="2"/>
                        </p:cond>
                      </p:stCondLst>
                      <p:childTnLst>
                        <p:par>
                          <p:cTn id="3" fill="hold">
                            <p:stCondLst>
                              <p:cond delay="0"/>
                            </p:stCondLst>
                            <p:childTnLst>
                              <p:par>
                                <p:cTn id="4" presetID="10" presetClass="entr" presetSubtype="0" fill="hold" grpId="0" nodeType="withEffect">
                                  <p:stCondLst>
                                    <p:cond delay="0"/>
                                  </p:stCondLst>
                                  <p:childTnLst>
                                    <p:set>
                                      <p:cBhvr>
                                        <p:cTn id="5" dur="1" fill="hold">
                                          <p:stCondLst>
                                            <p:cond delay="0"/>
                                          </p:stCondLst>
                                        </p:cTn>
                                        <p:tgtEl>
                                          <p:spTgt spid="3"/>
                                        </p:tgtEl>
                                        <p:attrNameLst>
                                          <p:attrName>style.visibility</p:attrName>
                                        </p:attrNameLst>
                                      </p:cBhvr>
                                      <p:to>
                                        <p:strVal val="visible"/>
                                      </p:to>
                                    </p:set>
                                    <p:animEffect transition="in" filter="fade">
                                      <p:cBhvr>
                                        <p:cTn id="6" dur="550"/>
                                        <p:tgtEl>
                                          <p:spTgt spid="3"/>
                                        </p:tgtEl>
                                      </p:cBhvr>
                                    </p:animEffect>
                                  </p:childTnLst>
                                </p:cTn>
                              </p:par>
                            </p:childTnLst>
                          </p:cTn>
                        </p:par>
                        <p:par>
                          <p:cTn id="7" fill="hold">
                            <p:stCondLst>
                              <p:cond delay="0"/>
                            </p:stCondLst>
                            <p:childTnLst>
                              <p:par>
                                <p:cTn id="8" presetID="10" presetClass="entr" presetSubtype="0" fill="hold" grpId="0" nodeType="afterEffect">
                                  <p:stCondLst>
                                    <p:cond delay="0"/>
                                  </p:stCondLst>
                                  <p:childTnLst>
                                    <p:set>
                                      <p:cBhvr>
                                        <p:cTn id="9" dur="1" fill="hold">
                                          <p:stCondLst>
                                            <p:cond delay="0"/>
                                          </p:stCondLst>
                                        </p:cTn>
                                        <p:tgtEl>
                                          <p:spTgt spid="4"/>
                                        </p:tgtEl>
                                        <p:attrNameLst>
                                          <p:attrName>style.visibility</p:attrName>
                                        </p:attrNameLst>
                                      </p:cBhvr>
                                      <p:to>
                                        <p:strVal val="visible"/>
                                      </p:to>
                                    </p:set>
                                    <p:animEffect transition="in" filter="fade">
                                      <p:cBhvr>
                                        <p:cTn id="10" dur="550"/>
                                        <p:tgtEl>
                                          <p:spTgt spid="4"/>
                                        </p:tgtEl>
                                      </p:cBhvr>
                                    </p:animEffect>
                                  </p:childTnLst>
                                </p:cTn>
                              </p:par>
                            </p:childTnLst>
                          </p:cTn>
                        </p:par>
                        <p:par>
                          <p:cTn id="11" fill="hold">
                            <p:stCondLst>
                              <p:cond delay="0"/>
                            </p:stCondLst>
                            <p:childTnLst>
                              <p:par>
                                <p:cTn id="12" presetID="10" presetClass="entr" presetSubtype="0" fill="hold" grpId="0" nodeType="afterEffect">
                                  <p:stCondLst>
                                    <p:cond delay="0"/>
                                  </p:stCondLst>
                                  <p:childTnLst>
                                    <p:set>
                                      <p:cBhvr>
                                        <p:cTn id="13" dur="1" fill="hold">
                                          <p:stCondLst>
                                            <p:cond delay="0"/>
                                          </p:stCondLst>
                                        </p:cTn>
                                        <p:tgtEl>
                                          <p:spTgt spid="5"/>
                                        </p:tgtEl>
                                        <p:attrNameLst>
                                          <p:attrName>style.visibility</p:attrName>
                                        </p:attrNameLst>
                                      </p:cBhvr>
                                      <p:to>
                                        <p:strVal val="visible"/>
                                      </p:to>
                                    </p:set>
                                    <p:animEffect transition="in" filter="fade">
                                      <p:cBhvr>
                                        <p:cTn id="14" dur="550"/>
                                        <p:tgtEl>
                                          <p:spTgt spid="5"/>
                                        </p:tgtEl>
                                      </p:cBhvr>
                                    </p:animEffect>
                                  </p:childTnLst>
                                </p:cTn>
                              </p:par>
                            </p:childTnLst>
                          </p:cTn>
                        </p:par>
                        <p:par>
                          <p:cTn id="15" fill="hold">
                            <p:stCondLst>
                              <p:cond delay="0"/>
                            </p:stCondLst>
                            <p:childTnLst>
                              <p:par>
                                <p:cTn id="16" presetID="10" presetClass="entr" presetSubtype="0" fill="hold" grpId="0" nodeType="afterEffect">
                                  <p:stCondLst>
                                    <p:cond delay="0"/>
                                  </p:stCondLst>
                                  <p:childTnLst>
                                    <p:set>
                                      <p:cBhvr>
                                        <p:cTn id="17" dur="1" fill="hold">
                                          <p:stCondLst>
                                            <p:cond delay="0"/>
                                          </p:stCondLst>
                                        </p:cTn>
                                        <p:tgtEl>
                                          <p:spTgt spid="6"/>
                                        </p:tgtEl>
                                        <p:attrNameLst>
                                          <p:attrName>style.visibility</p:attrName>
                                        </p:attrNameLst>
                                      </p:cBhvr>
                                      <p:to>
                                        <p:strVal val="visible"/>
                                      </p:to>
                                    </p:set>
                                    <p:animEffect transition="in" filter="fade">
                                      <p:cBhvr>
                                        <p:cTn id="18" dur="550"/>
                                        <p:tgtEl>
                                          <p:spTgt spid="6"/>
                                        </p:tgtEl>
                                      </p:cBhvr>
                                    </p:animEffect>
                                  </p:childTnLst>
                                </p:cTn>
                              </p:par>
                            </p:childTnLst>
                          </p:cTn>
                        </p:par>
                        <p:par>
                          <p:cTn id="19" fill="hold">
                            <p:stCondLst>
                              <p:cond delay="0"/>
                            </p:stCondLst>
                            <p:childTnLst>
                              <p:par>
                                <p:cTn id="20" presetID="10" presetClass="entr" presetSubtype="0" fill="hold" grpId="0" nodeType="afterEffect">
                                  <p:stCondLst>
                                    <p:cond delay="0"/>
                                  </p:stCondLst>
                                  <p:childTnLst>
                                    <p:set>
                                      <p:cBhvr>
                                        <p:cTn id="21" dur="1" fill="hold">
                                          <p:stCondLst>
                                            <p:cond delay="0"/>
                                          </p:stCondLst>
                                        </p:cTn>
                                        <p:tgtEl>
                                          <p:spTgt spid="7"/>
                                        </p:tgtEl>
                                        <p:attrNameLst>
                                          <p:attrName>style.visibility</p:attrName>
                                        </p:attrNameLst>
                                      </p:cBhvr>
                                      <p:to>
                                        <p:strVal val="visible"/>
                                      </p:to>
                                    </p:set>
                                    <p:animEffect transition="in" filter="fade">
                                      <p:cBhvr>
                                        <p:cTn id="22" dur="550"/>
                                        <p:tgtEl>
                                          <p:spTgt spid="7"/>
                                        </p:tgtEl>
                                      </p:cBhvr>
                                    </p:animEffect>
                                  </p:childTnLst>
                                </p:cTn>
                              </p:par>
                            </p:childTnLst>
                          </p:cTn>
                        </p:par>
                        <p:par>
                          <p:cTn id="23" fill="hold">
                            <p:stCondLst>
                              <p:cond delay="0"/>
                            </p:stCondLst>
                            <p:childTnLst>
                              <p:par>
                                <p:cTn id="24" presetID="10" presetClass="entr" presetSubtype="0" fill="hold" grpId="0" nodeType="afterEffect">
                                  <p:stCondLst>
                                    <p:cond delay="0"/>
                                  </p:stCondLst>
                                  <p:childTnLst>
                                    <p:set>
                                      <p:cBhvr>
                                        <p:cTn id="25" dur="1" fill="hold">
                                          <p:stCondLst>
                                            <p:cond delay="0"/>
                                          </p:stCondLst>
                                        </p:cTn>
                                        <p:tgtEl>
                                          <p:spTgt spid="8"/>
                                        </p:tgtEl>
                                        <p:attrNameLst>
                                          <p:attrName>style.visibility</p:attrName>
                                        </p:attrNameLst>
                                      </p:cBhvr>
                                      <p:to>
                                        <p:strVal val="visible"/>
                                      </p:to>
                                    </p:set>
                                    <p:animEffect transition="in" filter="fade">
                                      <p:cBhvr>
                                        <p:cTn id="26" dur="550"/>
                                        <p:tgtEl>
                                          <p:spTgt spid="8"/>
                                        </p:tgtEl>
                                      </p:cBhvr>
                                    </p:animEffect>
                                  </p:childTnLst>
                                </p:cTn>
                              </p:par>
                            </p:childTnLst>
                          </p:cTn>
                        </p:par>
                        <p:par>
                          <p:cTn id="27" fill="hold">
                            <p:stCondLst>
                              <p:cond delay="0"/>
                            </p:stCondLst>
                            <p:childTnLst>
                              <p:par>
                                <p:cTn id="28" presetID="10" presetClass="entr" presetSubtype="0" fill="hold" grpId="0" nodeType="afterEffect">
                                  <p:stCondLst>
                                    <p:cond delay="0"/>
                                  </p:stCondLst>
                                  <p:childTnLst>
                                    <p:set>
                                      <p:cBhvr>
                                        <p:cTn id="29" dur="1" fill="hold">
                                          <p:stCondLst>
                                            <p:cond delay="0"/>
                                          </p:stCondLst>
                                        </p:cTn>
                                        <p:tgtEl>
                                          <p:spTgt spid="9"/>
                                        </p:tgtEl>
                                        <p:attrNameLst>
                                          <p:attrName>style.visibility</p:attrName>
                                        </p:attrNameLst>
                                      </p:cBhvr>
                                      <p:to>
                                        <p:strVal val="visible"/>
                                      </p:to>
                                    </p:set>
                                    <p:animEffect transition="in" filter="fade">
                                      <p:cBhvr>
                                        <p:cTn id="30" dur="550"/>
                                        <p:tgtEl>
                                          <p:spTgt spid="9"/>
                                        </p:tgtEl>
                                      </p:cBhvr>
                                    </p:animEffect>
                                  </p:childTnLst>
                                </p:cTn>
                              </p:par>
                            </p:childTnLst>
                          </p:cTn>
                        </p:par>
                        <p:par>
                          <p:cTn id="31" fill="hold">
                            <p:stCondLst>
                              <p:cond delay="0"/>
                            </p:stCondLst>
                            <p:childTnLst>
                              <p:par>
                                <p:cTn id="32" presetID="10" presetClass="entr" presetSubtype="0" fill="hold" grpId="0" nodeType="afterEffect">
                                  <p:stCondLst>
                                    <p:cond delay="0"/>
                                  </p:stCondLst>
                                  <p:childTnLst>
                                    <p:set>
                                      <p:cBhvr>
                                        <p:cTn id="33" dur="1" fill="hold">
                                          <p:stCondLst>
                                            <p:cond delay="0"/>
                                          </p:stCondLst>
                                        </p:cTn>
                                        <p:tgtEl>
                                          <p:spTgt spid="10"/>
                                        </p:tgtEl>
                                        <p:attrNameLst>
                                          <p:attrName>style.visibility</p:attrName>
                                        </p:attrNameLst>
                                      </p:cBhvr>
                                      <p:to>
                                        <p:strVal val="visible"/>
                                      </p:to>
                                    </p:set>
                                    <p:animEffect transition="in" filter="fade">
                                      <p:cBhvr>
                                        <p:cTn id="34" dur="550"/>
                                        <p:tgtEl>
                                          <p:spTgt spid="10"/>
                                        </p:tgtEl>
                                      </p:cBhvr>
                                    </p:animEffect>
                                  </p:childTnLst>
                                </p:cTn>
                              </p:par>
                            </p:childTnLst>
                          </p:cTn>
                        </p:par>
                        <p:par>
                          <p:cTn id="35" fill="hold">
                            <p:stCondLst>
                              <p:cond delay="0"/>
                            </p:stCondLst>
                            <p:childTnLst>
                              <p:par>
                                <p:cTn id="36" presetID="10" presetClass="entr" presetSubtype="0" fill="hold" grpId="0" nodeType="afterEffect">
                                  <p:stCondLst>
                                    <p:cond delay="0"/>
                                  </p:stCondLst>
                                  <p:childTnLst>
                                    <p:set>
                                      <p:cBhvr>
                                        <p:cTn id="37" dur="1" fill="hold">
                                          <p:stCondLst>
                                            <p:cond delay="0"/>
                                          </p:stCondLst>
                                        </p:cTn>
                                        <p:tgtEl>
                                          <p:spTgt spid="11"/>
                                        </p:tgtEl>
                                        <p:attrNameLst>
                                          <p:attrName>style.visibility</p:attrName>
                                        </p:attrNameLst>
                                      </p:cBhvr>
                                      <p:to>
                                        <p:strVal val="visible"/>
                                      </p:to>
                                    </p:set>
                                    <p:animEffect transition="in" filter="fade">
                                      <p:cBhvr>
                                        <p:cTn id="38" dur="550"/>
                                        <p:tgtEl>
                                          <p:spTgt spid="11"/>
                                        </p:tgtEl>
                                      </p:cBhvr>
                                    </p:animEffect>
                                  </p:childTnLst>
                                </p:cTn>
                              </p:par>
                            </p:childTnLst>
                          </p:cTn>
                        </p:par>
                        <p:par>
                          <p:cTn id="39" fill="hold">
                            <p:stCondLst>
                              <p:cond delay="0"/>
                            </p:stCondLst>
                            <p:childTnLst>
                              <p:par>
                                <p:cTn id="40" presetID="10" presetClass="entr" presetSubtype="0" fill="hold" grpId="0" nodeType="afterEffect">
                                  <p:stCondLst>
                                    <p:cond delay="0"/>
                                  </p:stCondLst>
                                  <p:childTnLst>
                                    <p:set>
                                      <p:cBhvr>
                                        <p:cTn id="41" dur="1" fill="hold">
                                          <p:stCondLst>
                                            <p:cond delay="0"/>
                                          </p:stCondLst>
                                        </p:cTn>
                                        <p:tgtEl>
                                          <p:spTgt spid="12"/>
                                        </p:tgtEl>
                                        <p:attrNameLst>
                                          <p:attrName>style.visibility</p:attrName>
                                        </p:attrNameLst>
                                      </p:cBhvr>
                                      <p:to>
                                        <p:strVal val="visible"/>
                                      </p:to>
                                    </p:set>
                                    <p:animEffect transition="in" filter="fade">
                                      <p:cBhvr>
                                        <p:cTn id="42" dur="550"/>
                                        <p:tgtEl>
                                          <p:spTgt spid="12"/>
                                        </p:tgtEl>
                                      </p:cBhvr>
                                    </p:animEffect>
                                  </p:childTnLst>
                                </p:cTn>
                              </p:par>
                            </p:childTnLst>
                          </p:cTn>
                        </p:par>
                        <p:par>
                          <p:cTn id="43" fill="hold">
                            <p:stCondLst>
                              <p:cond delay="0"/>
                            </p:stCondLst>
                            <p:childTnLst>
                              <p:par>
                                <p:cTn id="44" presetID="10" presetClass="entr" presetSubtype="0" fill="hold" grpId="0" nodeType="afterEffect">
                                  <p:stCondLst>
                                    <p:cond delay="0"/>
                                  </p:stCondLst>
                                  <p:childTnLst>
                                    <p:set>
                                      <p:cBhvr>
                                        <p:cTn id="45" dur="1" fill="hold">
                                          <p:stCondLst>
                                            <p:cond delay="0"/>
                                          </p:stCondLst>
                                        </p:cTn>
                                        <p:tgtEl>
                                          <p:spTgt spid="13"/>
                                        </p:tgtEl>
                                        <p:attrNameLst>
                                          <p:attrName>style.visibility</p:attrName>
                                        </p:attrNameLst>
                                      </p:cBhvr>
                                      <p:to>
                                        <p:strVal val="visible"/>
                                      </p:to>
                                    </p:set>
                                    <p:animEffect transition="in" filter="fade">
                                      <p:cBhvr>
                                        <p:cTn id="46" dur="550"/>
                                        <p:tgtEl>
                                          <p:spTgt spid="13"/>
                                        </p:tgtEl>
                                      </p:cBhvr>
                                    </p:animEffect>
                                  </p:childTnLst>
                                </p:cTn>
                              </p:par>
                            </p:childTnLst>
                          </p:cTn>
                        </p:par>
                        <p:par>
                          <p:cTn id="47" fill="hold">
                            <p:stCondLst>
                              <p:cond delay="0"/>
                            </p:stCondLst>
                            <p:childTnLst>
                              <p:par>
                                <p:cTn id="48" presetID="10" presetClass="entr" presetSubtype="0" fill="hold" grpId="0" nodeType="afterEffect">
                                  <p:stCondLst>
                                    <p:cond delay="0"/>
                                  </p:stCondLst>
                                  <p:childTnLst>
                                    <p:set>
                                      <p:cBhvr>
                                        <p:cTn id="49" dur="1" fill="hold">
                                          <p:stCondLst>
                                            <p:cond delay="0"/>
                                          </p:stCondLst>
                                        </p:cTn>
                                        <p:tgtEl>
                                          <p:spTgt spid="14"/>
                                        </p:tgtEl>
                                        <p:attrNameLst>
                                          <p:attrName>style.visibility</p:attrName>
                                        </p:attrNameLst>
                                      </p:cBhvr>
                                      <p:to>
                                        <p:strVal val="visible"/>
                                      </p:to>
                                    </p:set>
                                    <p:animEffect transition="in" filter="fade">
                                      <p:cBhvr>
                                        <p:cTn id="50" dur="550"/>
                                        <p:tgtEl>
                                          <p:spTgt spid="14"/>
                                        </p:tgtEl>
                                      </p:cBhvr>
                                    </p:animEffect>
                                  </p:childTnLst>
                                </p:cTn>
                              </p:par>
                            </p:childTnLst>
                          </p:cTn>
                        </p:par>
                        <p:par>
                          <p:cTn id="51" fill="hold">
                            <p:stCondLst>
                              <p:cond delay="0"/>
                            </p:stCondLst>
                            <p:childTnLst>
                              <p:par>
                                <p:cTn id="52" presetID="10" presetClass="entr" presetSubtype="0" fill="hold" grpId="0" nodeType="afterEffect">
                                  <p:stCondLst>
                                    <p:cond delay="0"/>
                                  </p:stCondLst>
                                  <p:childTnLst>
                                    <p:set>
                                      <p:cBhvr>
                                        <p:cTn id="53" dur="1" fill="hold">
                                          <p:stCondLst>
                                            <p:cond delay="0"/>
                                          </p:stCondLst>
                                        </p:cTn>
                                        <p:tgtEl>
                                          <p:spTgt spid="15"/>
                                        </p:tgtEl>
                                        <p:attrNameLst>
                                          <p:attrName>style.visibility</p:attrName>
                                        </p:attrNameLst>
                                      </p:cBhvr>
                                      <p:to>
                                        <p:strVal val="visible"/>
                                      </p:to>
                                    </p:set>
                                    <p:animEffect transition="in" filter="fade">
                                      <p:cBhvr>
                                        <p:cTn id="54" dur="550"/>
                                        <p:tgtEl>
                                          <p:spTgt spid="15"/>
                                        </p:tgtEl>
                                      </p:cBhvr>
                                    </p:animEffect>
                                  </p:childTnLst>
                                </p:cTn>
                              </p:par>
                            </p:childTnLst>
                          </p:cTn>
                        </p:par>
                        <p:par>
                          <p:cTn id="55" fill="hold">
                            <p:stCondLst>
                              <p:cond delay="0"/>
                            </p:stCondLst>
                            <p:childTnLst>
                              <p:par>
                                <p:cTn id="56" presetID="10" presetClass="entr" presetSubtype="0" fill="hold" grpId="0" nodeType="afterEffect">
                                  <p:stCondLst>
                                    <p:cond delay="0"/>
                                  </p:stCondLst>
                                  <p:childTnLst>
                                    <p:set>
                                      <p:cBhvr>
                                        <p:cTn id="57" dur="1" fill="hold">
                                          <p:stCondLst>
                                            <p:cond delay="0"/>
                                          </p:stCondLst>
                                        </p:cTn>
                                        <p:tgtEl>
                                          <p:spTgt spid="16"/>
                                        </p:tgtEl>
                                        <p:attrNameLst>
                                          <p:attrName>style.visibility</p:attrName>
                                        </p:attrNameLst>
                                      </p:cBhvr>
                                      <p:to>
                                        <p:strVal val="visible"/>
                                      </p:to>
                                    </p:set>
                                    <p:animEffect transition="in" filter="fade">
                                      <p:cBhvr>
                                        <p:cTn id="58" dur="550"/>
                                        <p:tgtEl>
                                          <p:spTgt spid="16"/>
                                        </p:tgtEl>
                                      </p:cBhvr>
                                    </p:animEffect>
                                  </p:childTnLst>
                                </p:cTn>
                              </p:par>
                            </p:childTnLst>
                          </p:cTn>
                        </p:par>
                        <p:par>
                          <p:cTn id="59" fill="hold">
                            <p:stCondLst>
                              <p:cond delay="0"/>
                            </p:stCondLst>
                            <p:childTnLst>
                              <p:par>
                                <p:cTn id="60" presetID="10" presetClass="entr" presetSubtype="0" fill="hold" grpId="0" nodeType="afterEffect">
                                  <p:stCondLst>
                                    <p:cond delay="0"/>
                                  </p:stCondLst>
                                  <p:childTnLst>
                                    <p:set>
                                      <p:cBhvr>
                                        <p:cTn id="61" dur="1" fill="hold">
                                          <p:stCondLst>
                                            <p:cond delay="0"/>
                                          </p:stCondLst>
                                        </p:cTn>
                                        <p:tgtEl>
                                          <p:spTgt spid="17"/>
                                        </p:tgtEl>
                                        <p:attrNameLst>
                                          <p:attrName>style.visibility</p:attrName>
                                        </p:attrNameLst>
                                      </p:cBhvr>
                                      <p:to>
                                        <p:strVal val="visible"/>
                                      </p:to>
                                    </p:set>
                                    <p:animEffect transition="in" filter="fade">
                                      <p:cBhvr>
                                        <p:cTn id="62" dur="550"/>
                                        <p:tgtEl>
                                          <p:spTgt spid="17"/>
                                        </p:tgtEl>
                                      </p:cBhvr>
                                    </p:animEffect>
                                  </p:childTnLst>
                                </p:cTn>
                              </p:par>
                            </p:childTnLst>
                          </p:cTn>
                        </p:par>
                        <p:par>
                          <p:cTn id="63" fill="hold">
                            <p:stCondLst>
                              <p:cond delay="0"/>
                            </p:stCondLst>
                            <p:childTnLst>
                              <p:par>
                                <p:cTn id="64" presetID="10" presetClass="entr" presetSubtype="0" fill="hold" grpId="0" nodeType="afterEffect">
                                  <p:stCondLst>
                                    <p:cond delay="0"/>
                                  </p:stCondLst>
                                  <p:childTnLst>
                                    <p:set>
                                      <p:cBhvr>
                                        <p:cTn id="65" dur="1" fill="hold">
                                          <p:stCondLst>
                                            <p:cond delay="0"/>
                                          </p:stCondLst>
                                        </p:cTn>
                                        <p:tgtEl>
                                          <p:spTgt spid="18"/>
                                        </p:tgtEl>
                                        <p:attrNameLst>
                                          <p:attrName>style.visibility</p:attrName>
                                        </p:attrNameLst>
                                      </p:cBhvr>
                                      <p:to>
                                        <p:strVal val="visible"/>
                                      </p:to>
                                    </p:set>
                                    <p:animEffect transition="in" filter="fade">
                                      <p:cBhvr>
                                        <p:cTn id="66" dur="550"/>
                                        <p:tgtEl>
                                          <p:spTgt spid="18"/>
                                        </p:tgtEl>
                                      </p:cBhvr>
                                    </p:animEffect>
                                  </p:childTnLst>
                                </p:cTn>
                              </p:par>
                            </p:childTnLst>
                          </p:cTn>
                        </p:par>
                        <p:par>
                          <p:cTn id="67" fill="hold">
                            <p:stCondLst>
                              <p:cond delay="0"/>
                            </p:stCondLst>
                            <p:childTnLst>
                              <p:par>
                                <p:cTn id="68" presetID="10" presetClass="entr" presetSubtype="0" fill="hold" grpId="0" nodeType="afterEffect">
                                  <p:stCondLst>
                                    <p:cond delay="0"/>
                                  </p:stCondLst>
                                  <p:childTnLst>
                                    <p:set>
                                      <p:cBhvr>
                                        <p:cTn id="69" dur="1" fill="hold">
                                          <p:stCondLst>
                                            <p:cond delay="0"/>
                                          </p:stCondLst>
                                        </p:cTn>
                                        <p:tgtEl>
                                          <p:spTgt spid="19"/>
                                        </p:tgtEl>
                                        <p:attrNameLst>
                                          <p:attrName>style.visibility</p:attrName>
                                        </p:attrNameLst>
                                      </p:cBhvr>
                                      <p:to>
                                        <p:strVal val="visible"/>
                                      </p:to>
                                    </p:set>
                                    <p:animEffect transition="in" filter="fade">
                                      <p:cBhvr>
                                        <p:cTn id="70" dur="550"/>
                                        <p:tgtEl>
                                          <p:spTgt spid="19"/>
                                        </p:tgtEl>
                                      </p:cBhvr>
                                    </p:animEffect>
                                  </p:childTnLst>
                                </p:cTn>
                              </p:par>
                            </p:childTnLst>
                          </p:cTn>
                        </p:par>
                        <p:par>
                          <p:cTn id="71" fill="hold">
                            <p:stCondLst>
                              <p:cond delay="0"/>
                            </p:stCondLst>
                            <p:childTnLst>
                              <p:par>
                                <p:cTn id="72" presetID="10" presetClass="entr" presetSubtype="0" fill="hold" grpId="0" nodeType="afterEffect">
                                  <p:stCondLst>
                                    <p:cond delay="0"/>
                                  </p:stCondLst>
                                  <p:childTnLst>
                                    <p:set>
                                      <p:cBhvr>
                                        <p:cTn id="73" dur="1" fill="hold">
                                          <p:stCondLst>
                                            <p:cond delay="0"/>
                                          </p:stCondLst>
                                        </p:cTn>
                                        <p:tgtEl>
                                          <p:spTgt spid="20"/>
                                        </p:tgtEl>
                                        <p:attrNameLst>
                                          <p:attrName>style.visibility</p:attrName>
                                        </p:attrNameLst>
                                      </p:cBhvr>
                                      <p:to>
                                        <p:strVal val="visible"/>
                                      </p:to>
                                    </p:set>
                                    <p:animEffect transition="in" filter="fade">
                                      <p:cBhvr>
                                        <p:cTn id="74" dur="550"/>
                                        <p:tgtEl>
                                          <p:spTgt spid="20"/>
                                        </p:tgtEl>
                                      </p:cBhvr>
                                    </p:animEffect>
                                  </p:childTnLst>
                                </p:cTn>
                              </p:par>
                            </p:childTnLst>
                          </p:cTn>
                        </p:par>
                        <p:par>
                          <p:cTn id="75" fill="hold">
                            <p:stCondLst>
                              <p:cond delay="0"/>
                            </p:stCondLst>
                            <p:childTnLst>
                              <p:par>
                                <p:cTn id="76" presetID="10" presetClass="entr" presetSubtype="0" fill="hold" grpId="0" nodeType="afterEffect">
                                  <p:stCondLst>
                                    <p:cond delay="0"/>
                                  </p:stCondLst>
                                  <p:childTnLst>
                                    <p:set>
                                      <p:cBhvr>
                                        <p:cTn id="77" dur="1" fill="hold">
                                          <p:stCondLst>
                                            <p:cond delay="0"/>
                                          </p:stCondLst>
                                        </p:cTn>
                                        <p:tgtEl>
                                          <p:spTgt spid="21"/>
                                        </p:tgtEl>
                                        <p:attrNameLst>
                                          <p:attrName>style.visibility</p:attrName>
                                        </p:attrNameLst>
                                      </p:cBhvr>
                                      <p:to>
                                        <p:strVal val="visible"/>
                                      </p:to>
                                    </p:set>
                                    <p:animEffect transition="in" filter="fade">
                                      <p:cBhvr>
                                        <p:cTn id="78" dur="550"/>
                                        <p:tgtEl>
                                          <p:spTgt spid="21"/>
                                        </p:tgtEl>
                                      </p:cBhvr>
                                    </p:animEffect>
                                  </p:childTnLst>
                                </p:cTn>
                              </p:par>
                            </p:childTnLst>
                          </p:cTn>
                        </p:par>
                        <p:par>
                          <p:cTn id="79" fill="hold">
                            <p:stCondLst>
                              <p:cond delay="0"/>
                            </p:stCondLst>
                            <p:childTnLst>
                              <p:par>
                                <p:cTn id="80" presetID="10" presetClass="entr" presetSubtype="0" fill="hold" grpId="0" nodeType="afterEffect">
                                  <p:stCondLst>
                                    <p:cond delay="0"/>
                                  </p:stCondLst>
                                  <p:childTnLst>
                                    <p:set>
                                      <p:cBhvr>
                                        <p:cTn id="81" dur="1" fill="hold">
                                          <p:stCondLst>
                                            <p:cond delay="0"/>
                                          </p:stCondLst>
                                        </p:cTn>
                                        <p:tgtEl>
                                          <p:spTgt spid="22"/>
                                        </p:tgtEl>
                                        <p:attrNameLst>
                                          <p:attrName>style.visibility</p:attrName>
                                        </p:attrNameLst>
                                      </p:cBhvr>
                                      <p:to>
                                        <p:strVal val="visible"/>
                                      </p:to>
                                    </p:set>
                                    <p:animEffect transition="in" filter="fade">
                                      <p:cBhvr>
                                        <p:cTn id="82" dur="550"/>
                                        <p:tgtEl>
                                          <p:spTgt spid="22"/>
                                        </p:tgtEl>
                                      </p:cBhvr>
                                    </p:animEffect>
                                  </p:childTnLst>
                                </p:cTn>
                              </p:par>
                            </p:childTnLst>
                          </p:cTn>
                        </p:par>
                        <p:par>
                          <p:cTn id="83" fill="hold">
                            <p:stCondLst>
                              <p:cond delay="0"/>
                            </p:stCondLst>
                            <p:childTnLst>
                              <p:par>
                                <p:cTn id="84" presetID="10" presetClass="entr" presetSubtype="0" fill="hold" grpId="0" nodeType="afterEffect">
                                  <p:stCondLst>
                                    <p:cond delay="0"/>
                                  </p:stCondLst>
                                  <p:childTnLst>
                                    <p:set>
                                      <p:cBhvr>
                                        <p:cTn id="85" dur="1" fill="hold">
                                          <p:stCondLst>
                                            <p:cond delay="0"/>
                                          </p:stCondLst>
                                        </p:cTn>
                                        <p:tgtEl>
                                          <p:spTgt spid="23"/>
                                        </p:tgtEl>
                                        <p:attrNameLst>
                                          <p:attrName>style.visibility</p:attrName>
                                        </p:attrNameLst>
                                      </p:cBhvr>
                                      <p:to>
                                        <p:strVal val="visible"/>
                                      </p:to>
                                    </p:set>
                                    <p:animEffect transition="in" filter="fade">
                                      <p:cBhvr>
                                        <p:cTn id="86" dur="550"/>
                                        <p:tgtEl>
                                          <p:spTgt spid="23"/>
                                        </p:tgtEl>
                                      </p:cBhvr>
                                    </p:animEffect>
                                  </p:childTnLst>
                                </p:cTn>
                              </p:par>
                            </p:childTnLst>
                          </p:cTn>
                        </p:par>
                        <p:par>
                          <p:cTn id="87" fill="hold">
                            <p:stCondLst>
                              <p:cond delay="0"/>
                            </p:stCondLst>
                            <p:childTnLst>
                              <p:par>
                                <p:cTn id="88" presetID="10" presetClass="entr" presetSubtype="0" fill="hold" grpId="0" nodeType="afterEffect">
                                  <p:stCondLst>
                                    <p:cond delay="0"/>
                                  </p:stCondLst>
                                  <p:childTnLst>
                                    <p:set>
                                      <p:cBhvr>
                                        <p:cTn id="89" dur="1" fill="hold">
                                          <p:stCondLst>
                                            <p:cond delay="0"/>
                                          </p:stCondLst>
                                        </p:cTn>
                                        <p:tgtEl>
                                          <p:spTgt spid="24"/>
                                        </p:tgtEl>
                                        <p:attrNameLst>
                                          <p:attrName>style.visibility</p:attrName>
                                        </p:attrNameLst>
                                      </p:cBhvr>
                                      <p:to>
                                        <p:strVal val="visible"/>
                                      </p:to>
                                    </p:set>
                                    <p:animEffect transition="in" filter="fade">
                                      <p:cBhvr>
                                        <p:cTn id="90" dur="550"/>
                                        <p:tgtEl>
                                          <p:spTgt spid="24"/>
                                        </p:tgtEl>
                                      </p:cBhvr>
                                    </p:animEffect>
                                  </p:childTnLst>
                                </p:cTn>
                              </p:par>
                            </p:childTnLst>
                          </p:cTn>
                        </p:par>
                        <p:par>
                          <p:cTn id="91" fill="hold">
                            <p:stCondLst>
                              <p:cond delay="0"/>
                            </p:stCondLst>
                            <p:childTnLst>
                              <p:par>
                                <p:cTn id="92" presetID="10" presetClass="entr" presetSubtype="0" fill="hold" grpId="0" nodeType="afterEffect">
                                  <p:stCondLst>
                                    <p:cond delay="0"/>
                                  </p:stCondLst>
                                  <p:childTnLst>
                                    <p:set>
                                      <p:cBhvr>
                                        <p:cTn id="93" dur="1" fill="hold">
                                          <p:stCondLst>
                                            <p:cond delay="0"/>
                                          </p:stCondLst>
                                        </p:cTn>
                                        <p:tgtEl>
                                          <p:spTgt spid="25"/>
                                        </p:tgtEl>
                                        <p:attrNameLst>
                                          <p:attrName>style.visibility</p:attrName>
                                        </p:attrNameLst>
                                      </p:cBhvr>
                                      <p:to>
                                        <p:strVal val="visible"/>
                                      </p:to>
                                    </p:set>
                                    <p:animEffect transition="in" filter="fade">
                                      <p:cBhvr>
                                        <p:cTn id="94" dur="550"/>
                                        <p:tgtEl>
                                          <p:spTgt spid="25"/>
                                        </p:tgtEl>
                                      </p:cBhvr>
                                    </p:animEffect>
                                  </p:childTnLst>
                                </p:cTn>
                              </p:par>
                            </p:childTnLst>
                          </p:cTn>
                        </p:par>
                        <p:par>
                          <p:cTn id="95" fill="hold">
                            <p:stCondLst>
                              <p:cond delay="0"/>
                            </p:stCondLst>
                            <p:childTnLst>
                              <p:par>
                                <p:cTn id="96" presetID="10" presetClass="entr" presetSubtype="0" fill="hold" grpId="0" nodeType="afterEffect">
                                  <p:stCondLst>
                                    <p:cond delay="0"/>
                                  </p:stCondLst>
                                  <p:childTnLst>
                                    <p:set>
                                      <p:cBhvr>
                                        <p:cTn id="97" dur="1" fill="hold">
                                          <p:stCondLst>
                                            <p:cond delay="0"/>
                                          </p:stCondLst>
                                        </p:cTn>
                                        <p:tgtEl>
                                          <p:spTgt spid="26"/>
                                        </p:tgtEl>
                                        <p:attrNameLst>
                                          <p:attrName>style.visibility</p:attrName>
                                        </p:attrNameLst>
                                      </p:cBhvr>
                                      <p:to>
                                        <p:strVal val="visible"/>
                                      </p:to>
                                    </p:set>
                                    <p:animEffect transition="in" filter="fade">
                                      <p:cBhvr>
                                        <p:cTn id="98" dur="550"/>
                                        <p:tgtEl>
                                          <p:spTgt spid="26"/>
                                        </p:tgtEl>
                                      </p:cBhvr>
                                    </p:animEffect>
                                  </p:childTnLst>
                                </p:cTn>
                              </p:par>
                            </p:childTnLst>
                          </p:cTn>
                        </p:par>
                        <p:par>
                          <p:cTn id="99" fill="hold">
                            <p:stCondLst>
                              <p:cond delay="0"/>
                            </p:stCondLst>
                            <p:childTnLst>
                              <p:par>
                                <p:cTn id="100" presetID="10" presetClass="entr" presetSubtype="0" fill="hold" grpId="0" nodeType="afterEffect">
                                  <p:stCondLst>
                                    <p:cond delay="0"/>
                                  </p:stCondLst>
                                  <p:childTnLst>
                                    <p:set>
                                      <p:cBhvr>
                                        <p:cTn id="101" dur="1" fill="hold">
                                          <p:stCondLst>
                                            <p:cond delay="0"/>
                                          </p:stCondLst>
                                        </p:cTn>
                                        <p:tgtEl>
                                          <p:spTgt spid="27"/>
                                        </p:tgtEl>
                                        <p:attrNameLst>
                                          <p:attrName>style.visibility</p:attrName>
                                        </p:attrNameLst>
                                      </p:cBhvr>
                                      <p:to>
                                        <p:strVal val="visible"/>
                                      </p:to>
                                    </p:set>
                                    <p:animEffect transition="in" filter="fade">
                                      <p:cBhvr>
                                        <p:cTn id="102" dur="550"/>
                                        <p:tgtEl>
                                          <p:spTgt spid="27"/>
                                        </p:tgtEl>
                                      </p:cBhvr>
                                    </p:animEffect>
                                  </p:childTnLst>
                                </p:cTn>
                              </p:par>
                            </p:childTnLst>
                          </p:cTn>
                        </p:par>
                        <p:par>
                          <p:cTn id="103" fill="hold">
                            <p:stCondLst>
                              <p:cond delay="0"/>
                            </p:stCondLst>
                            <p:childTnLst>
                              <p:par>
                                <p:cTn id="104" presetID="10" presetClass="entr" presetSubtype="0" fill="hold" grpId="0" nodeType="afterEffect">
                                  <p:stCondLst>
                                    <p:cond delay="0"/>
                                  </p:stCondLst>
                                  <p:childTnLst>
                                    <p:set>
                                      <p:cBhvr>
                                        <p:cTn id="105" dur="1" fill="hold">
                                          <p:stCondLst>
                                            <p:cond delay="0"/>
                                          </p:stCondLst>
                                        </p:cTn>
                                        <p:tgtEl>
                                          <p:spTgt spid="28"/>
                                        </p:tgtEl>
                                        <p:attrNameLst>
                                          <p:attrName>style.visibility</p:attrName>
                                        </p:attrNameLst>
                                      </p:cBhvr>
                                      <p:to>
                                        <p:strVal val="visible"/>
                                      </p:to>
                                    </p:set>
                                    <p:animEffect transition="in" filter="fade">
                                      <p:cBhvr>
                                        <p:cTn id="106" dur="550"/>
                                        <p:tgtEl>
                                          <p:spTgt spid="28"/>
                                        </p:tgtEl>
                                      </p:cBhvr>
                                    </p:animEffect>
                                  </p:childTnLst>
                                </p:cTn>
                              </p:par>
                            </p:childTnLst>
                          </p:cTn>
                        </p:par>
                        <p:par>
                          <p:cTn id="107" fill="hold">
                            <p:stCondLst>
                              <p:cond delay="0"/>
                            </p:stCondLst>
                            <p:childTnLst>
                              <p:par>
                                <p:cTn id="108" presetID="10" presetClass="entr" presetSubtype="0" fill="hold" grpId="0" nodeType="afterEffect">
                                  <p:stCondLst>
                                    <p:cond delay="0"/>
                                  </p:stCondLst>
                                  <p:childTnLst>
                                    <p:set>
                                      <p:cBhvr>
                                        <p:cTn id="109" dur="1" fill="hold">
                                          <p:stCondLst>
                                            <p:cond delay="0"/>
                                          </p:stCondLst>
                                        </p:cTn>
                                        <p:tgtEl>
                                          <p:spTgt spid="29"/>
                                        </p:tgtEl>
                                        <p:attrNameLst>
                                          <p:attrName>style.visibility</p:attrName>
                                        </p:attrNameLst>
                                      </p:cBhvr>
                                      <p:to>
                                        <p:strVal val="visible"/>
                                      </p:to>
                                    </p:set>
                                    <p:animEffect transition="in" filter="fade">
                                      <p:cBhvr>
                                        <p:cTn id="110" dur="550"/>
                                        <p:tgtEl>
                                          <p:spTgt spid="29"/>
                                        </p:tgtEl>
                                      </p:cBhvr>
                                    </p:animEffect>
                                  </p:childTnLst>
                                </p:cTn>
                              </p:par>
                            </p:childTnLst>
                          </p:cTn>
                        </p:par>
                        <p:par>
                          <p:cTn id="111" fill="hold">
                            <p:stCondLst>
                              <p:cond delay="0"/>
                            </p:stCondLst>
                            <p:childTnLst>
                              <p:par>
                                <p:cTn id="112" presetID="10" presetClass="entr" presetSubtype="0" fill="hold" grpId="0" nodeType="afterEffect">
                                  <p:stCondLst>
                                    <p:cond delay="0"/>
                                  </p:stCondLst>
                                  <p:childTnLst>
                                    <p:set>
                                      <p:cBhvr>
                                        <p:cTn id="113" dur="1" fill="hold">
                                          <p:stCondLst>
                                            <p:cond delay="0"/>
                                          </p:stCondLst>
                                        </p:cTn>
                                        <p:tgtEl>
                                          <p:spTgt spid="30"/>
                                        </p:tgtEl>
                                        <p:attrNameLst>
                                          <p:attrName>style.visibility</p:attrName>
                                        </p:attrNameLst>
                                      </p:cBhvr>
                                      <p:to>
                                        <p:strVal val="visible"/>
                                      </p:to>
                                    </p:set>
                                    <p:animEffect transition="in" filter="fade">
                                      <p:cBhvr>
                                        <p:cTn id="114" dur="550"/>
                                        <p:tgtEl>
                                          <p:spTgt spid="30"/>
                                        </p:tgtEl>
                                      </p:cBhvr>
                                    </p:animEffect>
                                  </p:childTnLst>
                                </p:cTn>
                              </p:par>
                            </p:childTnLst>
                          </p:cTn>
                        </p:par>
                        <p:par>
                          <p:cTn id="115" fill="hold">
                            <p:stCondLst>
                              <p:cond delay="0"/>
                            </p:stCondLst>
                            <p:childTnLst>
                              <p:par>
                                <p:cTn id="116" presetID="10" presetClass="entr" presetSubtype="0" fill="hold" grpId="0" nodeType="afterEffect">
                                  <p:stCondLst>
                                    <p:cond delay="0"/>
                                  </p:stCondLst>
                                  <p:childTnLst>
                                    <p:set>
                                      <p:cBhvr>
                                        <p:cTn id="117" dur="1" fill="hold">
                                          <p:stCondLst>
                                            <p:cond delay="0"/>
                                          </p:stCondLst>
                                        </p:cTn>
                                        <p:tgtEl>
                                          <p:spTgt spid="31"/>
                                        </p:tgtEl>
                                        <p:attrNameLst>
                                          <p:attrName>style.visibility</p:attrName>
                                        </p:attrNameLst>
                                      </p:cBhvr>
                                      <p:to>
                                        <p:strVal val="visible"/>
                                      </p:to>
                                    </p:set>
                                    <p:animEffect transition="in" filter="fade">
                                      <p:cBhvr>
                                        <p:cTn id="118" dur="550"/>
                                        <p:tgtEl>
                                          <p:spTgt spid="31"/>
                                        </p:tgtEl>
                                      </p:cBhvr>
                                    </p:animEffect>
                                  </p:childTnLst>
                                </p:cTn>
                              </p:par>
                            </p:childTnLst>
                          </p:cTn>
                        </p:par>
                        <p:par>
                          <p:cTn id="119" fill="hold">
                            <p:stCondLst>
                              <p:cond delay="0"/>
                            </p:stCondLst>
                            <p:childTnLst>
                              <p:par>
                                <p:cTn id="120" presetID="10" presetClass="entr" presetSubtype="0" fill="hold" grpId="0" nodeType="afterEffect">
                                  <p:stCondLst>
                                    <p:cond delay="0"/>
                                  </p:stCondLst>
                                  <p:childTnLst>
                                    <p:set>
                                      <p:cBhvr>
                                        <p:cTn id="121" dur="1" fill="hold">
                                          <p:stCondLst>
                                            <p:cond delay="0"/>
                                          </p:stCondLst>
                                        </p:cTn>
                                        <p:tgtEl>
                                          <p:spTgt spid="32"/>
                                        </p:tgtEl>
                                        <p:attrNameLst>
                                          <p:attrName>style.visibility</p:attrName>
                                        </p:attrNameLst>
                                      </p:cBhvr>
                                      <p:to>
                                        <p:strVal val="visible"/>
                                      </p:to>
                                    </p:set>
                                    <p:animEffect transition="in" filter="fade">
                                      <p:cBhvr>
                                        <p:cTn id="122" dur="550"/>
                                        <p:tgtEl>
                                          <p:spTgt spid="32"/>
                                        </p:tgtEl>
                                      </p:cBhvr>
                                    </p:animEffect>
                                  </p:childTnLst>
                                </p:cTn>
                              </p:par>
                            </p:childTnLst>
                          </p:cTn>
                        </p:par>
                        <p:par>
                          <p:cTn id="123" fill="hold">
                            <p:stCondLst>
                              <p:cond delay="0"/>
                            </p:stCondLst>
                            <p:childTnLst>
                              <p:par>
                                <p:cTn id="124" presetID="10" presetClass="entr" presetSubtype="0" fill="hold" grpId="0" nodeType="afterEffect">
                                  <p:stCondLst>
                                    <p:cond delay="0"/>
                                  </p:stCondLst>
                                  <p:childTnLst>
                                    <p:set>
                                      <p:cBhvr>
                                        <p:cTn id="125" dur="1" fill="hold">
                                          <p:stCondLst>
                                            <p:cond delay="0"/>
                                          </p:stCondLst>
                                        </p:cTn>
                                        <p:tgtEl>
                                          <p:spTgt spid="33"/>
                                        </p:tgtEl>
                                        <p:attrNameLst>
                                          <p:attrName>style.visibility</p:attrName>
                                        </p:attrNameLst>
                                      </p:cBhvr>
                                      <p:to>
                                        <p:strVal val="visible"/>
                                      </p:to>
                                    </p:set>
                                    <p:animEffect transition="in" filter="fade">
                                      <p:cBhvr>
                                        <p:cTn id="126" dur="550"/>
                                        <p:tgtEl>
                                          <p:spTgt spid="33"/>
                                        </p:tgtEl>
                                      </p:cBhvr>
                                    </p:animEffect>
                                  </p:childTnLst>
                                </p:cTn>
                              </p:par>
                            </p:childTnLst>
                          </p:cTn>
                        </p:par>
                        <p:par>
                          <p:cTn id="127" fill="hold">
                            <p:stCondLst>
                              <p:cond delay="0"/>
                            </p:stCondLst>
                            <p:childTnLst>
                              <p:par>
                                <p:cTn id="128" presetID="10" presetClass="entr" presetSubtype="0" fill="hold" grpId="0" nodeType="afterEffect">
                                  <p:stCondLst>
                                    <p:cond delay="0"/>
                                  </p:stCondLst>
                                  <p:childTnLst>
                                    <p:set>
                                      <p:cBhvr>
                                        <p:cTn id="129" dur="1" fill="hold">
                                          <p:stCondLst>
                                            <p:cond delay="0"/>
                                          </p:stCondLst>
                                        </p:cTn>
                                        <p:tgtEl>
                                          <p:spTgt spid="34"/>
                                        </p:tgtEl>
                                        <p:attrNameLst>
                                          <p:attrName>style.visibility</p:attrName>
                                        </p:attrNameLst>
                                      </p:cBhvr>
                                      <p:to>
                                        <p:strVal val="visible"/>
                                      </p:to>
                                    </p:set>
                                    <p:animEffect transition="in" filter="fade">
                                      <p:cBhvr>
                                        <p:cTn id="130" dur="550"/>
                                        <p:tgtEl>
                                          <p:spTgt spid="34"/>
                                        </p:tgtEl>
                                      </p:cBhvr>
                                    </p:animEffect>
                                  </p:childTnLst>
                                </p:cTn>
                              </p:par>
                            </p:childTnLst>
                          </p:cTn>
                        </p:par>
                        <p:par>
                          <p:cTn id="131" fill="hold">
                            <p:stCondLst>
                              <p:cond delay="0"/>
                            </p:stCondLst>
                            <p:childTnLst>
                              <p:par>
                                <p:cTn id="132" presetID="10" presetClass="entr" presetSubtype="0" fill="hold" grpId="0" nodeType="afterEffect">
                                  <p:stCondLst>
                                    <p:cond delay="0"/>
                                  </p:stCondLst>
                                  <p:childTnLst>
                                    <p:set>
                                      <p:cBhvr>
                                        <p:cTn id="133" dur="1" fill="hold">
                                          <p:stCondLst>
                                            <p:cond delay="0"/>
                                          </p:stCondLst>
                                        </p:cTn>
                                        <p:tgtEl>
                                          <p:spTgt spid="35"/>
                                        </p:tgtEl>
                                        <p:attrNameLst>
                                          <p:attrName>style.visibility</p:attrName>
                                        </p:attrNameLst>
                                      </p:cBhvr>
                                      <p:to>
                                        <p:strVal val="visible"/>
                                      </p:to>
                                    </p:set>
                                    <p:animEffect transition="in" filter="fade">
                                      <p:cBhvr>
                                        <p:cTn id="134" dur="550"/>
                                        <p:tgtEl>
                                          <p:spTgt spid="35"/>
                                        </p:tgtEl>
                                      </p:cBhvr>
                                    </p:animEffect>
                                  </p:childTnLst>
                                </p:cTn>
                              </p:par>
                            </p:childTnLst>
                          </p:cTn>
                        </p:par>
                        <p:par>
                          <p:cTn id="135" fill="hold">
                            <p:stCondLst>
                              <p:cond delay="0"/>
                            </p:stCondLst>
                            <p:childTnLst>
                              <p:par>
                                <p:cTn id="136" presetID="10" presetClass="entr" presetSubtype="0" fill="hold" grpId="0" nodeType="afterEffect">
                                  <p:stCondLst>
                                    <p:cond delay="0"/>
                                  </p:stCondLst>
                                  <p:childTnLst>
                                    <p:set>
                                      <p:cBhvr>
                                        <p:cTn id="137" dur="1" fill="hold">
                                          <p:stCondLst>
                                            <p:cond delay="0"/>
                                          </p:stCondLst>
                                        </p:cTn>
                                        <p:tgtEl>
                                          <p:spTgt spid="36"/>
                                        </p:tgtEl>
                                        <p:attrNameLst>
                                          <p:attrName>style.visibility</p:attrName>
                                        </p:attrNameLst>
                                      </p:cBhvr>
                                      <p:to>
                                        <p:strVal val="visible"/>
                                      </p:to>
                                    </p:set>
                                    <p:animEffect transition="in" filter="fade">
                                      <p:cBhvr>
                                        <p:cTn id="138" dur="550"/>
                                        <p:tgtEl>
                                          <p:spTgt spid="36"/>
                                        </p:tgtEl>
                                      </p:cBhvr>
                                    </p:animEffect>
                                  </p:childTnLst>
                                </p:cTn>
                              </p:par>
                            </p:childTnLst>
                          </p:cTn>
                        </p:par>
                        <p:par>
                          <p:cTn id="139" fill="hold">
                            <p:stCondLst>
                              <p:cond delay="0"/>
                            </p:stCondLst>
                            <p:childTnLst>
                              <p:par>
                                <p:cTn id="140" presetID="10" presetClass="entr" presetSubtype="0" fill="hold" grpId="0" nodeType="afterEffect">
                                  <p:stCondLst>
                                    <p:cond delay="0"/>
                                  </p:stCondLst>
                                  <p:childTnLst>
                                    <p:set>
                                      <p:cBhvr>
                                        <p:cTn id="141" dur="1" fill="hold">
                                          <p:stCondLst>
                                            <p:cond delay="0"/>
                                          </p:stCondLst>
                                        </p:cTn>
                                        <p:tgtEl>
                                          <p:spTgt spid="37"/>
                                        </p:tgtEl>
                                        <p:attrNameLst>
                                          <p:attrName>style.visibility</p:attrName>
                                        </p:attrNameLst>
                                      </p:cBhvr>
                                      <p:to>
                                        <p:strVal val="visible"/>
                                      </p:to>
                                    </p:set>
                                    <p:animEffect transition="in" filter="fade">
                                      <p:cBhvr>
                                        <p:cTn id="142" dur="550"/>
                                        <p:tgtEl>
                                          <p:spTgt spid="37"/>
                                        </p:tgtEl>
                                      </p:cBhvr>
                                    </p:animEffect>
                                  </p:childTnLst>
                                </p:cTn>
                              </p:par>
                            </p:childTnLst>
                          </p:cTn>
                        </p:par>
                        <p:par>
                          <p:cTn id="143" fill="hold">
                            <p:stCondLst>
                              <p:cond delay="0"/>
                            </p:stCondLst>
                            <p:childTnLst>
                              <p:par>
                                <p:cTn id="144" presetID="10" presetClass="entr" presetSubtype="0" fill="hold" grpId="0" nodeType="afterEffect">
                                  <p:stCondLst>
                                    <p:cond delay="0"/>
                                  </p:stCondLst>
                                  <p:childTnLst>
                                    <p:set>
                                      <p:cBhvr>
                                        <p:cTn id="145" dur="1" fill="hold">
                                          <p:stCondLst>
                                            <p:cond delay="0"/>
                                          </p:stCondLst>
                                        </p:cTn>
                                        <p:tgtEl>
                                          <p:spTgt spid="38"/>
                                        </p:tgtEl>
                                        <p:attrNameLst>
                                          <p:attrName>style.visibility</p:attrName>
                                        </p:attrNameLst>
                                      </p:cBhvr>
                                      <p:to>
                                        <p:strVal val="visible"/>
                                      </p:to>
                                    </p:set>
                                    <p:animEffect transition="in" filter="fade">
                                      <p:cBhvr>
                                        <p:cTn id="146" dur="550"/>
                                        <p:tgtEl>
                                          <p:spTgt spid="38"/>
                                        </p:tgtEl>
                                      </p:cBhvr>
                                    </p:animEffect>
                                  </p:childTnLst>
                                </p:cTn>
                              </p:par>
                            </p:childTnLst>
                          </p:cTn>
                        </p:par>
                        <p:par>
                          <p:cTn id="147" fill="hold">
                            <p:stCondLst>
                              <p:cond delay="0"/>
                            </p:stCondLst>
                            <p:childTnLst>
                              <p:par>
                                <p:cTn id="148" presetID="10" presetClass="entr" presetSubtype="0" fill="hold" grpId="0" nodeType="afterEffect">
                                  <p:stCondLst>
                                    <p:cond delay="0"/>
                                  </p:stCondLst>
                                  <p:childTnLst>
                                    <p:set>
                                      <p:cBhvr>
                                        <p:cTn id="149" dur="1" fill="hold">
                                          <p:stCondLst>
                                            <p:cond delay="0"/>
                                          </p:stCondLst>
                                        </p:cTn>
                                        <p:tgtEl>
                                          <p:spTgt spid="39"/>
                                        </p:tgtEl>
                                        <p:attrNameLst>
                                          <p:attrName>style.visibility</p:attrName>
                                        </p:attrNameLst>
                                      </p:cBhvr>
                                      <p:to>
                                        <p:strVal val="visible"/>
                                      </p:to>
                                    </p:set>
                                    <p:animEffect transition="in" filter="fade">
                                      <p:cBhvr>
                                        <p:cTn id="150" dur="550"/>
                                        <p:tgtEl>
                                          <p:spTgt spid="39"/>
                                        </p:tgtEl>
                                      </p:cBhvr>
                                    </p:animEffect>
                                  </p:childTnLst>
                                </p:cTn>
                              </p:par>
                            </p:childTnLst>
                          </p:cTn>
                        </p:par>
                        <p:par>
                          <p:cTn id="151" fill="hold">
                            <p:stCondLst>
                              <p:cond delay="150"/>
                            </p:stCondLst>
                            <p:childTnLst>
                              <p:par>
                                <p:cTn id="152" presetID="53" presetClass="entr" presetSubtype="16" fill="hold" grpId="0" nodeType="afterEffect">
                                  <p:stCondLst>
                                    <p:cond delay="0"/>
                                  </p:stCondLst>
                                  <p:childTnLst>
                                    <p:set>
                                      <p:cBhvr>
                                        <p:cTn id="153" dur="1" fill="hold">
                                          <p:stCondLst>
                                            <p:cond delay="0"/>
                                          </p:stCondLst>
                                        </p:cTn>
                                        <p:tgtEl>
                                          <p:spTgt spid="40"/>
                                        </p:tgtEl>
                                        <p:attrNameLst>
                                          <p:attrName>style.visibility</p:attrName>
                                        </p:attrNameLst>
                                      </p:cBhvr>
                                      <p:to>
                                        <p:strVal val="visible"/>
                                      </p:to>
                                    </p:set>
                                    <p:animEffect transition="in" filter="fade">
                                      <p:cBhvr>
                                        <p:cTn id="154" dur="550"/>
                                        <p:tgtEl>
                                          <p:spTgt spid="40"/>
                                        </p:tgtEl>
                                      </p:cBhvr>
                                    </p:animEffect>
                                    <p:anim calcmode="lin" valueType="num">
                                      <p:cBhvr additive="base">
                                        <p:cTn id="155" dur="550" fill="hold"/>
                                        <p:tgtEl>
                                          <p:spTgt spid="40"/>
                                        </p:tgtEl>
                                        <p:attrNameLst>
                                          <p:attrName>ppt_w</p:attrName>
                                        </p:attrNameLst>
                                      </p:cBhvr>
                                      <p:tavLst>
                                        <p:tav tm="0">
                                          <p:val>
                                            <p:strVal val="0"/>
                                          </p:val>
                                        </p:tav>
                                        <p:tav tm="100000">
                                          <p:val>
                                            <p:strVal val="#ppt_w"/>
                                          </p:val>
                                        </p:tav>
                                      </p:tavLst>
                                    </p:anim>
                                    <p:anim calcmode="lin" valueType="num">
                                      <p:cBhvr additive="base">
                                        <p:cTn id="156" dur="550" fill="hold"/>
                                        <p:tgtEl>
                                          <p:spTgt spid="40"/>
                                        </p:tgtEl>
                                        <p:attrNameLst>
                                          <p:attrName>ppt_h</p:attrName>
                                        </p:attrNameLst>
                                      </p:cBhvr>
                                      <p:tavLst>
                                        <p:tav tm="0">
                                          <p:val>
                                            <p:strVal val="0"/>
                                          </p:val>
                                        </p:tav>
                                        <p:tav tm="100000">
                                          <p:val>
                                            <p:strVal val="#ppt_h"/>
                                          </p:val>
                                        </p:tav>
                                      </p:tavLst>
                                    </p:anim>
                                  </p:childTnLst>
                                </p:cTn>
                              </p:par>
                            </p:childTnLst>
                          </p:cTn>
                        </p:par>
                        <p:par>
                          <p:cTn id="157" fill="hold">
                            <p:stCondLst>
                              <p:cond delay="150"/>
                            </p:stCondLst>
                            <p:childTnLst>
                              <p:par>
                                <p:cTn id="158" presetID="53" presetClass="entr" presetSubtype="16" fill="hold" grpId="0" nodeType="afterEffect">
                                  <p:stCondLst>
                                    <p:cond delay="0"/>
                                  </p:stCondLst>
                                  <p:childTnLst>
                                    <p:set>
                                      <p:cBhvr>
                                        <p:cTn id="159" dur="1" fill="hold">
                                          <p:stCondLst>
                                            <p:cond delay="0"/>
                                          </p:stCondLst>
                                        </p:cTn>
                                        <p:tgtEl>
                                          <p:spTgt spid="41"/>
                                        </p:tgtEl>
                                        <p:attrNameLst>
                                          <p:attrName>style.visibility</p:attrName>
                                        </p:attrNameLst>
                                      </p:cBhvr>
                                      <p:to>
                                        <p:strVal val="visible"/>
                                      </p:to>
                                    </p:set>
                                    <p:animEffect transition="in" filter="fade">
                                      <p:cBhvr>
                                        <p:cTn id="160" dur="550"/>
                                        <p:tgtEl>
                                          <p:spTgt spid="41"/>
                                        </p:tgtEl>
                                      </p:cBhvr>
                                    </p:animEffect>
                                    <p:anim calcmode="lin" valueType="num">
                                      <p:cBhvr additive="base">
                                        <p:cTn id="161" dur="550" fill="hold"/>
                                        <p:tgtEl>
                                          <p:spTgt spid="41"/>
                                        </p:tgtEl>
                                        <p:attrNameLst>
                                          <p:attrName>ppt_w</p:attrName>
                                        </p:attrNameLst>
                                      </p:cBhvr>
                                      <p:tavLst>
                                        <p:tav tm="0">
                                          <p:val>
                                            <p:strVal val="0"/>
                                          </p:val>
                                        </p:tav>
                                        <p:tav tm="100000">
                                          <p:val>
                                            <p:strVal val="#ppt_w"/>
                                          </p:val>
                                        </p:tav>
                                      </p:tavLst>
                                    </p:anim>
                                    <p:anim calcmode="lin" valueType="num">
                                      <p:cBhvr additive="base">
                                        <p:cTn id="162" dur="550" fill="hold"/>
                                        <p:tgtEl>
                                          <p:spTgt spid="41"/>
                                        </p:tgtEl>
                                        <p:attrNameLst>
                                          <p:attrName>ppt_h</p:attrName>
                                        </p:attrNameLst>
                                      </p:cBhvr>
                                      <p:tavLst>
                                        <p:tav tm="0">
                                          <p:val>
                                            <p:strVal val="0"/>
                                          </p:val>
                                        </p:tav>
                                        <p:tav tm="100000">
                                          <p:val>
                                            <p:strVal val="#ppt_h"/>
                                          </p:val>
                                        </p:tav>
                                      </p:tavLst>
                                    </p:anim>
                                  </p:childTnLst>
                                </p:cTn>
                              </p:par>
                            </p:childTnLst>
                          </p:cTn>
                        </p:par>
                        <p:par>
                          <p:cTn id="163" fill="hold">
                            <p:stCondLst>
                              <p:cond delay="150"/>
                            </p:stCondLst>
                            <p:childTnLst>
                              <p:par>
                                <p:cTn id="164" presetID="10" presetClass="entr" presetSubtype="0" fill="hold" grpId="0" nodeType="afterEffect">
                                  <p:stCondLst>
                                    <p:cond delay="0"/>
                                  </p:stCondLst>
                                  <p:childTnLst>
                                    <p:set>
                                      <p:cBhvr>
                                        <p:cTn id="165" dur="1" fill="hold">
                                          <p:stCondLst>
                                            <p:cond delay="0"/>
                                          </p:stCondLst>
                                        </p:cTn>
                                        <p:tgtEl>
                                          <p:spTgt spid="42"/>
                                        </p:tgtEl>
                                        <p:attrNameLst>
                                          <p:attrName>style.visibility</p:attrName>
                                        </p:attrNameLst>
                                      </p:cBhvr>
                                      <p:to>
                                        <p:strVal val="visible"/>
                                      </p:to>
                                    </p:set>
                                    <p:animEffect transition="in" filter="fade">
                                      <p:cBhvr>
                                        <p:cTn id="166" dur="550"/>
                                        <p:tgtEl>
                                          <p:spTgt spid="42"/>
                                        </p:tgtEl>
                                      </p:cBhvr>
                                    </p:animEffect>
                                  </p:childTnLst>
                                </p:cTn>
                              </p:par>
                            </p:childTnLst>
                          </p:cTn>
                        </p:par>
                        <p:par>
                          <p:cTn id="167" fill="hold">
                            <p:stCondLst>
                              <p:cond delay="350"/>
                            </p:stCondLst>
                            <p:childTnLst>
                              <p:par>
                                <p:cTn id="168" presetID="53" presetClass="entr" presetSubtype="16" fill="hold" grpId="0" nodeType="afterEffect">
                                  <p:stCondLst>
                                    <p:cond delay="0"/>
                                  </p:stCondLst>
                                  <p:childTnLst>
                                    <p:set>
                                      <p:cBhvr>
                                        <p:cTn id="169" dur="1" fill="hold">
                                          <p:stCondLst>
                                            <p:cond delay="0"/>
                                          </p:stCondLst>
                                        </p:cTn>
                                        <p:tgtEl>
                                          <p:spTgt spid="43"/>
                                        </p:tgtEl>
                                        <p:attrNameLst>
                                          <p:attrName>style.visibility</p:attrName>
                                        </p:attrNameLst>
                                      </p:cBhvr>
                                      <p:to>
                                        <p:strVal val="visible"/>
                                      </p:to>
                                    </p:set>
                                    <p:animEffect transition="in" filter="fade">
                                      <p:cBhvr>
                                        <p:cTn id="170" dur="550"/>
                                        <p:tgtEl>
                                          <p:spTgt spid="43"/>
                                        </p:tgtEl>
                                      </p:cBhvr>
                                    </p:animEffect>
                                    <p:anim calcmode="lin" valueType="num">
                                      <p:cBhvr additive="base">
                                        <p:cTn id="171" dur="550" fill="hold"/>
                                        <p:tgtEl>
                                          <p:spTgt spid="43"/>
                                        </p:tgtEl>
                                        <p:attrNameLst>
                                          <p:attrName>ppt_w</p:attrName>
                                        </p:attrNameLst>
                                      </p:cBhvr>
                                      <p:tavLst>
                                        <p:tav tm="0">
                                          <p:val>
                                            <p:strVal val="0"/>
                                          </p:val>
                                        </p:tav>
                                        <p:tav tm="100000">
                                          <p:val>
                                            <p:strVal val="#ppt_w"/>
                                          </p:val>
                                        </p:tav>
                                      </p:tavLst>
                                    </p:anim>
                                    <p:anim calcmode="lin" valueType="num">
                                      <p:cBhvr additive="base">
                                        <p:cTn id="172" dur="550" fill="hold"/>
                                        <p:tgtEl>
                                          <p:spTgt spid="43"/>
                                        </p:tgtEl>
                                        <p:attrNameLst>
                                          <p:attrName>ppt_h</p:attrName>
                                        </p:attrNameLst>
                                      </p:cBhvr>
                                      <p:tavLst>
                                        <p:tav tm="0">
                                          <p:val>
                                            <p:strVal val="0"/>
                                          </p:val>
                                        </p:tav>
                                        <p:tav tm="100000">
                                          <p:val>
                                            <p:strVal val="#ppt_h"/>
                                          </p:val>
                                        </p:tav>
                                      </p:tavLst>
                                    </p:anim>
                                  </p:childTnLst>
                                </p:cTn>
                              </p:par>
                            </p:childTnLst>
                          </p:cTn>
                        </p:par>
                        <p:par>
                          <p:cTn id="173" fill="hold">
                            <p:stCondLst>
                              <p:cond delay="450"/>
                            </p:stCondLst>
                            <p:childTnLst>
                              <p:par>
                                <p:cTn id="174" presetID="10" presetClass="entr" presetSubtype="0" fill="hold" grpId="0" nodeType="afterEffect">
                                  <p:stCondLst>
                                    <p:cond delay="0"/>
                                  </p:stCondLst>
                                  <p:childTnLst>
                                    <p:set>
                                      <p:cBhvr>
                                        <p:cTn id="175" dur="1" fill="hold">
                                          <p:stCondLst>
                                            <p:cond delay="0"/>
                                          </p:stCondLst>
                                        </p:cTn>
                                        <p:tgtEl>
                                          <p:spTgt spid="44"/>
                                        </p:tgtEl>
                                        <p:attrNameLst>
                                          <p:attrName>style.visibility</p:attrName>
                                        </p:attrNameLst>
                                      </p:cBhvr>
                                      <p:to>
                                        <p:strVal val="visible"/>
                                      </p:to>
                                    </p:set>
                                    <p:animEffect transition="in" filter="fade">
                                      <p:cBhvr>
                                        <p:cTn id="176" dur="550"/>
                                        <p:tgtEl>
                                          <p:spTgt spid="44"/>
                                        </p:tgtEl>
                                      </p:cBhvr>
                                    </p:animEffect>
                                  </p:childTnLst>
                                </p:cTn>
                              </p:par>
                            </p:childTnLst>
                          </p:cTn>
                        </p:par>
                        <p:par>
                          <p:cTn id="177" fill="hold">
                            <p:stCondLst>
                              <p:cond delay="550"/>
                            </p:stCondLst>
                            <p:childTnLst>
                              <p:par>
                                <p:cTn id="178" presetID="2" presetClass="entr" presetSubtype="8" fill="hold" grpId="0" nodeType="afterEffect">
                                  <p:stCondLst>
                                    <p:cond delay="0"/>
                                  </p:stCondLst>
                                  <p:childTnLst>
                                    <p:set>
                                      <p:cBhvr>
                                        <p:cTn id="179" dur="1" fill="hold">
                                          <p:stCondLst>
                                            <p:cond delay="0"/>
                                          </p:stCondLst>
                                        </p:cTn>
                                        <p:tgtEl>
                                          <p:spTgt spid="45"/>
                                        </p:tgtEl>
                                        <p:attrNameLst>
                                          <p:attrName>style.visibility</p:attrName>
                                        </p:attrNameLst>
                                      </p:cBhvr>
                                      <p:to>
                                        <p:strVal val="visible"/>
                                      </p:to>
                                    </p:set>
                                    <p:anim calcmode="lin" valueType="num">
                                      <p:cBhvr additive="base">
                                        <p:cTn id="181" dur="550" fill="hold"/>
                                        <p:tgtEl>
                                          <p:spTgt spid="45"/>
                                        </p:tgtEl>
                                        <p:attrNameLst>
                                          <p:attrName>ppt_x</p:attrName>
                                        </p:attrNameLst>
                                      </p:cBhvr>
                                      <p:tavLst>
                                        <p:tav tm="0">
                                          <p:val>
                                            <p:strVal val="0-#ppt_w/2"/>
                                          </p:val>
                                        </p:tav>
                                        <p:tav tm="100000">
                                          <p:val>
                                            <p:strVal val="#ppt_x"/>
                                          </p:val>
                                        </p:tav>
                                      </p:tavLst>
                                    </p:anim>
                                    <p:anim calcmode="lin" valueType="num">
                                      <p:cBhvr additive="base">
                                        <p:cTn id="182" dur="550" fill="hold"/>
                                        <p:tgtEl>
                                          <p:spTgt spid="45"/>
                                        </p:tgtEl>
                                        <p:attrNameLst>
                                          <p:attrName>ppt_y</p:attrName>
                                        </p:attrNameLst>
                                      </p:cBhvr>
                                      <p:tavLst>
                                        <p:tav tm="0">
                                          <p:val>
                                            <p:strVal val="#ppt_y"/>
                                          </p:val>
                                        </p:tav>
                                        <p:tav tm="100000">
                                          <p:val>
                                            <p:strVal val="#ppt_y"/>
                                          </p:val>
                                        </p:tav>
                                      </p:tavLst>
                                    </p:anim>
                                  </p:childTnLst>
                                </p:cTn>
                              </p:par>
                            </p:childTnLst>
                          </p:cTn>
                        </p:par>
                        <p:par>
                          <p:cTn id="183" fill="hold">
                            <p:stCondLst>
                              <p:cond delay="650"/>
                            </p:stCondLst>
                            <p:childTnLst>
                              <p:par>
                                <p:cTn id="184" presetID="22" presetClass="entr" presetSubtype="8" fill="hold" grpId="0" nodeType="afterEffect">
                                  <p:stCondLst>
                                    <p:cond delay="0"/>
                                  </p:stCondLst>
                                  <p:childTnLst>
                                    <p:set>
                                      <p:cBhvr>
                                        <p:cTn id="185" dur="1" fill="hold">
                                          <p:stCondLst>
                                            <p:cond delay="0"/>
                                          </p:stCondLst>
                                        </p:cTn>
                                        <p:tgtEl>
                                          <p:spTgt spid="46"/>
                                        </p:tgtEl>
                                        <p:attrNameLst>
                                          <p:attrName>style.visibility</p:attrName>
                                        </p:attrNameLst>
                                      </p:cBhvr>
                                      <p:to>
                                        <p:strVal val="visible"/>
                                      </p:to>
                                    </p:set>
                                    <p:animEffect transition="in" filter="wipe(left)">
                                      <p:cBhvr>
                                        <p:cTn id="187" dur="800"/>
                                        <p:tgtEl>
                                          <p:spTgt spid="46"/>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28" grpId="0" animBg="1"/>
      <p:bldP spid="29" grpId="0" animBg="1"/>
      <p:bldP spid="30" grpId="0" animBg="1"/>
      <p:bldP spid="31" grpId="0" animBg="1"/>
      <p:bldP spid="32" grpId="0" animBg="1"/>
      <p:bldP spid="33" grpId="0" animBg="1"/>
      <p:bldP spid="34" grpId="0" animBg="1"/>
      <p:bldP spid="35" grpId="0" animBg="1"/>
      <p:bldP spid="36" grpId="0" animBg="1"/>
      <p:bldP spid="37" grpId="0" animBg="1"/>
      <p:bldP spid="38" grpId="0" animBg="1"/>
      <p:bldP spid="39" grpId="0" animBg="1"/>
      <p:bldP spid="40" grpId="0" animBg="1"/>
      <p:bldP spid="42" grpId="0" animBg="1"/>
      <p:bldP spid="43" grpId="0" animBg="1"/>
      <p:bldP spid="44" grpId="0" animBg="1"/>
      <p:bldP spid="45" grpId="0" animBg="1"/>
      <p:bldP spid="46" grpId="0" animBg="1"/>
    </p:bldLst>
  </p:timing>
</p:sld>
</file>

<file path=ppt/slides/slide2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2000" cy="6858000"/>
          </a:xfrm>
          <a:prstGeom prst="rect">
            <a:avLst/>
          </a:prstGeom>
          <a:gradFill rotWithShape="1">
            <a:gsLst>
              <a:gs pos="0">
                <a:srgbClr val="070B1A"/>
              </a:gs>
              <a:gs pos="100000">
                <a:srgbClr val="141C44"/>
              </a:gs>
            </a:gsLst>
            <a:lin scaled="0" ang="13500000"/>
          </a:gra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cxnSp>
        <p:nvCxnSpPr>
          <p:cNvPr id="3" name="Connector 2"/>
          <p:cNvCxnSpPr/>
          <p:nvPr/>
        </p:nvCxnSpPr>
        <p:spPr>
          <a:xfrm flipV="1">
            <a:off x="10350000" y="305000"/>
            <a:ext cx="750000" cy="75000"/>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cxnSp>
        <p:nvCxnSpPr>
          <p:cNvPr id="4" name="Connector 3"/>
          <p:cNvCxnSpPr/>
          <p:nvPr/>
        </p:nvCxnSpPr>
        <p:spPr>
          <a:xfrm>
            <a:off x="10350000" y="380000"/>
            <a:ext cx="750000" cy="375000"/>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cxnSp>
        <p:nvCxnSpPr>
          <p:cNvPr id="5" name="Connector 4"/>
          <p:cNvCxnSpPr/>
          <p:nvPr/>
        </p:nvCxnSpPr>
        <p:spPr>
          <a:xfrm flipV="1">
            <a:off x="10350000" y="305000"/>
            <a:ext cx="750000" cy="375000"/>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cxnSp>
        <p:nvCxnSpPr>
          <p:cNvPr id="6" name="Connector 5"/>
          <p:cNvCxnSpPr/>
          <p:nvPr/>
        </p:nvCxnSpPr>
        <p:spPr>
          <a:xfrm flipV="1">
            <a:off x="10350000" y="530000"/>
            <a:ext cx="750000" cy="150000"/>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cxnSp>
        <p:nvCxnSpPr>
          <p:cNvPr id="7" name="Connector 6"/>
          <p:cNvCxnSpPr/>
          <p:nvPr/>
        </p:nvCxnSpPr>
        <p:spPr>
          <a:xfrm>
            <a:off x="10350000" y="680000"/>
            <a:ext cx="750000" cy="75000"/>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cxnSp>
        <p:nvCxnSpPr>
          <p:cNvPr id="8" name="Connector 7"/>
          <p:cNvCxnSpPr/>
          <p:nvPr/>
        </p:nvCxnSpPr>
        <p:spPr>
          <a:xfrm>
            <a:off x="11100000" y="305000"/>
            <a:ext cx="750000" cy="75000"/>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cxnSp>
        <p:nvCxnSpPr>
          <p:cNvPr id="9" name="Connector 8"/>
          <p:cNvCxnSpPr/>
          <p:nvPr/>
        </p:nvCxnSpPr>
        <p:spPr>
          <a:xfrm flipV="1">
            <a:off x="11100000" y="380000"/>
            <a:ext cx="750000" cy="150000"/>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cxnSp>
        <p:nvCxnSpPr>
          <p:cNvPr id="10" name="Connector 9"/>
          <p:cNvCxnSpPr/>
          <p:nvPr/>
        </p:nvCxnSpPr>
        <p:spPr>
          <a:xfrm flipV="1">
            <a:off x="11100000" y="380000"/>
            <a:ext cx="750000" cy="375000"/>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cxnSp>
        <p:nvCxnSpPr>
          <p:cNvPr id="11" name="Connector 10"/>
          <p:cNvCxnSpPr/>
          <p:nvPr/>
        </p:nvCxnSpPr>
        <p:spPr>
          <a:xfrm flipV="1">
            <a:off x="11100000" y="680000"/>
            <a:ext cx="750000" cy="75000"/>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sp>
        <p:nvSpPr>
          <p:cNvPr id="12" name="Oval 11"/>
          <p:cNvSpPr/>
          <p:nvPr/>
        </p:nvSpPr>
        <p:spPr>
          <a:xfrm>
            <a:off x="10280000" y="310000"/>
            <a:ext cx="140000" cy="140000"/>
          </a:xfrm>
          <a:prstGeom prst="ellipse">
            <a:avLst/>
          </a:prstGeom>
          <a:solidFill>
            <a:srgbClr val="3B4C8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Oval 12"/>
          <p:cNvSpPr/>
          <p:nvPr/>
        </p:nvSpPr>
        <p:spPr>
          <a:xfrm>
            <a:off x="10280000" y="610000"/>
            <a:ext cx="140000" cy="140000"/>
          </a:xfrm>
          <a:prstGeom prst="ellipse">
            <a:avLst/>
          </a:prstGeom>
          <a:solidFill>
            <a:srgbClr val="3B4C8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Oval 13"/>
          <p:cNvSpPr/>
          <p:nvPr/>
        </p:nvSpPr>
        <p:spPr>
          <a:xfrm>
            <a:off x="11030000" y="235000"/>
            <a:ext cx="140000" cy="140000"/>
          </a:xfrm>
          <a:prstGeom prst="ellipse">
            <a:avLst/>
          </a:prstGeom>
          <a:solidFill>
            <a:srgbClr val="3B4C8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Oval 14"/>
          <p:cNvSpPr/>
          <p:nvPr/>
        </p:nvSpPr>
        <p:spPr>
          <a:xfrm>
            <a:off x="11030000" y="460000"/>
            <a:ext cx="140000" cy="140000"/>
          </a:xfrm>
          <a:prstGeom prst="ellipse">
            <a:avLst/>
          </a:prstGeom>
          <a:solidFill>
            <a:srgbClr val="3B4C8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Oval 15"/>
          <p:cNvSpPr/>
          <p:nvPr/>
        </p:nvSpPr>
        <p:spPr>
          <a:xfrm>
            <a:off x="11030000" y="685000"/>
            <a:ext cx="140000" cy="140000"/>
          </a:xfrm>
          <a:prstGeom prst="ellipse">
            <a:avLst/>
          </a:prstGeom>
          <a:solidFill>
            <a:srgbClr val="3B4C8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Oval 16"/>
          <p:cNvSpPr/>
          <p:nvPr/>
        </p:nvSpPr>
        <p:spPr>
          <a:xfrm>
            <a:off x="11780000" y="310000"/>
            <a:ext cx="140000" cy="140000"/>
          </a:xfrm>
          <a:prstGeom prst="ellipse">
            <a:avLst/>
          </a:prstGeom>
          <a:solidFill>
            <a:srgbClr val="3B4C8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Oval 17"/>
          <p:cNvSpPr/>
          <p:nvPr/>
        </p:nvSpPr>
        <p:spPr>
          <a:xfrm>
            <a:off x="11780000" y="610000"/>
            <a:ext cx="140000" cy="140000"/>
          </a:xfrm>
          <a:prstGeom prst="ellipse">
            <a:avLst/>
          </a:prstGeom>
          <a:solidFill>
            <a:srgbClr val="3B4C8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500000" y="160000"/>
            <a:ext cx="9600000" cy="300000"/>
          </a:xfrm>
          <a:prstGeom prst="rect">
            <a:avLst/>
          </a:prstGeom>
          <a:noFill/>
        </p:spPr>
        <p:txBody>
          <a:bodyPr wrap="square" anchor="t" lIns="50800" rIns="50800">
            <a:spAutoFit/>
          </a:bodyPr>
          <a:lstStyle/>
          <a:p>
            <a:pPr algn="l"/>
            <a:r>
              <a:rPr sz="1100" b="1">
                <a:solidFill>
                  <a:srgbClr val="22D3EE"/>
                </a:solidFill>
                <a:latin typeface="Segoe UI"/>
              </a:rPr>
              <a:t>◆ 4-REJA</a:t>
            </a:r>
          </a:p>
        </p:txBody>
      </p:sp>
      <p:sp>
        <p:nvSpPr>
          <p:cNvPr id="20" name="TextBox 19"/>
          <p:cNvSpPr txBox="1"/>
          <p:nvPr/>
        </p:nvSpPr>
        <p:spPr>
          <a:xfrm>
            <a:off x="500000" y="400000"/>
            <a:ext cx="9800000" cy="650000"/>
          </a:xfrm>
          <a:prstGeom prst="rect">
            <a:avLst/>
          </a:prstGeom>
          <a:noFill/>
        </p:spPr>
        <p:txBody>
          <a:bodyPr wrap="square" anchor="ctr" lIns="50800" rIns="50800">
            <a:spAutoFit/>
          </a:bodyPr>
          <a:lstStyle/>
          <a:p>
            <a:pPr algn="l"/>
            <a:r>
              <a:rPr sz="2600" b="1">
                <a:solidFill>
                  <a:srgbClr val="E8EEFA"/>
                </a:solidFill>
                <a:latin typeface="Segoe UI"/>
              </a:rPr>
              <a:t>Maxfiylikni saqlovchi sun'iy intellekt</a:t>
            </a:r>
          </a:p>
        </p:txBody>
      </p:sp>
      <p:sp>
        <p:nvSpPr>
          <p:cNvPr id="21" name="Rectangle 20"/>
          <p:cNvSpPr/>
          <p:nvPr/>
        </p:nvSpPr>
        <p:spPr>
          <a:xfrm>
            <a:off x="560000" y="1080000"/>
            <a:ext cx="1700000" cy="45000"/>
          </a:xfrm>
          <a:prstGeom prst="rect">
            <a:avLst/>
          </a:prstGeom>
          <a:gradFill rotWithShape="1">
            <a:gsLst>
              <a:gs pos="0">
                <a:srgbClr val="22D3EE"/>
              </a:gs>
              <a:gs pos="100000">
                <a:srgbClr val="8B5CF6"/>
              </a:gs>
            </a:gsLst>
            <a:lin scaled="0" ang="0"/>
          </a:gra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TextBox 21"/>
          <p:cNvSpPr txBox="1"/>
          <p:nvPr/>
        </p:nvSpPr>
        <p:spPr>
          <a:xfrm>
            <a:off x="500000" y="6450000"/>
            <a:ext cx="9500000" cy="280000"/>
          </a:xfrm>
          <a:prstGeom prst="rect">
            <a:avLst/>
          </a:prstGeom>
          <a:noFill/>
        </p:spPr>
        <p:txBody>
          <a:bodyPr wrap="square" anchor="t" lIns="50800" rIns="50800">
            <a:spAutoFit/>
          </a:bodyPr>
          <a:lstStyle/>
          <a:p>
            <a:pPr algn="l"/>
            <a:r>
              <a:rPr sz="900" b="0">
                <a:solidFill>
                  <a:srgbClr val="707EAA"/>
                </a:solidFill>
                <a:latin typeface="Segoe UI"/>
              </a:rPr>
              <a:t>M9 · Tizimlarining ishonchliligi va axborot xavfsizligi</a:t>
            </a:r>
          </a:p>
        </p:txBody>
      </p:sp>
      <p:sp>
        <p:nvSpPr>
          <p:cNvPr id="23" name="Rounded Rectangle 22"/>
          <p:cNvSpPr/>
          <p:nvPr/>
        </p:nvSpPr>
        <p:spPr>
          <a:xfrm>
            <a:off x="11000000" y="6430000"/>
            <a:ext cx="700000" cy="270000"/>
          </a:xfrm>
          <a:prstGeom prst="roundRect">
            <a:avLst/>
          </a:prstGeom>
          <a:solidFill>
            <a:srgbClr val="121936"/>
          </a:solidFill>
          <a:ln w="12700">
            <a:solidFill>
              <a:srgbClr val="2A356E"/>
            </a:solidFill>
          </a:ln>
          <a:effectLst/>
        </p:spPr>
        <p:style>
          <a:lnRef idx="1">
            <a:schemeClr val="accent1"/>
          </a:lnRef>
          <a:fillRef idx="3">
            <a:schemeClr val="accent1"/>
          </a:fillRef>
          <a:effectRef idx="2">
            <a:schemeClr val="accent1"/>
          </a:effectRef>
          <a:fontRef idx="minor">
            <a:schemeClr val="lt1"/>
          </a:fontRef>
        </p:style>
        <p:txBody>
          <a:bodyPr rtlCol="0" anchor="ctr" tIns="0" bIns="0"/>
          <a:lstStyle/>
          <a:p>
            <a:pPr algn="ctr"/>
            <a:r>
              <a:rPr sz="1000" b="1">
                <a:solidFill>
                  <a:srgbClr val="22D3EE"/>
                </a:solidFill>
                <a:latin typeface="Segoe UI"/>
              </a:rPr>
              <a:t>21</a:t>
            </a:r>
          </a:p>
        </p:txBody>
      </p:sp>
      <p:sp>
        <p:nvSpPr>
          <p:cNvPr id="24" name="Rounded Rectangle 23"/>
          <p:cNvSpPr/>
          <p:nvPr/>
        </p:nvSpPr>
        <p:spPr>
          <a:xfrm>
            <a:off x="7520000" y="1330000"/>
            <a:ext cx="4250000" cy="4650000"/>
          </a:xfrm>
          <a:prstGeom prst="roundRect">
            <a:avLst>
              <a:gd name="adj" fmla="val 5000"/>
            </a:avLst>
          </a:prstGeom>
          <a:noFill/>
          <a:ln w="15875">
            <a:solidFill>
              <a:srgbClr val="8B5CF6"/>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25" name="Picture 24" descr="bb7bd69bee69eb7d.jpg"/>
          <p:cNvPicPr>
            <a:picLocks noChangeAspect="1"/>
          </p:cNvPicPr>
          <p:nvPr/>
        </p:nvPicPr>
        <p:blipFill>
          <a:blip r:embed="rId2"/>
          <a:srcRect l="18248" r="18248"/>
          <a:stretch>
            <a:fillRect/>
          </a:stretch>
        </p:blipFill>
        <p:spPr>
          <a:xfrm>
            <a:off x="7620000" y="1430000"/>
            <a:ext cx="4050000" cy="4250000"/>
          </a:xfrm>
          <a:prstGeom prst="roundRect">
            <a:avLst/>
          </a:prstGeom>
          <a:ln w="19050">
            <a:solidFill>
              <a:srgbClr val="22D3EE"/>
            </a:solidFill>
          </a:ln>
        </p:spPr>
      </p:pic>
      <p:sp>
        <p:nvSpPr>
          <p:cNvPr id="26" name="TextBox 25"/>
          <p:cNvSpPr txBox="1"/>
          <p:nvPr/>
        </p:nvSpPr>
        <p:spPr>
          <a:xfrm>
            <a:off x="7620000" y="5710000"/>
            <a:ext cx="4050000" cy="260000"/>
          </a:xfrm>
          <a:prstGeom prst="rect">
            <a:avLst/>
          </a:prstGeom>
          <a:noFill/>
        </p:spPr>
        <p:txBody>
          <a:bodyPr wrap="square" anchor="t" lIns="50800" rIns="50800">
            <a:spAutoFit/>
          </a:bodyPr>
          <a:lstStyle/>
          <a:p>
            <a:pPr algn="l"/>
            <a:r>
              <a:rPr sz="800" b="0">
                <a:solidFill>
                  <a:srgbClr val="707EAA"/>
                </a:solidFill>
                <a:latin typeface="Segoe UI"/>
              </a:rPr>
              <a:t>Rasm: Alexander Klink · Wikimedia Commons · CC BY 3.0</a:t>
            </a:r>
          </a:p>
        </p:txBody>
      </p:sp>
      <p:sp>
        <p:nvSpPr>
          <p:cNvPr id="27" name="Rounded Rectangle 26"/>
          <p:cNvSpPr/>
          <p:nvPr/>
        </p:nvSpPr>
        <p:spPr>
          <a:xfrm>
            <a:off x="7750000" y="1560000"/>
            <a:ext cx="1700000" cy="300000"/>
          </a:xfrm>
          <a:prstGeom prst="roundRect">
            <a:avLst/>
          </a:prstGeom>
          <a:solidFill>
            <a:srgbClr val="070B1A"/>
          </a:solidFill>
          <a:ln w="12700">
            <a:solidFill>
              <a:srgbClr val="22D3EE"/>
            </a:solidFill>
          </a:ln>
          <a:effectLst/>
        </p:spPr>
        <p:style>
          <a:lnRef idx="1">
            <a:schemeClr val="accent1"/>
          </a:lnRef>
          <a:fillRef idx="3">
            <a:schemeClr val="accent1"/>
          </a:fillRef>
          <a:effectRef idx="2">
            <a:schemeClr val="accent1"/>
          </a:effectRef>
          <a:fontRef idx="minor">
            <a:schemeClr val="lt1"/>
          </a:fontRef>
        </p:style>
        <p:txBody>
          <a:bodyPr rtlCol="0" anchor="ctr" tIns="0" bIns="0"/>
          <a:lstStyle/>
          <a:p>
            <a:pPr algn="ctr"/>
            <a:r>
              <a:rPr sz="900" b="1">
                <a:solidFill>
                  <a:srgbClr val="22D3EE"/>
                </a:solidFill>
                <a:latin typeface="Segoe UI"/>
              </a:rPr>
              <a:t>⚙ AMALIYOTDA</a:t>
            </a:r>
          </a:p>
        </p:txBody>
      </p:sp>
      <p:sp>
        <p:nvSpPr>
          <p:cNvPr id="28" name="Rounded Rectangle 27"/>
          <p:cNvSpPr/>
          <p:nvPr/>
        </p:nvSpPr>
        <p:spPr>
          <a:xfrm>
            <a:off x="550000" y="2417992"/>
            <a:ext cx="6750000" cy="2744016"/>
          </a:xfrm>
          <a:prstGeom prst="roundRect">
            <a:avLst>
              <a:gd name="adj" fmla="val 12000"/>
            </a:avLst>
          </a:prstGeom>
          <a:solidFill>
            <a:srgbClr val="121936"/>
          </a:solidFill>
          <a:ln w="12700">
            <a:solidFill>
              <a:srgbClr val="2A356E"/>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Rectangle 28"/>
          <p:cNvSpPr/>
          <p:nvPr/>
        </p:nvSpPr>
        <p:spPr>
          <a:xfrm>
            <a:off x="550000" y="2497992"/>
            <a:ext cx="50000" cy="2584016"/>
          </a:xfrm>
          <a:prstGeom prst="rect">
            <a:avLst/>
          </a:prstGeom>
          <a:solidFill>
            <a:srgbClr val="22D3E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 name="Oval 29"/>
          <p:cNvSpPr/>
          <p:nvPr/>
        </p:nvSpPr>
        <p:spPr>
          <a:xfrm>
            <a:off x="760000" y="3590000"/>
            <a:ext cx="400000" cy="400000"/>
          </a:xfrm>
          <a:prstGeom prst="ellipse">
            <a:avLst/>
          </a:prstGeom>
          <a:noFill/>
          <a:ln w="25400">
            <a:solidFill>
              <a:srgbClr val="22D3EE"/>
            </a:solidFill>
          </a:ln>
          <a:effectLst/>
        </p:spPr>
        <p:style>
          <a:lnRef idx="1">
            <a:schemeClr val="accent1"/>
          </a:lnRef>
          <a:fillRef idx="3">
            <a:schemeClr val="accent1"/>
          </a:fillRef>
          <a:effectRef idx="2">
            <a:schemeClr val="accent1"/>
          </a:effectRef>
          <a:fontRef idx="minor">
            <a:schemeClr val="lt1"/>
          </a:fontRef>
        </p:style>
        <p:txBody>
          <a:bodyPr rtlCol="0" anchor="ctr" lIns="0" rIns="0"/>
          <a:lstStyle/>
          <a:p>
            <a:pPr algn="ctr"/>
            <a:r>
              <a:rPr sz="1200" b="1">
                <a:solidFill>
                  <a:srgbClr val="22D3EE"/>
                </a:solidFill>
                <a:latin typeface="Segoe UI"/>
              </a:rPr>
              <a:t>01</a:t>
            </a:r>
          </a:p>
        </p:txBody>
      </p:sp>
      <p:sp>
        <p:nvSpPr>
          <p:cNvPr id="31" name="TextBox 30"/>
          <p:cNvSpPr txBox="1"/>
          <p:nvPr/>
        </p:nvSpPr>
        <p:spPr>
          <a:xfrm>
            <a:off x="1300000" y="2457992"/>
            <a:ext cx="5900000" cy="2664016"/>
          </a:xfrm>
          <a:prstGeom prst="rect">
            <a:avLst/>
          </a:prstGeom>
          <a:noFill/>
        </p:spPr>
        <p:txBody>
          <a:bodyPr wrap="square" anchor="ctr">
            <a:spAutoFit/>
          </a:bodyPr>
          <a:lstStyle/>
          <a:p>
            <a:r>
              <a:rPr sz="1700" b="1">
                <a:solidFill>
                  <a:srgbClr val="E8EEFA"/>
                </a:solidFill>
                <a:latin typeface="Segoe UI"/>
              </a:rPr>
              <a:t>Maxfiylikni saqlovchi mashinali o'qitish (privacy-preserving machine learning) to'rtta asosiy texnologiyaga tayanadi.</a:t>
            </a:r>
          </a:p>
          <a:p>
            <a:pPr>
              <a:spcBef>
                <a:spcPts val="400"/>
              </a:spcBef>
            </a:pPr>
            <a:r>
              <a:rPr sz="1600">
                <a:solidFill>
                  <a:srgbClr val="AEBBD9"/>
                </a:solidFill>
                <a:latin typeface="Segoe UI"/>
              </a:rPr>
              <a:t>Differensial maxfiylik (differential privacy, DP) — matematik ta'rif: tasodifiy algoritm M (ε, δ)-differensial maxfiy deyiladi, agar bitta yozuv bilan farq qiluvchi har qanday ikki D va D' to'plam va har qanday S natija to'plami uchun Pr[M(D) ∈ S] ≤ e^ε · Pr[M(D') ∈ S] + δ bajarilsa.</a:t>
            </a:r>
          </a:p>
        </p:txBody>
      </p:sp>
    </p:spTree>
  </p:cSld>
  <p:clrMapOvr>
    <a:masterClrMapping/>
  </p:clrMapOvr>
  <p:transition spd="med">
    <p:fade/>
  </p:transition>
  <p:timing>
    <p:tnLst>
      <p:par>
        <p:cTn id="1" dur="indefinite" restart="never" nodeType="tmRoot">
          <p:childTnLst>
            <p:seq concurrent="1" nextAc="seek">
              <p:cTn id="2" dur="indefinite" nodeType="mainSeq">
                <p:childTnLst>
                  <p:par>
                    <p:cTn id="56" fill="hold">
                      <p:stCondLst>
                        <p:cond delay="indefinite"/>
                        <p:cond evt="onBegin" delay="0">
                          <p:tn val="2"/>
                        </p:cond>
                      </p:stCondLst>
                      <p:childTnLst>
                        <p:par>
                          <p:cTn id="3" fill="hold">
                            <p:stCondLst>
                              <p:cond delay="0"/>
                            </p:stCondLst>
                            <p:childTnLst>
                              <p:par>
                                <p:cTn id="4" presetID="10" presetClass="entr" presetSubtype="0" fill="hold" grpId="0" nodeType="withEffect">
                                  <p:stCondLst>
                                    <p:cond delay="0"/>
                                  </p:stCondLst>
                                  <p:childTnLst>
                                    <p:set>
                                      <p:cBhvr>
                                        <p:cTn id="5" dur="1" fill="hold">
                                          <p:stCondLst>
                                            <p:cond delay="0"/>
                                          </p:stCondLst>
                                        </p:cTn>
                                        <p:tgtEl>
                                          <p:spTgt spid="20"/>
                                        </p:tgtEl>
                                        <p:attrNameLst>
                                          <p:attrName>style.visibility</p:attrName>
                                        </p:attrNameLst>
                                      </p:cBhvr>
                                      <p:to>
                                        <p:strVal val="visible"/>
                                      </p:to>
                                    </p:set>
                                    <p:animEffect transition="in" filter="fade">
                                      <p:cBhvr>
                                        <p:cTn id="6" dur="550"/>
                                        <p:tgtEl>
                                          <p:spTgt spid="20"/>
                                        </p:tgtEl>
                                      </p:cBhvr>
                                    </p:animEffect>
                                  </p:childTnLst>
                                </p:cTn>
                              </p:par>
                            </p:childTnLst>
                          </p:cTn>
                        </p:par>
                        <p:par>
                          <p:cTn id="7" fill="hold">
                            <p:stCondLst>
                              <p:cond delay="0"/>
                            </p:stCondLst>
                            <p:childTnLst>
                              <p:par>
                                <p:cTn id="8" presetID="22" presetClass="entr" presetSubtype="8" fill="hold" grpId="0" nodeType="afterEffect">
                                  <p:stCondLst>
                                    <p:cond delay="0"/>
                                  </p:stCondLst>
                                  <p:childTnLst>
                                    <p:set>
                                      <p:cBhvr>
                                        <p:cTn id="9" dur="1" fill="hold">
                                          <p:stCondLst>
                                            <p:cond delay="0"/>
                                          </p:stCondLst>
                                        </p:cTn>
                                        <p:tgtEl>
                                          <p:spTgt spid="21"/>
                                        </p:tgtEl>
                                        <p:attrNameLst>
                                          <p:attrName>style.visibility</p:attrName>
                                        </p:attrNameLst>
                                      </p:cBhvr>
                                      <p:to>
                                        <p:strVal val="visible"/>
                                      </p:to>
                                    </p:set>
                                    <p:animEffect transition="in" filter="wipe(left)">
                                      <p:cBhvr>
                                        <p:cTn id="11" dur="800"/>
                                        <p:tgtEl>
                                          <p:spTgt spid="21"/>
                                        </p:tgtEl>
                                      </p:cBhvr>
                                    </p:animEffect>
                                  </p:childTnLst>
                                </p:cTn>
                              </p:par>
                            </p:childTnLst>
                          </p:cTn>
                        </p:par>
                        <p:par>
                          <p:cTn id="12" fill="hold">
                            <p:stCondLst>
                              <p:cond delay="150"/>
                            </p:stCondLst>
                            <p:childTnLst>
                              <p:par>
                                <p:cTn id="13" presetID="53" presetClass="entr" presetSubtype="16" fill="hold" grpId="0" nodeType="afterEffect">
                                  <p:stCondLst>
                                    <p:cond delay="0"/>
                                  </p:stCondLst>
                                  <p:childTnLst>
                                    <p:set>
                                      <p:cBhvr>
                                        <p:cTn id="14" dur="1" fill="hold">
                                          <p:stCondLst>
                                            <p:cond delay="0"/>
                                          </p:stCondLst>
                                        </p:cTn>
                                        <p:tgtEl>
                                          <p:spTgt spid="24"/>
                                        </p:tgtEl>
                                        <p:attrNameLst>
                                          <p:attrName>style.visibility</p:attrName>
                                        </p:attrNameLst>
                                      </p:cBhvr>
                                      <p:to>
                                        <p:strVal val="visible"/>
                                      </p:to>
                                    </p:set>
                                    <p:animEffect transition="in" filter="fade">
                                      <p:cBhvr>
                                        <p:cTn id="15" dur="550"/>
                                        <p:tgtEl>
                                          <p:spTgt spid="24"/>
                                        </p:tgtEl>
                                      </p:cBhvr>
                                    </p:animEffect>
                                    <p:anim calcmode="lin" valueType="num">
                                      <p:cBhvr additive="base">
                                        <p:cTn id="16" dur="550" fill="hold"/>
                                        <p:tgtEl>
                                          <p:spTgt spid="24"/>
                                        </p:tgtEl>
                                        <p:attrNameLst>
                                          <p:attrName>ppt_w</p:attrName>
                                        </p:attrNameLst>
                                      </p:cBhvr>
                                      <p:tavLst>
                                        <p:tav tm="0">
                                          <p:val>
                                            <p:strVal val="0"/>
                                          </p:val>
                                        </p:tav>
                                        <p:tav tm="100000">
                                          <p:val>
                                            <p:strVal val="#ppt_w"/>
                                          </p:val>
                                        </p:tav>
                                      </p:tavLst>
                                    </p:anim>
                                    <p:anim calcmode="lin" valueType="num">
                                      <p:cBhvr additive="base">
                                        <p:cTn id="17" dur="550" fill="hold"/>
                                        <p:tgtEl>
                                          <p:spTgt spid="24"/>
                                        </p:tgtEl>
                                        <p:attrNameLst>
                                          <p:attrName>ppt_h</p:attrName>
                                        </p:attrNameLst>
                                      </p:cBhvr>
                                      <p:tavLst>
                                        <p:tav tm="0">
                                          <p:val>
                                            <p:strVal val="0"/>
                                          </p:val>
                                        </p:tav>
                                        <p:tav tm="100000">
                                          <p:val>
                                            <p:strVal val="#ppt_h"/>
                                          </p:val>
                                        </p:tav>
                                      </p:tavLst>
                                    </p:anim>
                                  </p:childTnLst>
                                </p:cTn>
                              </p:par>
                            </p:childTnLst>
                          </p:cTn>
                        </p:par>
                        <p:par>
                          <p:cTn id="18" fill="hold">
                            <p:stCondLst>
                              <p:cond delay="150"/>
                            </p:stCondLst>
                            <p:childTnLst>
                              <p:par>
                                <p:cTn id="19" presetID="53" presetClass="entr" presetSubtype="16" fill="hold" grpId="0" nodeType="afterEffect">
                                  <p:stCondLst>
                                    <p:cond delay="0"/>
                                  </p:stCondLst>
                                  <p:childTnLst>
                                    <p:set>
                                      <p:cBhvr>
                                        <p:cTn id="20" dur="1" fill="hold">
                                          <p:stCondLst>
                                            <p:cond delay="0"/>
                                          </p:stCondLst>
                                        </p:cTn>
                                        <p:tgtEl>
                                          <p:spTgt spid="25"/>
                                        </p:tgtEl>
                                        <p:attrNameLst>
                                          <p:attrName>style.visibility</p:attrName>
                                        </p:attrNameLst>
                                      </p:cBhvr>
                                      <p:to>
                                        <p:strVal val="visible"/>
                                      </p:to>
                                    </p:set>
                                    <p:animEffect transition="in" filter="fade">
                                      <p:cBhvr>
                                        <p:cTn id="21" dur="550"/>
                                        <p:tgtEl>
                                          <p:spTgt spid="25"/>
                                        </p:tgtEl>
                                      </p:cBhvr>
                                    </p:animEffect>
                                    <p:anim calcmode="lin" valueType="num">
                                      <p:cBhvr additive="base">
                                        <p:cTn id="22" dur="550" fill="hold"/>
                                        <p:tgtEl>
                                          <p:spTgt spid="25"/>
                                        </p:tgtEl>
                                        <p:attrNameLst>
                                          <p:attrName>ppt_w</p:attrName>
                                        </p:attrNameLst>
                                      </p:cBhvr>
                                      <p:tavLst>
                                        <p:tav tm="0">
                                          <p:val>
                                            <p:strVal val="0"/>
                                          </p:val>
                                        </p:tav>
                                        <p:tav tm="100000">
                                          <p:val>
                                            <p:strVal val="#ppt_w"/>
                                          </p:val>
                                        </p:tav>
                                      </p:tavLst>
                                    </p:anim>
                                    <p:anim calcmode="lin" valueType="num">
                                      <p:cBhvr additive="base">
                                        <p:cTn id="23" dur="550" fill="hold"/>
                                        <p:tgtEl>
                                          <p:spTgt spid="25"/>
                                        </p:tgtEl>
                                        <p:attrNameLst>
                                          <p:attrName>ppt_h</p:attrName>
                                        </p:attrNameLst>
                                      </p:cBhvr>
                                      <p:tavLst>
                                        <p:tav tm="0">
                                          <p:val>
                                            <p:strVal val="0"/>
                                          </p:val>
                                        </p:tav>
                                        <p:tav tm="100000">
                                          <p:val>
                                            <p:strVal val="#ppt_h"/>
                                          </p:val>
                                        </p:tav>
                                      </p:tavLst>
                                    </p:anim>
                                  </p:childTnLst>
                                </p:cTn>
                              </p:par>
                            </p:childTnLst>
                          </p:cTn>
                        </p:par>
                        <p:par>
                          <p:cTn id="24" fill="hold">
                            <p:stCondLst>
                              <p:cond delay="150"/>
                            </p:stCondLst>
                            <p:childTnLst>
                              <p:par>
                                <p:cTn id="25" presetID="10" presetClass="entr" presetSubtype="0" fill="hold" grpId="0" nodeType="afterEffect">
                                  <p:stCondLst>
                                    <p:cond delay="0"/>
                                  </p:stCondLst>
                                  <p:childTnLst>
                                    <p:set>
                                      <p:cBhvr>
                                        <p:cTn id="26" dur="1" fill="hold">
                                          <p:stCondLst>
                                            <p:cond delay="0"/>
                                          </p:stCondLst>
                                        </p:cTn>
                                        <p:tgtEl>
                                          <p:spTgt spid="27"/>
                                        </p:tgtEl>
                                        <p:attrNameLst>
                                          <p:attrName>style.visibility</p:attrName>
                                        </p:attrNameLst>
                                      </p:cBhvr>
                                      <p:to>
                                        <p:strVal val="visible"/>
                                      </p:to>
                                    </p:set>
                                    <p:animEffect transition="in" filter="fade">
                                      <p:cBhvr>
                                        <p:cTn id="27" dur="550"/>
                                        <p:tgtEl>
                                          <p:spTgt spid="27"/>
                                        </p:tgtEl>
                                      </p:cBhvr>
                                    </p:animEffect>
                                  </p:childTnLst>
                                </p:cTn>
                              </p:par>
                            </p:childTnLst>
                          </p:cTn>
                        </p:par>
                        <p:par>
                          <p:cTn id="28" fill="hold">
                            <p:stCondLst>
                              <p:cond delay="150"/>
                            </p:stCondLst>
                            <p:childTnLst>
                              <p:par>
                                <p:cTn id="29" presetID="10" presetClass="entr" presetSubtype="0" fill="hold" grpId="0" nodeType="afterEffect">
                                  <p:stCondLst>
                                    <p:cond delay="0"/>
                                  </p:stCondLst>
                                  <p:childTnLst>
                                    <p:set>
                                      <p:cBhvr>
                                        <p:cTn id="30" dur="1" fill="hold">
                                          <p:stCondLst>
                                            <p:cond delay="0"/>
                                          </p:stCondLst>
                                        </p:cTn>
                                        <p:tgtEl>
                                          <p:spTgt spid="26"/>
                                        </p:tgtEl>
                                        <p:attrNameLst>
                                          <p:attrName>style.visibility</p:attrName>
                                        </p:attrNameLst>
                                      </p:cBhvr>
                                      <p:to>
                                        <p:strVal val="visible"/>
                                      </p:to>
                                    </p:set>
                                    <p:animEffect transition="in" filter="fade">
                                      <p:cBhvr>
                                        <p:cTn id="31" dur="550"/>
                                        <p:tgtEl>
                                          <p:spTgt spid="26"/>
                                        </p:tgtEl>
                                      </p:cBhvr>
                                    </p:animEffect>
                                  </p:childTnLst>
                                </p:cTn>
                              </p:par>
                            </p:childTnLst>
                          </p:cTn>
                        </p:par>
                        <p:par>
                          <p:cTn id="32" fill="hold">
                            <p:stCondLst>
                              <p:cond delay="350"/>
                            </p:stCondLst>
                            <p:childTnLst>
                              <p:par>
                                <p:cTn id="33" presetID="42" presetClass="entr" presetSubtype="0" fill="hold" grpId="0" nodeType="afterEffect">
                                  <p:stCondLst>
                                    <p:cond delay="0"/>
                                  </p:stCondLst>
                                  <p:childTnLst>
                                    <p:set>
                                      <p:cBhvr>
                                        <p:cTn id="34" dur="1" fill="hold">
                                          <p:stCondLst>
                                            <p:cond delay="0"/>
                                          </p:stCondLst>
                                        </p:cTn>
                                        <p:tgtEl>
                                          <p:spTgt spid="28"/>
                                        </p:tgtEl>
                                        <p:attrNameLst>
                                          <p:attrName>style.visibility</p:attrName>
                                        </p:attrNameLst>
                                      </p:cBhvr>
                                      <p:to>
                                        <p:strVal val="visible"/>
                                      </p:to>
                                    </p:set>
                                    <p:animEffect transition="in" filter="fade">
                                      <p:cBhvr>
                                        <p:cTn id="35" dur="550"/>
                                        <p:tgtEl>
                                          <p:spTgt spid="28"/>
                                        </p:tgtEl>
                                      </p:cBhvr>
                                    </p:animEffect>
                                    <p:anim calcmode="lin" valueType="num">
                                      <p:cBhvr additive="base">
                                        <p:cTn id="36" dur="550" fill="hold"/>
                                        <p:tgtEl>
                                          <p:spTgt spid="28"/>
                                        </p:tgtEl>
                                        <p:attrNameLst>
                                          <p:attrName>ppt_x</p:attrName>
                                        </p:attrNameLst>
                                      </p:cBhvr>
                                      <p:tavLst>
                                        <p:tav tm="0">
                                          <p:val>
                                            <p:strVal val="#ppt_x"/>
                                          </p:val>
                                        </p:tav>
                                        <p:tav tm="100000">
                                          <p:val>
                                            <p:strVal val="#ppt_x"/>
                                          </p:val>
                                        </p:tav>
                                      </p:tavLst>
                                    </p:anim>
                                    <p:anim calcmode="lin" valueType="num">
                                      <p:cBhvr additive="base">
                                        <p:cTn id="37" dur="550" fill="hold"/>
                                        <p:tgtEl>
                                          <p:spTgt spid="28"/>
                                        </p:tgtEl>
                                        <p:attrNameLst>
                                          <p:attrName>ppt_y</p:attrName>
                                        </p:attrNameLst>
                                      </p:cBhvr>
                                      <p:tavLst>
                                        <p:tav tm="0">
                                          <p:val>
                                            <p:strVal val="#ppt_y+.08"/>
                                          </p:val>
                                        </p:tav>
                                        <p:tav tm="100000">
                                          <p:val>
                                            <p:strVal val="#ppt_y"/>
                                          </p:val>
                                        </p:tav>
                                      </p:tavLst>
                                    </p:anim>
                                  </p:childTnLst>
                                </p:cTn>
                              </p:par>
                            </p:childTnLst>
                          </p:cTn>
                        </p:par>
                        <p:par>
                          <p:cTn id="38" fill="hold">
                            <p:stCondLst>
                              <p:cond delay="350"/>
                            </p:stCondLst>
                            <p:childTnLst>
                              <p:par>
                                <p:cTn id="39" presetID="42" presetClass="entr" presetSubtype="0" fill="hold" grpId="0" nodeType="afterEffect">
                                  <p:stCondLst>
                                    <p:cond delay="0"/>
                                  </p:stCondLst>
                                  <p:childTnLst>
                                    <p:set>
                                      <p:cBhvr>
                                        <p:cTn id="40" dur="1" fill="hold">
                                          <p:stCondLst>
                                            <p:cond delay="0"/>
                                          </p:stCondLst>
                                        </p:cTn>
                                        <p:tgtEl>
                                          <p:spTgt spid="29"/>
                                        </p:tgtEl>
                                        <p:attrNameLst>
                                          <p:attrName>style.visibility</p:attrName>
                                        </p:attrNameLst>
                                      </p:cBhvr>
                                      <p:to>
                                        <p:strVal val="visible"/>
                                      </p:to>
                                    </p:set>
                                    <p:animEffect transition="in" filter="fade">
                                      <p:cBhvr>
                                        <p:cTn id="41" dur="550"/>
                                        <p:tgtEl>
                                          <p:spTgt spid="29"/>
                                        </p:tgtEl>
                                      </p:cBhvr>
                                    </p:animEffect>
                                    <p:anim calcmode="lin" valueType="num">
                                      <p:cBhvr additive="base">
                                        <p:cTn id="42" dur="550" fill="hold"/>
                                        <p:tgtEl>
                                          <p:spTgt spid="29"/>
                                        </p:tgtEl>
                                        <p:attrNameLst>
                                          <p:attrName>ppt_x</p:attrName>
                                        </p:attrNameLst>
                                      </p:cBhvr>
                                      <p:tavLst>
                                        <p:tav tm="0">
                                          <p:val>
                                            <p:strVal val="#ppt_x"/>
                                          </p:val>
                                        </p:tav>
                                        <p:tav tm="100000">
                                          <p:val>
                                            <p:strVal val="#ppt_x"/>
                                          </p:val>
                                        </p:tav>
                                      </p:tavLst>
                                    </p:anim>
                                    <p:anim calcmode="lin" valueType="num">
                                      <p:cBhvr additive="base">
                                        <p:cTn id="43" dur="550" fill="hold"/>
                                        <p:tgtEl>
                                          <p:spTgt spid="29"/>
                                        </p:tgtEl>
                                        <p:attrNameLst>
                                          <p:attrName>ppt_y</p:attrName>
                                        </p:attrNameLst>
                                      </p:cBhvr>
                                      <p:tavLst>
                                        <p:tav tm="0">
                                          <p:val>
                                            <p:strVal val="#ppt_y+.08"/>
                                          </p:val>
                                        </p:tav>
                                        <p:tav tm="100000">
                                          <p:val>
                                            <p:strVal val="#ppt_y"/>
                                          </p:val>
                                        </p:tav>
                                      </p:tavLst>
                                    </p:anim>
                                  </p:childTnLst>
                                </p:cTn>
                              </p:par>
                            </p:childTnLst>
                          </p:cTn>
                        </p:par>
                        <p:par>
                          <p:cTn id="44" fill="hold">
                            <p:stCondLst>
                              <p:cond delay="350"/>
                            </p:stCondLst>
                            <p:childTnLst>
                              <p:par>
                                <p:cTn id="45" presetID="53" presetClass="entr" presetSubtype="16" fill="hold" grpId="0" nodeType="afterEffect">
                                  <p:stCondLst>
                                    <p:cond delay="0"/>
                                  </p:stCondLst>
                                  <p:childTnLst>
                                    <p:set>
                                      <p:cBhvr>
                                        <p:cTn id="46" dur="1" fill="hold">
                                          <p:stCondLst>
                                            <p:cond delay="0"/>
                                          </p:stCondLst>
                                        </p:cTn>
                                        <p:tgtEl>
                                          <p:spTgt spid="30"/>
                                        </p:tgtEl>
                                        <p:attrNameLst>
                                          <p:attrName>style.visibility</p:attrName>
                                        </p:attrNameLst>
                                      </p:cBhvr>
                                      <p:to>
                                        <p:strVal val="visible"/>
                                      </p:to>
                                    </p:set>
                                    <p:animEffect transition="in" filter="fade">
                                      <p:cBhvr>
                                        <p:cTn id="47" dur="550"/>
                                        <p:tgtEl>
                                          <p:spTgt spid="30"/>
                                        </p:tgtEl>
                                      </p:cBhvr>
                                    </p:animEffect>
                                    <p:anim calcmode="lin" valueType="num">
                                      <p:cBhvr additive="base">
                                        <p:cTn id="48" dur="550" fill="hold"/>
                                        <p:tgtEl>
                                          <p:spTgt spid="30"/>
                                        </p:tgtEl>
                                        <p:attrNameLst>
                                          <p:attrName>ppt_w</p:attrName>
                                        </p:attrNameLst>
                                      </p:cBhvr>
                                      <p:tavLst>
                                        <p:tav tm="0">
                                          <p:val>
                                            <p:strVal val="0"/>
                                          </p:val>
                                        </p:tav>
                                        <p:tav tm="100000">
                                          <p:val>
                                            <p:strVal val="#ppt_w"/>
                                          </p:val>
                                        </p:tav>
                                      </p:tavLst>
                                    </p:anim>
                                    <p:anim calcmode="lin" valueType="num">
                                      <p:cBhvr additive="base">
                                        <p:cTn id="49" dur="550" fill="hold"/>
                                        <p:tgtEl>
                                          <p:spTgt spid="30"/>
                                        </p:tgtEl>
                                        <p:attrNameLst>
                                          <p:attrName>ppt_h</p:attrName>
                                        </p:attrNameLst>
                                      </p:cBhvr>
                                      <p:tavLst>
                                        <p:tav tm="0">
                                          <p:val>
                                            <p:strVal val="0"/>
                                          </p:val>
                                        </p:tav>
                                        <p:tav tm="100000">
                                          <p:val>
                                            <p:strVal val="#ppt_h"/>
                                          </p:val>
                                        </p:tav>
                                      </p:tavLst>
                                    </p:anim>
                                  </p:childTnLst>
                                </p:cTn>
                              </p:par>
                            </p:childTnLst>
                          </p:cTn>
                        </p:par>
                        <p:par>
                          <p:cTn id="50" fill="hold">
                            <p:stCondLst>
                              <p:cond delay="350"/>
                            </p:stCondLst>
                            <p:childTnLst>
                              <p:par>
                                <p:cTn id="51" presetID="42" presetClass="entr" presetSubtype="0" fill="hold" grpId="0" nodeType="afterEffect">
                                  <p:stCondLst>
                                    <p:cond delay="0"/>
                                  </p:stCondLst>
                                  <p:childTnLst>
                                    <p:set>
                                      <p:cBhvr>
                                        <p:cTn id="52" dur="1" fill="hold">
                                          <p:stCondLst>
                                            <p:cond delay="0"/>
                                          </p:stCondLst>
                                        </p:cTn>
                                        <p:tgtEl>
                                          <p:spTgt spid="31"/>
                                        </p:tgtEl>
                                        <p:attrNameLst>
                                          <p:attrName>style.visibility</p:attrName>
                                        </p:attrNameLst>
                                      </p:cBhvr>
                                      <p:to>
                                        <p:strVal val="visible"/>
                                      </p:to>
                                    </p:set>
                                    <p:animEffect transition="in" filter="fade">
                                      <p:cBhvr>
                                        <p:cTn id="53" dur="550"/>
                                        <p:tgtEl>
                                          <p:spTgt spid="31"/>
                                        </p:tgtEl>
                                      </p:cBhvr>
                                    </p:animEffect>
                                    <p:anim calcmode="lin" valueType="num">
                                      <p:cBhvr additive="base">
                                        <p:cTn id="54" dur="550" fill="hold"/>
                                        <p:tgtEl>
                                          <p:spTgt spid="31"/>
                                        </p:tgtEl>
                                        <p:attrNameLst>
                                          <p:attrName>ppt_x</p:attrName>
                                        </p:attrNameLst>
                                      </p:cBhvr>
                                      <p:tavLst>
                                        <p:tav tm="0">
                                          <p:val>
                                            <p:strVal val="#ppt_x"/>
                                          </p:val>
                                        </p:tav>
                                        <p:tav tm="100000">
                                          <p:val>
                                            <p:strVal val="#ppt_x"/>
                                          </p:val>
                                        </p:tav>
                                      </p:tavLst>
                                    </p:anim>
                                    <p:anim calcmode="lin" valueType="num">
                                      <p:cBhvr additive="base">
                                        <p:cTn id="55" dur="550" fill="hold"/>
                                        <p:tgtEl>
                                          <p:spTgt spid="31"/>
                                        </p:tgtEl>
                                        <p:attrNameLst>
                                          <p:attrName>ppt_y</p:attrName>
                                        </p:attrNameLst>
                                      </p:cBhvr>
                                      <p:tavLst>
                                        <p:tav tm="0">
                                          <p:val>
                                            <p:strVal val="#ppt_y+.08"/>
                                          </p:val>
                                        </p:tav>
                                        <p:tav tm="100000">
                                          <p:val>
                                            <p:strVal val="#ppt_y"/>
                                          </p:val>
                                        </p:tav>
                                      </p:tavLst>
                                    </p:anim>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20" grpId="0" animBg="1"/>
      <p:bldP spid="21" grpId="0" animBg="1"/>
      <p:bldP spid="24" grpId="0" animBg="1"/>
      <p:bldP spid="27" grpId="0" animBg="1"/>
      <p:bldP spid="26" grpId="0" animBg="1"/>
      <p:bldP spid="28" grpId="0" animBg="1"/>
      <p:bldP spid="29" grpId="0" animBg="1"/>
      <p:bldP spid="30" grpId="0" animBg="1"/>
      <p:bldP spid="31" grpId="0" animBg="1"/>
    </p:bldLst>
  </p:timing>
</p:sld>
</file>

<file path=ppt/slides/slide2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2000" cy="6858000"/>
          </a:xfrm>
          <a:prstGeom prst="rect">
            <a:avLst/>
          </a:prstGeom>
          <a:gradFill rotWithShape="1">
            <a:gsLst>
              <a:gs pos="0">
                <a:srgbClr val="070B1A"/>
              </a:gs>
              <a:gs pos="100000">
                <a:srgbClr val="141C44"/>
              </a:gs>
            </a:gsLst>
            <a:lin scaled="0" ang="13500000"/>
          </a:gra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cxnSp>
        <p:nvCxnSpPr>
          <p:cNvPr id="3" name="Connector 2"/>
          <p:cNvCxnSpPr/>
          <p:nvPr/>
        </p:nvCxnSpPr>
        <p:spPr>
          <a:xfrm flipV="1">
            <a:off x="10350000" y="305000"/>
            <a:ext cx="750000" cy="75000"/>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cxnSp>
        <p:nvCxnSpPr>
          <p:cNvPr id="4" name="Connector 3"/>
          <p:cNvCxnSpPr/>
          <p:nvPr/>
        </p:nvCxnSpPr>
        <p:spPr>
          <a:xfrm>
            <a:off x="10350000" y="380000"/>
            <a:ext cx="750000" cy="150000"/>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cxnSp>
        <p:nvCxnSpPr>
          <p:cNvPr id="5" name="Connector 4"/>
          <p:cNvCxnSpPr/>
          <p:nvPr/>
        </p:nvCxnSpPr>
        <p:spPr>
          <a:xfrm>
            <a:off x="10350000" y="380000"/>
            <a:ext cx="750000" cy="375000"/>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cxnSp>
        <p:nvCxnSpPr>
          <p:cNvPr id="6" name="Connector 5"/>
          <p:cNvCxnSpPr/>
          <p:nvPr/>
        </p:nvCxnSpPr>
        <p:spPr>
          <a:xfrm flipV="1">
            <a:off x="10350000" y="305000"/>
            <a:ext cx="750000" cy="375000"/>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cxnSp>
        <p:nvCxnSpPr>
          <p:cNvPr id="7" name="Connector 6"/>
          <p:cNvCxnSpPr/>
          <p:nvPr/>
        </p:nvCxnSpPr>
        <p:spPr>
          <a:xfrm>
            <a:off x="10350000" y="680000"/>
            <a:ext cx="750000" cy="75000"/>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cxnSp>
        <p:nvCxnSpPr>
          <p:cNvPr id="8" name="Connector 7"/>
          <p:cNvCxnSpPr/>
          <p:nvPr/>
        </p:nvCxnSpPr>
        <p:spPr>
          <a:xfrm>
            <a:off x="11100000" y="305000"/>
            <a:ext cx="750000" cy="75000"/>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cxnSp>
        <p:nvCxnSpPr>
          <p:cNvPr id="9" name="Connector 8"/>
          <p:cNvCxnSpPr/>
          <p:nvPr/>
        </p:nvCxnSpPr>
        <p:spPr>
          <a:xfrm>
            <a:off x="11100000" y="305000"/>
            <a:ext cx="750000" cy="375000"/>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cxnSp>
        <p:nvCxnSpPr>
          <p:cNvPr id="10" name="Connector 9"/>
          <p:cNvCxnSpPr/>
          <p:nvPr/>
        </p:nvCxnSpPr>
        <p:spPr>
          <a:xfrm flipV="1">
            <a:off x="11100000" y="380000"/>
            <a:ext cx="750000" cy="150000"/>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cxnSp>
        <p:nvCxnSpPr>
          <p:cNvPr id="11" name="Connector 10"/>
          <p:cNvCxnSpPr/>
          <p:nvPr/>
        </p:nvCxnSpPr>
        <p:spPr>
          <a:xfrm>
            <a:off x="11100000" y="530000"/>
            <a:ext cx="750000" cy="150000"/>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cxnSp>
        <p:nvCxnSpPr>
          <p:cNvPr id="12" name="Connector 11"/>
          <p:cNvCxnSpPr/>
          <p:nvPr/>
        </p:nvCxnSpPr>
        <p:spPr>
          <a:xfrm flipV="1">
            <a:off x="11100000" y="380000"/>
            <a:ext cx="750000" cy="375000"/>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cxnSp>
        <p:nvCxnSpPr>
          <p:cNvPr id="13" name="Connector 12"/>
          <p:cNvCxnSpPr/>
          <p:nvPr/>
        </p:nvCxnSpPr>
        <p:spPr>
          <a:xfrm flipV="1">
            <a:off x="11100000" y="680000"/>
            <a:ext cx="750000" cy="75000"/>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sp>
        <p:nvSpPr>
          <p:cNvPr id="14" name="Oval 13"/>
          <p:cNvSpPr/>
          <p:nvPr/>
        </p:nvSpPr>
        <p:spPr>
          <a:xfrm>
            <a:off x="10280000" y="310000"/>
            <a:ext cx="140000" cy="140000"/>
          </a:xfrm>
          <a:prstGeom prst="ellipse">
            <a:avLst/>
          </a:prstGeom>
          <a:solidFill>
            <a:srgbClr val="3B4C8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Oval 14"/>
          <p:cNvSpPr/>
          <p:nvPr/>
        </p:nvSpPr>
        <p:spPr>
          <a:xfrm>
            <a:off x="10280000" y="610000"/>
            <a:ext cx="140000" cy="140000"/>
          </a:xfrm>
          <a:prstGeom prst="ellipse">
            <a:avLst/>
          </a:prstGeom>
          <a:solidFill>
            <a:srgbClr val="3B4C8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Oval 15"/>
          <p:cNvSpPr/>
          <p:nvPr/>
        </p:nvSpPr>
        <p:spPr>
          <a:xfrm>
            <a:off x="11030000" y="235000"/>
            <a:ext cx="140000" cy="140000"/>
          </a:xfrm>
          <a:prstGeom prst="ellipse">
            <a:avLst/>
          </a:prstGeom>
          <a:solidFill>
            <a:srgbClr val="3B4C8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Oval 16"/>
          <p:cNvSpPr/>
          <p:nvPr/>
        </p:nvSpPr>
        <p:spPr>
          <a:xfrm>
            <a:off x="11030000" y="460000"/>
            <a:ext cx="140000" cy="140000"/>
          </a:xfrm>
          <a:prstGeom prst="ellipse">
            <a:avLst/>
          </a:prstGeom>
          <a:solidFill>
            <a:srgbClr val="3B4C8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Oval 17"/>
          <p:cNvSpPr/>
          <p:nvPr/>
        </p:nvSpPr>
        <p:spPr>
          <a:xfrm>
            <a:off x="11030000" y="685000"/>
            <a:ext cx="140000" cy="140000"/>
          </a:xfrm>
          <a:prstGeom prst="ellipse">
            <a:avLst/>
          </a:prstGeom>
          <a:solidFill>
            <a:srgbClr val="3B4C8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Oval 18"/>
          <p:cNvSpPr/>
          <p:nvPr/>
        </p:nvSpPr>
        <p:spPr>
          <a:xfrm>
            <a:off x="11780000" y="310000"/>
            <a:ext cx="140000" cy="140000"/>
          </a:xfrm>
          <a:prstGeom prst="ellipse">
            <a:avLst/>
          </a:prstGeom>
          <a:solidFill>
            <a:srgbClr val="3B4C8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Oval 19"/>
          <p:cNvSpPr/>
          <p:nvPr/>
        </p:nvSpPr>
        <p:spPr>
          <a:xfrm>
            <a:off x="11780000" y="610000"/>
            <a:ext cx="140000" cy="140000"/>
          </a:xfrm>
          <a:prstGeom prst="ellipse">
            <a:avLst/>
          </a:prstGeom>
          <a:solidFill>
            <a:srgbClr val="3B4C8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TextBox 20"/>
          <p:cNvSpPr txBox="1"/>
          <p:nvPr/>
        </p:nvSpPr>
        <p:spPr>
          <a:xfrm>
            <a:off x="500000" y="160000"/>
            <a:ext cx="9600000" cy="300000"/>
          </a:xfrm>
          <a:prstGeom prst="rect">
            <a:avLst/>
          </a:prstGeom>
          <a:noFill/>
        </p:spPr>
        <p:txBody>
          <a:bodyPr wrap="square" anchor="t" lIns="50800" rIns="50800">
            <a:spAutoFit/>
          </a:bodyPr>
          <a:lstStyle/>
          <a:p>
            <a:pPr algn="l"/>
            <a:r>
              <a:rPr sz="1100" b="1">
                <a:solidFill>
                  <a:srgbClr val="22D3EE"/>
                </a:solidFill>
                <a:latin typeface="Segoe UI"/>
              </a:rPr>
              <a:t>◆ 4-REJA</a:t>
            </a:r>
          </a:p>
        </p:txBody>
      </p:sp>
      <p:sp>
        <p:nvSpPr>
          <p:cNvPr id="22" name="TextBox 21"/>
          <p:cNvSpPr txBox="1"/>
          <p:nvPr/>
        </p:nvSpPr>
        <p:spPr>
          <a:xfrm>
            <a:off x="500000" y="400000"/>
            <a:ext cx="9800000" cy="650000"/>
          </a:xfrm>
          <a:prstGeom prst="rect">
            <a:avLst/>
          </a:prstGeom>
          <a:noFill/>
        </p:spPr>
        <p:txBody>
          <a:bodyPr wrap="square" anchor="ctr" lIns="50800" rIns="50800">
            <a:spAutoFit/>
          </a:bodyPr>
          <a:lstStyle/>
          <a:p>
            <a:pPr algn="l"/>
            <a:r>
              <a:rPr sz="2600" b="1">
                <a:solidFill>
                  <a:srgbClr val="E8EEFA"/>
                </a:solidFill>
                <a:latin typeface="Segoe UI"/>
              </a:rPr>
              <a:t>Maxfiylikni saqlovchi sun'iy intellekt</a:t>
            </a:r>
          </a:p>
        </p:txBody>
      </p:sp>
      <p:sp>
        <p:nvSpPr>
          <p:cNvPr id="23" name="Rectangle 22"/>
          <p:cNvSpPr/>
          <p:nvPr/>
        </p:nvSpPr>
        <p:spPr>
          <a:xfrm>
            <a:off x="560000" y="1080000"/>
            <a:ext cx="1700000" cy="45000"/>
          </a:xfrm>
          <a:prstGeom prst="rect">
            <a:avLst/>
          </a:prstGeom>
          <a:gradFill rotWithShape="1">
            <a:gsLst>
              <a:gs pos="0">
                <a:srgbClr val="22D3EE"/>
              </a:gs>
              <a:gs pos="100000">
                <a:srgbClr val="8B5CF6"/>
              </a:gs>
            </a:gsLst>
            <a:lin scaled="0" ang="0"/>
          </a:gra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TextBox 23"/>
          <p:cNvSpPr txBox="1"/>
          <p:nvPr/>
        </p:nvSpPr>
        <p:spPr>
          <a:xfrm>
            <a:off x="500000" y="6450000"/>
            <a:ext cx="9500000" cy="280000"/>
          </a:xfrm>
          <a:prstGeom prst="rect">
            <a:avLst/>
          </a:prstGeom>
          <a:noFill/>
        </p:spPr>
        <p:txBody>
          <a:bodyPr wrap="square" anchor="t" lIns="50800" rIns="50800">
            <a:spAutoFit/>
          </a:bodyPr>
          <a:lstStyle/>
          <a:p>
            <a:pPr algn="l"/>
            <a:r>
              <a:rPr sz="900" b="0">
                <a:solidFill>
                  <a:srgbClr val="707EAA"/>
                </a:solidFill>
                <a:latin typeface="Segoe UI"/>
              </a:rPr>
              <a:t>M9 · Tizimlarining ishonchliligi va axborot xavfsizligi</a:t>
            </a:r>
          </a:p>
        </p:txBody>
      </p:sp>
      <p:sp>
        <p:nvSpPr>
          <p:cNvPr id="25" name="Rounded Rectangle 24"/>
          <p:cNvSpPr/>
          <p:nvPr/>
        </p:nvSpPr>
        <p:spPr>
          <a:xfrm>
            <a:off x="11000000" y="6430000"/>
            <a:ext cx="700000" cy="270000"/>
          </a:xfrm>
          <a:prstGeom prst="roundRect">
            <a:avLst/>
          </a:prstGeom>
          <a:solidFill>
            <a:srgbClr val="121936"/>
          </a:solidFill>
          <a:ln w="12700">
            <a:solidFill>
              <a:srgbClr val="2A356E"/>
            </a:solidFill>
          </a:ln>
          <a:effectLst/>
        </p:spPr>
        <p:style>
          <a:lnRef idx="1">
            <a:schemeClr val="accent1"/>
          </a:lnRef>
          <a:fillRef idx="3">
            <a:schemeClr val="accent1"/>
          </a:fillRef>
          <a:effectRef idx="2">
            <a:schemeClr val="accent1"/>
          </a:effectRef>
          <a:fontRef idx="minor">
            <a:schemeClr val="lt1"/>
          </a:fontRef>
        </p:style>
        <p:txBody>
          <a:bodyPr rtlCol="0" anchor="ctr" tIns="0" bIns="0"/>
          <a:lstStyle/>
          <a:p>
            <a:pPr algn="ctr"/>
            <a:r>
              <a:rPr sz="1000" b="1">
                <a:solidFill>
                  <a:srgbClr val="22D3EE"/>
                </a:solidFill>
                <a:latin typeface="Segoe UI"/>
              </a:rPr>
              <a:t>22</a:t>
            </a:r>
          </a:p>
        </p:txBody>
      </p:sp>
      <p:sp>
        <p:nvSpPr>
          <p:cNvPr id="26" name="Rounded Rectangle 25"/>
          <p:cNvSpPr/>
          <p:nvPr/>
        </p:nvSpPr>
        <p:spPr>
          <a:xfrm>
            <a:off x="7520000" y="1330000"/>
            <a:ext cx="4250000" cy="4650000"/>
          </a:xfrm>
          <a:prstGeom prst="roundRect">
            <a:avLst>
              <a:gd name="adj" fmla="val 5000"/>
            </a:avLst>
          </a:prstGeom>
          <a:noFill/>
          <a:ln w="15875">
            <a:solidFill>
              <a:srgbClr val="8B5CF6"/>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27" name="Picture 26" descr="c3bf51a6fe71b1fc.jpg"/>
          <p:cNvPicPr>
            <a:picLocks noChangeAspect="1"/>
          </p:cNvPicPr>
          <p:nvPr/>
        </p:nvPicPr>
        <p:blipFill>
          <a:blip r:embed="rId2"/>
          <a:srcRect l="18285" r="18285"/>
          <a:stretch>
            <a:fillRect/>
          </a:stretch>
        </p:blipFill>
        <p:spPr>
          <a:xfrm>
            <a:off x="7620000" y="1430000"/>
            <a:ext cx="4050000" cy="4250000"/>
          </a:xfrm>
          <a:prstGeom prst="roundRect">
            <a:avLst/>
          </a:prstGeom>
          <a:ln w="19050">
            <a:solidFill>
              <a:srgbClr val="22D3EE"/>
            </a:solidFill>
          </a:ln>
        </p:spPr>
      </p:pic>
      <p:sp>
        <p:nvSpPr>
          <p:cNvPr id="28" name="TextBox 27"/>
          <p:cNvSpPr txBox="1"/>
          <p:nvPr/>
        </p:nvSpPr>
        <p:spPr>
          <a:xfrm>
            <a:off x="7620000" y="5710000"/>
            <a:ext cx="4050000" cy="260000"/>
          </a:xfrm>
          <a:prstGeom prst="rect">
            <a:avLst/>
          </a:prstGeom>
          <a:noFill/>
        </p:spPr>
        <p:txBody>
          <a:bodyPr wrap="square" anchor="t" lIns="50800" rIns="50800">
            <a:spAutoFit/>
          </a:bodyPr>
          <a:lstStyle/>
          <a:p>
            <a:pPr algn="l"/>
            <a:r>
              <a:rPr sz="800" b="0">
                <a:solidFill>
                  <a:srgbClr val="707EAA"/>
                </a:solidFill>
                <a:latin typeface="Segoe UI"/>
              </a:rPr>
              <a:t>Rasm: Aisart · Wikimedia Commons · CC BY-SA 3.0</a:t>
            </a:r>
          </a:p>
        </p:txBody>
      </p:sp>
      <p:sp>
        <p:nvSpPr>
          <p:cNvPr id="29" name="Rounded Rectangle 28"/>
          <p:cNvSpPr/>
          <p:nvPr/>
        </p:nvSpPr>
        <p:spPr>
          <a:xfrm>
            <a:off x="7750000" y="1560000"/>
            <a:ext cx="1700000" cy="300000"/>
          </a:xfrm>
          <a:prstGeom prst="roundRect">
            <a:avLst/>
          </a:prstGeom>
          <a:solidFill>
            <a:srgbClr val="070B1A"/>
          </a:solidFill>
          <a:ln w="12700">
            <a:solidFill>
              <a:srgbClr val="22D3EE"/>
            </a:solidFill>
          </a:ln>
          <a:effectLst/>
        </p:spPr>
        <p:style>
          <a:lnRef idx="1">
            <a:schemeClr val="accent1"/>
          </a:lnRef>
          <a:fillRef idx="3">
            <a:schemeClr val="accent1"/>
          </a:fillRef>
          <a:effectRef idx="2">
            <a:schemeClr val="accent1"/>
          </a:effectRef>
          <a:fontRef idx="minor">
            <a:schemeClr val="lt1"/>
          </a:fontRef>
        </p:style>
        <p:txBody>
          <a:bodyPr rtlCol="0" anchor="ctr" tIns="0" bIns="0"/>
          <a:lstStyle/>
          <a:p>
            <a:pPr algn="ctr"/>
            <a:r>
              <a:rPr sz="900" b="1">
                <a:solidFill>
                  <a:srgbClr val="22D3EE"/>
                </a:solidFill>
                <a:latin typeface="Segoe UI"/>
              </a:rPr>
              <a:t>⚙ AMALIYOTDA</a:t>
            </a:r>
          </a:p>
        </p:txBody>
      </p:sp>
      <p:sp>
        <p:nvSpPr>
          <p:cNvPr id="30" name="Rounded Rectangle 29"/>
          <p:cNvSpPr/>
          <p:nvPr/>
        </p:nvSpPr>
        <p:spPr>
          <a:xfrm>
            <a:off x="550000" y="2283880"/>
            <a:ext cx="6750000" cy="3012240"/>
          </a:xfrm>
          <a:prstGeom prst="roundRect">
            <a:avLst>
              <a:gd name="adj" fmla="val 12000"/>
            </a:avLst>
          </a:prstGeom>
          <a:solidFill>
            <a:srgbClr val="121936"/>
          </a:solidFill>
          <a:ln w="12700">
            <a:solidFill>
              <a:srgbClr val="2A356E"/>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1" name="Rectangle 30"/>
          <p:cNvSpPr/>
          <p:nvPr/>
        </p:nvSpPr>
        <p:spPr>
          <a:xfrm>
            <a:off x="550000" y="2363880"/>
            <a:ext cx="50000" cy="2852240"/>
          </a:xfrm>
          <a:prstGeom prst="rect">
            <a:avLst/>
          </a:prstGeom>
          <a:solidFill>
            <a:srgbClr val="8B5CF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2" name="Oval 31"/>
          <p:cNvSpPr/>
          <p:nvPr/>
        </p:nvSpPr>
        <p:spPr>
          <a:xfrm>
            <a:off x="760000" y="3590000"/>
            <a:ext cx="400000" cy="400000"/>
          </a:xfrm>
          <a:prstGeom prst="ellipse">
            <a:avLst/>
          </a:prstGeom>
          <a:noFill/>
          <a:ln w="25400">
            <a:solidFill>
              <a:srgbClr val="8B5CF6"/>
            </a:solidFill>
          </a:ln>
          <a:effectLst/>
        </p:spPr>
        <p:style>
          <a:lnRef idx="1">
            <a:schemeClr val="accent1"/>
          </a:lnRef>
          <a:fillRef idx="3">
            <a:schemeClr val="accent1"/>
          </a:fillRef>
          <a:effectRef idx="2">
            <a:schemeClr val="accent1"/>
          </a:effectRef>
          <a:fontRef idx="minor">
            <a:schemeClr val="lt1"/>
          </a:fontRef>
        </p:style>
        <p:txBody>
          <a:bodyPr rtlCol="0" anchor="ctr" lIns="0" rIns="0"/>
          <a:lstStyle/>
          <a:p>
            <a:pPr algn="ctr"/>
            <a:r>
              <a:rPr sz="1200" b="1">
                <a:solidFill>
                  <a:srgbClr val="8B5CF6"/>
                </a:solidFill>
                <a:latin typeface="Segoe UI"/>
              </a:rPr>
              <a:t>02</a:t>
            </a:r>
          </a:p>
        </p:txBody>
      </p:sp>
      <p:sp>
        <p:nvSpPr>
          <p:cNvPr id="33" name="TextBox 32"/>
          <p:cNvSpPr txBox="1"/>
          <p:nvPr/>
        </p:nvSpPr>
        <p:spPr>
          <a:xfrm>
            <a:off x="1300000" y="2323880"/>
            <a:ext cx="5900000" cy="2932240"/>
          </a:xfrm>
          <a:prstGeom prst="rect">
            <a:avLst/>
          </a:prstGeom>
          <a:noFill/>
        </p:spPr>
        <p:txBody>
          <a:bodyPr wrap="square" anchor="ctr">
            <a:spAutoFit/>
          </a:bodyPr>
          <a:lstStyle/>
          <a:p>
            <a:r>
              <a:rPr sz="1700" b="1">
                <a:solidFill>
                  <a:srgbClr val="E8EEFA"/>
                </a:solidFill>
                <a:latin typeface="Segoe UI"/>
              </a:rPr>
              <a:t>Intuitiv ma'no: biror shaxsning ma'lumoti to'plamda bo'lish-bo'lmasligi natijaga sezilarli ta'sir qilmaydi, demak, natijadan shaxs haqida ko'p narsa bilib bo'lmaydi.</a:t>
            </a:r>
          </a:p>
          <a:p>
            <a:pPr>
              <a:spcBef>
                <a:spcPts val="400"/>
              </a:spcBef>
            </a:pPr>
            <a:r>
              <a:rPr sz="1600">
                <a:solidFill>
                  <a:srgbClr val="AEBBD9"/>
                </a:solidFill>
                <a:latin typeface="Segoe UI"/>
              </a:rPr>
              <a:t>Chuqur o'qitishda DP ni ta'minlovchi standart algoritm — Abadi va hamkasblari 2016-yilda taklif qilgan DP-SGD: har bir namunaning gradienti alohida hisoblanadi, uning L2 normasi C chegarasiga qirqiladi (clipping), so'ngra yig'indiga σC standart og'ishli Gauss shovqini qo'shiladi.</a:t>
            </a:r>
          </a:p>
        </p:txBody>
      </p:sp>
    </p:spTree>
  </p:cSld>
  <p:clrMapOvr>
    <a:masterClrMapping/>
  </p:clrMapOvr>
  <p:transition spd="med">
    <p:fade/>
  </p:transition>
  <p:timing>
    <p:tnLst>
      <p:par>
        <p:cTn id="1" dur="indefinite" restart="never" nodeType="tmRoot">
          <p:childTnLst>
            <p:seq concurrent="1" nextAc="seek">
              <p:cTn id="2" dur="indefinite" nodeType="mainSeq">
                <p:childTnLst>
                  <p:par>
                    <p:cTn id="56" fill="hold">
                      <p:stCondLst>
                        <p:cond delay="indefinite"/>
                        <p:cond evt="onBegin" delay="0">
                          <p:tn val="2"/>
                        </p:cond>
                      </p:stCondLst>
                      <p:childTnLst>
                        <p:par>
                          <p:cTn id="3" fill="hold">
                            <p:stCondLst>
                              <p:cond delay="0"/>
                            </p:stCondLst>
                            <p:childTnLst>
                              <p:par>
                                <p:cTn id="4" presetID="10" presetClass="entr" presetSubtype="0" fill="hold" grpId="0" nodeType="withEffect">
                                  <p:stCondLst>
                                    <p:cond delay="0"/>
                                  </p:stCondLst>
                                  <p:childTnLst>
                                    <p:set>
                                      <p:cBhvr>
                                        <p:cTn id="5" dur="1" fill="hold">
                                          <p:stCondLst>
                                            <p:cond delay="0"/>
                                          </p:stCondLst>
                                        </p:cTn>
                                        <p:tgtEl>
                                          <p:spTgt spid="22"/>
                                        </p:tgtEl>
                                        <p:attrNameLst>
                                          <p:attrName>style.visibility</p:attrName>
                                        </p:attrNameLst>
                                      </p:cBhvr>
                                      <p:to>
                                        <p:strVal val="visible"/>
                                      </p:to>
                                    </p:set>
                                    <p:animEffect transition="in" filter="fade">
                                      <p:cBhvr>
                                        <p:cTn id="6" dur="550"/>
                                        <p:tgtEl>
                                          <p:spTgt spid="22"/>
                                        </p:tgtEl>
                                      </p:cBhvr>
                                    </p:animEffect>
                                  </p:childTnLst>
                                </p:cTn>
                              </p:par>
                            </p:childTnLst>
                          </p:cTn>
                        </p:par>
                        <p:par>
                          <p:cTn id="7" fill="hold">
                            <p:stCondLst>
                              <p:cond delay="0"/>
                            </p:stCondLst>
                            <p:childTnLst>
                              <p:par>
                                <p:cTn id="8" presetID="22" presetClass="entr" presetSubtype="8" fill="hold" grpId="0" nodeType="afterEffect">
                                  <p:stCondLst>
                                    <p:cond delay="0"/>
                                  </p:stCondLst>
                                  <p:childTnLst>
                                    <p:set>
                                      <p:cBhvr>
                                        <p:cTn id="9" dur="1" fill="hold">
                                          <p:stCondLst>
                                            <p:cond delay="0"/>
                                          </p:stCondLst>
                                        </p:cTn>
                                        <p:tgtEl>
                                          <p:spTgt spid="23"/>
                                        </p:tgtEl>
                                        <p:attrNameLst>
                                          <p:attrName>style.visibility</p:attrName>
                                        </p:attrNameLst>
                                      </p:cBhvr>
                                      <p:to>
                                        <p:strVal val="visible"/>
                                      </p:to>
                                    </p:set>
                                    <p:animEffect transition="in" filter="wipe(left)">
                                      <p:cBhvr>
                                        <p:cTn id="11" dur="800"/>
                                        <p:tgtEl>
                                          <p:spTgt spid="23"/>
                                        </p:tgtEl>
                                      </p:cBhvr>
                                    </p:animEffect>
                                  </p:childTnLst>
                                </p:cTn>
                              </p:par>
                            </p:childTnLst>
                          </p:cTn>
                        </p:par>
                        <p:par>
                          <p:cTn id="12" fill="hold">
                            <p:stCondLst>
                              <p:cond delay="150"/>
                            </p:stCondLst>
                            <p:childTnLst>
                              <p:par>
                                <p:cTn id="13" presetID="53" presetClass="entr" presetSubtype="16" fill="hold" grpId="0" nodeType="afterEffect">
                                  <p:stCondLst>
                                    <p:cond delay="0"/>
                                  </p:stCondLst>
                                  <p:childTnLst>
                                    <p:set>
                                      <p:cBhvr>
                                        <p:cTn id="14" dur="1" fill="hold">
                                          <p:stCondLst>
                                            <p:cond delay="0"/>
                                          </p:stCondLst>
                                        </p:cTn>
                                        <p:tgtEl>
                                          <p:spTgt spid="26"/>
                                        </p:tgtEl>
                                        <p:attrNameLst>
                                          <p:attrName>style.visibility</p:attrName>
                                        </p:attrNameLst>
                                      </p:cBhvr>
                                      <p:to>
                                        <p:strVal val="visible"/>
                                      </p:to>
                                    </p:set>
                                    <p:animEffect transition="in" filter="fade">
                                      <p:cBhvr>
                                        <p:cTn id="15" dur="550"/>
                                        <p:tgtEl>
                                          <p:spTgt spid="26"/>
                                        </p:tgtEl>
                                      </p:cBhvr>
                                    </p:animEffect>
                                    <p:anim calcmode="lin" valueType="num">
                                      <p:cBhvr additive="base">
                                        <p:cTn id="16" dur="550" fill="hold"/>
                                        <p:tgtEl>
                                          <p:spTgt spid="26"/>
                                        </p:tgtEl>
                                        <p:attrNameLst>
                                          <p:attrName>ppt_w</p:attrName>
                                        </p:attrNameLst>
                                      </p:cBhvr>
                                      <p:tavLst>
                                        <p:tav tm="0">
                                          <p:val>
                                            <p:strVal val="0"/>
                                          </p:val>
                                        </p:tav>
                                        <p:tav tm="100000">
                                          <p:val>
                                            <p:strVal val="#ppt_w"/>
                                          </p:val>
                                        </p:tav>
                                      </p:tavLst>
                                    </p:anim>
                                    <p:anim calcmode="lin" valueType="num">
                                      <p:cBhvr additive="base">
                                        <p:cTn id="17" dur="550" fill="hold"/>
                                        <p:tgtEl>
                                          <p:spTgt spid="26"/>
                                        </p:tgtEl>
                                        <p:attrNameLst>
                                          <p:attrName>ppt_h</p:attrName>
                                        </p:attrNameLst>
                                      </p:cBhvr>
                                      <p:tavLst>
                                        <p:tav tm="0">
                                          <p:val>
                                            <p:strVal val="0"/>
                                          </p:val>
                                        </p:tav>
                                        <p:tav tm="100000">
                                          <p:val>
                                            <p:strVal val="#ppt_h"/>
                                          </p:val>
                                        </p:tav>
                                      </p:tavLst>
                                    </p:anim>
                                  </p:childTnLst>
                                </p:cTn>
                              </p:par>
                            </p:childTnLst>
                          </p:cTn>
                        </p:par>
                        <p:par>
                          <p:cTn id="18" fill="hold">
                            <p:stCondLst>
                              <p:cond delay="150"/>
                            </p:stCondLst>
                            <p:childTnLst>
                              <p:par>
                                <p:cTn id="19" presetID="53" presetClass="entr" presetSubtype="16" fill="hold" grpId="0" nodeType="afterEffect">
                                  <p:stCondLst>
                                    <p:cond delay="0"/>
                                  </p:stCondLst>
                                  <p:childTnLst>
                                    <p:set>
                                      <p:cBhvr>
                                        <p:cTn id="20" dur="1" fill="hold">
                                          <p:stCondLst>
                                            <p:cond delay="0"/>
                                          </p:stCondLst>
                                        </p:cTn>
                                        <p:tgtEl>
                                          <p:spTgt spid="27"/>
                                        </p:tgtEl>
                                        <p:attrNameLst>
                                          <p:attrName>style.visibility</p:attrName>
                                        </p:attrNameLst>
                                      </p:cBhvr>
                                      <p:to>
                                        <p:strVal val="visible"/>
                                      </p:to>
                                    </p:set>
                                    <p:animEffect transition="in" filter="fade">
                                      <p:cBhvr>
                                        <p:cTn id="21" dur="550"/>
                                        <p:tgtEl>
                                          <p:spTgt spid="27"/>
                                        </p:tgtEl>
                                      </p:cBhvr>
                                    </p:animEffect>
                                    <p:anim calcmode="lin" valueType="num">
                                      <p:cBhvr additive="base">
                                        <p:cTn id="22" dur="550" fill="hold"/>
                                        <p:tgtEl>
                                          <p:spTgt spid="27"/>
                                        </p:tgtEl>
                                        <p:attrNameLst>
                                          <p:attrName>ppt_w</p:attrName>
                                        </p:attrNameLst>
                                      </p:cBhvr>
                                      <p:tavLst>
                                        <p:tav tm="0">
                                          <p:val>
                                            <p:strVal val="0"/>
                                          </p:val>
                                        </p:tav>
                                        <p:tav tm="100000">
                                          <p:val>
                                            <p:strVal val="#ppt_w"/>
                                          </p:val>
                                        </p:tav>
                                      </p:tavLst>
                                    </p:anim>
                                    <p:anim calcmode="lin" valueType="num">
                                      <p:cBhvr additive="base">
                                        <p:cTn id="23" dur="550" fill="hold"/>
                                        <p:tgtEl>
                                          <p:spTgt spid="27"/>
                                        </p:tgtEl>
                                        <p:attrNameLst>
                                          <p:attrName>ppt_h</p:attrName>
                                        </p:attrNameLst>
                                      </p:cBhvr>
                                      <p:tavLst>
                                        <p:tav tm="0">
                                          <p:val>
                                            <p:strVal val="0"/>
                                          </p:val>
                                        </p:tav>
                                        <p:tav tm="100000">
                                          <p:val>
                                            <p:strVal val="#ppt_h"/>
                                          </p:val>
                                        </p:tav>
                                      </p:tavLst>
                                    </p:anim>
                                  </p:childTnLst>
                                </p:cTn>
                              </p:par>
                            </p:childTnLst>
                          </p:cTn>
                        </p:par>
                        <p:par>
                          <p:cTn id="24" fill="hold">
                            <p:stCondLst>
                              <p:cond delay="150"/>
                            </p:stCondLst>
                            <p:childTnLst>
                              <p:par>
                                <p:cTn id="25" presetID="10" presetClass="entr" presetSubtype="0" fill="hold" grpId="0" nodeType="afterEffect">
                                  <p:stCondLst>
                                    <p:cond delay="0"/>
                                  </p:stCondLst>
                                  <p:childTnLst>
                                    <p:set>
                                      <p:cBhvr>
                                        <p:cTn id="26" dur="1" fill="hold">
                                          <p:stCondLst>
                                            <p:cond delay="0"/>
                                          </p:stCondLst>
                                        </p:cTn>
                                        <p:tgtEl>
                                          <p:spTgt spid="29"/>
                                        </p:tgtEl>
                                        <p:attrNameLst>
                                          <p:attrName>style.visibility</p:attrName>
                                        </p:attrNameLst>
                                      </p:cBhvr>
                                      <p:to>
                                        <p:strVal val="visible"/>
                                      </p:to>
                                    </p:set>
                                    <p:animEffect transition="in" filter="fade">
                                      <p:cBhvr>
                                        <p:cTn id="27" dur="550"/>
                                        <p:tgtEl>
                                          <p:spTgt spid="29"/>
                                        </p:tgtEl>
                                      </p:cBhvr>
                                    </p:animEffect>
                                  </p:childTnLst>
                                </p:cTn>
                              </p:par>
                            </p:childTnLst>
                          </p:cTn>
                        </p:par>
                        <p:par>
                          <p:cTn id="28" fill="hold">
                            <p:stCondLst>
                              <p:cond delay="150"/>
                            </p:stCondLst>
                            <p:childTnLst>
                              <p:par>
                                <p:cTn id="29" presetID="10" presetClass="entr" presetSubtype="0" fill="hold" grpId="0" nodeType="afterEffect">
                                  <p:stCondLst>
                                    <p:cond delay="0"/>
                                  </p:stCondLst>
                                  <p:childTnLst>
                                    <p:set>
                                      <p:cBhvr>
                                        <p:cTn id="30" dur="1" fill="hold">
                                          <p:stCondLst>
                                            <p:cond delay="0"/>
                                          </p:stCondLst>
                                        </p:cTn>
                                        <p:tgtEl>
                                          <p:spTgt spid="28"/>
                                        </p:tgtEl>
                                        <p:attrNameLst>
                                          <p:attrName>style.visibility</p:attrName>
                                        </p:attrNameLst>
                                      </p:cBhvr>
                                      <p:to>
                                        <p:strVal val="visible"/>
                                      </p:to>
                                    </p:set>
                                    <p:animEffect transition="in" filter="fade">
                                      <p:cBhvr>
                                        <p:cTn id="31" dur="550"/>
                                        <p:tgtEl>
                                          <p:spTgt spid="28"/>
                                        </p:tgtEl>
                                      </p:cBhvr>
                                    </p:animEffect>
                                  </p:childTnLst>
                                </p:cTn>
                              </p:par>
                            </p:childTnLst>
                          </p:cTn>
                        </p:par>
                        <p:par>
                          <p:cTn id="32" fill="hold">
                            <p:stCondLst>
                              <p:cond delay="350"/>
                            </p:stCondLst>
                            <p:childTnLst>
                              <p:par>
                                <p:cTn id="33" presetID="42" presetClass="entr" presetSubtype="0" fill="hold" grpId="0" nodeType="afterEffect">
                                  <p:stCondLst>
                                    <p:cond delay="0"/>
                                  </p:stCondLst>
                                  <p:childTnLst>
                                    <p:set>
                                      <p:cBhvr>
                                        <p:cTn id="34" dur="1" fill="hold">
                                          <p:stCondLst>
                                            <p:cond delay="0"/>
                                          </p:stCondLst>
                                        </p:cTn>
                                        <p:tgtEl>
                                          <p:spTgt spid="30"/>
                                        </p:tgtEl>
                                        <p:attrNameLst>
                                          <p:attrName>style.visibility</p:attrName>
                                        </p:attrNameLst>
                                      </p:cBhvr>
                                      <p:to>
                                        <p:strVal val="visible"/>
                                      </p:to>
                                    </p:set>
                                    <p:animEffect transition="in" filter="fade">
                                      <p:cBhvr>
                                        <p:cTn id="35" dur="550"/>
                                        <p:tgtEl>
                                          <p:spTgt spid="30"/>
                                        </p:tgtEl>
                                      </p:cBhvr>
                                    </p:animEffect>
                                    <p:anim calcmode="lin" valueType="num">
                                      <p:cBhvr additive="base">
                                        <p:cTn id="36" dur="550" fill="hold"/>
                                        <p:tgtEl>
                                          <p:spTgt spid="30"/>
                                        </p:tgtEl>
                                        <p:attrNameLst>
                                          <p:attrName>ppt_x</p:attrName>
                                        </p:attrNameLst>
                                      </p:cBhvr>
                                      <p:tavLst>
                                        <p:tav tm="0">
                                          <p:val>
                                            <p:strVal val="#ppt_x"/>
                                          </p:val>
                                        </p:tav>
                                        <p:tav tm="100000">
                                          <p:val>
                                            <p:strVal val="#ppt_x"/>
                                          </p:val>
                                        </p:tav>
                                      </p:tavLst>
                                    </p:anim>
                                    <p:anim calcmode="lin" valueType="num">
                                      <p:cBhvr additive="base">
                                        <p:cTn id="37" dur="550" fill="hold"/>
                                        <p:tgtEl>
                                          <p:spTgt spid="30"/>
                                        </p:tgtEl>
                                        <p:attrNameLst>
                                          <p:attrName>ppt_y</p:attrName>
                                        </p:attrNameLst>
                                      </p:cBhvr>
                                      <p:tavLst>
                                        <p:tav tm="0">
                                          <p:val>
                                            <p:strVal val="#ppt_y+.08"/>
                                          </p:val>
                                        </p:tav>
                                        <p:tav tm="100000">
                                          <p:val>
                                            <p:strVal val="#ppt_y"/>
                                          </p:val>
                                        </p:tav>
                                      </p:tavLst>
                                    </p:anim>
                                  </p:childTnLst>
                                </p:cTn>
                              </p:par>
                            </p:childTnLst>
                          </p:cTn>
                        </p:par>
                        <p:par>
                          <p:cTn id="38" fill="hold">
                            <p:stCondLst>
                              <p:cond delay="350"/>
                            </p:stCondLst>
                            <p:childTnLst>
                              <p:par>
                                <p:cTn id="39" presetID="42" presetClass="entr" presetSubtype="0" fill="hold" grpId="0" nodeType="afterEffect">
                                  <p:stCondLst>
                                    <p:cond delay="0"/>
                                  </p:stCondLst>
                                  <p:childTnLst>
                                    <p:set>
                                      <p:cBhvr>
                                        <p:cTn id="40" dur="1" fill="hold">
                                          <p:stCondLst>
                                            <p:cond delay="0"/>
                                          </p:stCondLst>
                                        </p:cTn>
                                        <p:tgtEl>
                                          <p:spTgt spid="31"/>
                                        </p:tgtEl>
                                        <p:attrNameLst>
                                          <p:attrName>style.visibility</p:attrName>
                                        </p:attrNameLst>
                                      </p:cBhvr>
                                      <p:to>
                                        <p:strVal val="visible"/>
                                      </p:to>
                                    </p:set>
                                    <p:animEffect transition="in" filter="fade">
                                      <p:cBhvr>
                                        <p:cTn id="41" dur="550"/>
                                        <p:tgtEl>
                                          <p:spTgt spid="31"/>
                                        </p:tgtEl>
                                      </p:cBhvr>
                                    </p:animEffect>
                                    <p:anim calcmode="lin" valueType="num">
                                      <p:cBhvr additive="base">
                                        <p:cTn id="42" dur="550" fill="hold"/>
                                        <p:tgtEl>
                                          <p:spTgt spid="31"/>
                                        </p:tgtEl>
                                        <p:attrNameLst>
                                          <p:attrName>ppt_x</p:attrName>
                                        </p:attrNameLst>
                                      </p:cBhvr>
                                      <p:tavLst>
                                        <p:tav tm="0">
                                          <p:val>
                                            <p:strVal val="#ppt_x"/>
                                          </p:val>
                                        </p:tav>
                                        <p:tav tm="100000">
                                          <p:val>
                                            <p:strVal val="#ppt_x"/>
                                          </p:val>
                                        </p:tav>
                                      </p:tavLst>
                                    </p:anim>
                                    <p:anim calcmode="lin" valueType="num">
                                      <p:cBhvr additive="base">
                                        <p:cTn id="43" dur="550" fill="hold"/>
                                        <p:tgtEl>
                                          <p:spTgt spid="31"/>
                                        </p:tgtEl>
                                        <p:attrNameLst>
                                          <p:attrName>ppt_y</p:attrName>
                                        </p:attrNameLst>
                                      </p:cBhvr>
                                      <p:tavLst>
                                        <p:tav tm="0">
                                          <p:val>
                                            <p:strVal val="#ppt_y+.08"/>
                                          </p:val>
                                        </p:tav>
                                        <p:tav tm="100000">
                                          <p:val>
                                            <p:strVal val="#ppt_y"/>
                                          </p:val>
                                        </p:tav>
                                      </p:tavLst>
                                    </p:anim>
                                  </p:childTnLst>
                                </p:cTn>
                              </p:par>
                            </p:childTnLst>
                          </p:cTn>
                        </p:par>
                        <p:par>
                          <p:cTn id="44" fill="hold">
                            <p:stCondLst>
                              <p:cond delay="350"/>
                            </p:stCondLst>
                            <p:childTnLst>
                              <p:par>
                                <p:cTn id="45" presetID="53" presetClass="entr" presetSubtype="16" fill="hold" grpId="0" nodeType="afterEffect">
                                  <p:stCondLst>
                                    <p:cond delay="0"/>
                                  </p:stCondLst>
                                  <p:childTnLst>
                                    <p:set>
                                      <p:cBhvr>
                                        <p:cTn id="46" dur="1" fill="hold">
                                          <p:stCondLst>
                                            <p:cond delay="0"/>
                                          </p:stCondLst>
                                        </p:cTn>
                                        <p:tgtEl>
                                          <p:spTgt spid="32"/>
                                        </p:tgtEl>
                                        <p:attrNameLst>
                                          <p:attrName>style.visibility</p:attrName>
                                        </p:attrNameLst>
                                      </p:cBhvr>
                                      <p:to>
                                        <p:strVal val="visible"/>
                                      </p:to>
                                    </p:set>
                                    <p:animEffect transition="in" filter="fade">
                                      <p:cBhvr>
                                        <p:cTn id="47" dur="550"/>
                                        <p:tgtEl>
                                          <p:spTgt spid="32"/>
                                        </p:tgtEl>
                                      </p:cBhvr>
                                    </p:animEffect>
                                    <p:anim calcmode="lin" valueType="num">
                                      <p:cBhvr additive="base">
                                        <p:cTn id="48" dur="550" fill="hold"/>
                                        <p:tgtEl>
                                          <p:spTgt spid="32"/>
                                        </p:tgtEl>
                                        <p:attrNameLst>
                                          <p:attrName>ppt_w</p:attrName>
                                        </p:attrNameLst>
                                      </p:cBhvr>
                                      <p:tavLst>
                                        <p:tav tm="0">
                                          <p:val>
                                            <p:strVal val="0"/>
                                          </p:val>
                                        </p:tav>
                                        <p:tav tm="100000">
                                          <p:val>
                                            <p:strVal val="#ppt_w"/>
                                          </p:val>
                                        </p:tav>
                                      </p:tavLst>
                                    </p:anim>
                                    <p:anim calcmode="lin" valueType="num">
                                      <p:cBhvr additive="base">
                                        <p:cTn id="49" dur="550" fill="hold"/>
                                        <p:tgtEl>
                                          <p:spTgt spid="32"/>
                                        </p:tgtEl>
                                        <p:attrNameLst>
                                          <p:attrName>ppt_h</p:attrName>
                                        </p:attrNameLst>
                                      </p:cBhvr>
                                      <p:tavLst>
                                        <p:tav tm="0">
                                          <p:val>
                                            <p:strVal val="0"/>
                                          </p:val>
                                        </p:tav>
                                        <p:tav tm="100000">
                                          <p:val>
                                            <p:strVal val="#ppt_h"/>
                                          </p:val>
                                        </p:tav>
                                      </p:tavLst>
                                    </p:anim>
                                  </p:childTnLst>
                                </p:cTn>
                              </p:par>
                            </p:childTnLst>
                          </p:cTn>
                        </p:par>
                        <p:par>
                          <p:cTn id="50" fill="hold">
                            <p:stCondLst>
                              <p:cond delay="350"/>
                            </p:stCondLst>
                            <p:childTnLst>
                              <p:par>
                                <p:cTn id="51" presetID="42" presetClass="entr" presetSubtype="0" fill="hold" grpId="0" nodeType="afterEffect">
                                  <p:stCondLst>
                                    <p:cond delay="0"/>
                                  </p:stCondLst>
                                  <p:childTnLst>
                                    <p:set>
                                      <p:cBhvr>
                                        <p:cTn id="52" dur="1" fill="hold">
                                          <p:stCondLst>
                                            <p:cond delay="0"/>
                                          </p:stCondLst>
                                        </p:cTn>
                                        <p:tgtEl>
                                          <p:spTgt spid="33"/>
                                        </p:tgtEl>
                                        <p:attrNameLst>
                                          <p:attrName>style.visibility</p:attrName>
                                        </p:attrNameLst>
                                      </p:cBhvr>
                                      <p:to>
                                        <p:strVal val="visible"/>
                                      </p:to>
                                    </p:set>
                                    <p:animEffect transition="in" filter="fade">
                                      <p:cBhvr>
                                        <p:cTn id="53" dur="550"/>
                                        <p:tgtEl>
                                          <p:spTgt spid="33"/>
                                        </p:tgtEl>
                                      </p:cBhvr>
                                    </p:animEffect>
                                    <p:anim calcmode="lin" valueType="num">
                                      <p:cBhvr additive="base">
                                        <p:cTn id="54" dur="550" fill="hold"/>
                                        <p:tgtEl>
                                          <p:spTgt spid="33"/>
                                        </p:tgtEl>
                                        <p:attrNameLst>
                                          <p:attrName>ppt_x</p:attrName>
                                        </p:attrNameLst>
                                      </p:cBhvr>
                                      <p:tavLst>
                                        <p:tav tm="0">
                                          <p:val>
                                            <p:strVal val="#ppt_x"/>
                                          </p:val>
                                        </p:tav>
                                        <p:tav tm="100000">
                                          <p:val>
                                            <p:strVal val="#ppt_x"/>
                                          </p:val>
                                        </p:tav>
                                      </p:tavLst>
                                    </p:anim>
                                    <p:anim calcmode="lin" valueType="num">
                                      <p:cBhvr additive="base">
                                        <p:cTn id="55" dur="550" fill="hold"/>
                                        <p:tgtEl>
                                          <p:spTgt spid="33"/>
                                        </p:tgtEl>
                                        <p:attrNameLst>
                                          <p:attrName>ppt_y</p:attrName>
                                        </p:attrNameLst>
                                      </p:cBhvr>
                                      <p:tavLst>
                                        <p:tav tm="0">
                                          <p:val>
                                            <p:strVal val="#ppt_y+.08"/>
                                          </p:val>
                                        </p:tav>
                                        <p:tav tm="100000">
                                          <p:val>
                                            <p:strVal val="#ppt_y"/>
                                          </p:val>
                                        </p:tav>
                                      </p:tavLst>
                                    </p:anim>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22" grpId="0" animBg="1"/>
      <p:bldP spid="23" grpId="0" animBg="1"/>
      <p:bldP spid="26" grpId="0" animBg="1"/>
      <p:bldP spid="29" grpId="0" animBg="1"/>
      <p:bldP spid="28" grpId="0" animBg="1"/>
      <p:bldP spid="30" grpId="0" animBg="1"/>
      <p:bldP spid="31" grpId="0" animBg="1"/>
      <p:bldP spid="32" grpId="0" animBg="1"/>
      <p:bldP spid="33" grpId="0" animBg="1"/>
    </p:bldLst>
  </p:timing>
</p:sld>
</file>

<file path=ppt/slides/slide2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2000" cy="6858000"/>
          </a:xfrm>
          <a:prstGeom prst="rect">
            <a:avLst/>
          </a:prstGeom>
          <a:gradFill rotWithShape="1">
            <a:gsLst>
              <a:gs pos="0">
                <a:srgbClr val="070B1A"/>
              </a:gs>
              <a:gs pos="100000">
                <a:srgbClr val="141C44"/>
              </a:gs>
            </a:gsLst>
            <a:lin scaled="0" ang="13500000"/>
          </a:gra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cxnSp>
        <p:nvCxnSpPr>
          <p:cNvPr id="3" name="Connector 2"/>
          <p:cNvCxnSpPr/>
          <p:nvPr/>
        </p:nvCxnSpPr>
        <p:spPr>
          <a:xfrm flipV="1">
            <a:off x="10350000" y="305000"/>
            <a:ext cx="750000" cy="75000"/>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cxnSp>
        <p:nvCxnSpPr>
          <p:cNvPr id="4" name="Connector 3"/>
          <p:cNvCxnSpPr/>
          <p:nvPr/>
        </p:nvCxnSpPr>
        <p:spPr>
          <a:xfrm>
            <a:off x="10350000" y="380000"/>
            <a:ext cx="750000" cy="150000"/>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cxnSp>
        <p:nvCxnSpPr>
          <p:cNvPr id="5" name="Connector 4"/>
          <p:cNvCxnSpPr/>
          <p:nvPr/>
        </p:nvCxnSpPr>
        <p:spPr>
          <a:xfrm>
            <a:off x="10350000" y="380000"/>
            <a:ext cx="750000" cy="375000"/>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cxnSp>
        <p:nvCxnSpPr>
          <p:cNvPr id="6" name="Connector 5"/>
          <p:cNvCxnSpPr/>
          <p:nvPr/>
        </p:nvCxnSpPr>
        <p:spPr>
          <a:xfrm>
            <a:off x="11100000" y="305000"/>
            <a:ext cx="750000" cy="75000"/>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cxnSp>
        <p:nvCxnSpPr>
          <p:cNvPr id="7" name="Connector 6"/>
          <p:cNvCxnSpPr/>
          <p:nvPr/>
        </p:nvCxnSpPr>
        <p:spPr>
          <a:xfrm>
            <a:off x="11100000" y="305000"/>
            <a:ext cx="750000" cy="375000"/>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cxnSp>
        <p:nvCxnSpPr>
          <p:cNvPr id="8" name="Connector 7"/>
          <p:cNvCxnSpPr/>
          <p:nvPr/>
        </p:nvCxnSpPr>
        <p:spPr>
          <a:xfrm flipV="1">
            <a:off x="11100000" y="380000"/>
            <a:ext cx="750000" cy="150000"/>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cxnSp>
        <p:nvCxnSpPr>
          <p:cNvPr id="9" name="Connector 8"/>
          <p:cNvCxnSpPr/>
          <p:nvPr/>
        </p:nvCxnSpPr>
        <p:spPr>
          <a:xfrm flipV="1">
            <a:off x="11100000" y="380000"/>
            <a:ext cx="750000" cy="375000"/>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sp>
        <p:nvSpPr>
          <p:cNvPr id="10" name="Oval 9"/>
          <p:cNvSpPr/>
          <p:nvPr/>
        </p:nvSpPr>
        <p:spPr>
          <a:xfrm>
            <a:off x="10280000" y="310000"/>
            <a:ext cx="140000" cy="140000"/>
          </a:xfrm>
          <a:prstGeom prst="ellipse">
            <a:avLst/>
          </a:prstGeom>
          <a:solidFill>
            <a:srgbClr val="3B4C8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Oval 10"/>
          <p:cNvSpPr/>
          <p:nvPr/>
        </p:nvSpPr>
        <p:spPr>
          <a:xfrm>
            <a:off x="10280000" y="610000"/>
            <a:ext cx="140000" cy="140000"/>
          </a:xfrm>
          <a:prstGeom prst="ellipse">
            <a:avLst/>
          </a:prstGeom>
          <a:solidFill>
            <a:srgbClr val="3B4C8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11030000" y="235000"/>
            <a:ext cx="140000" cy="140000"/>
          </a:xfrm>
          <a:prstGeom prst="ellipse">
            <a:avLst/>
          </a:prstGeom>
          <a:solidFill>
            <a:srgbClr val="3B4C8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Oval 12"/>
          <p:cNvSpPr/>
          <p:nvPr/>
        </p:nvSpPr>
        <p:spPr>
          <a:xfrm>
            <a:off x="11030000" y="460000"/>
            <a:ext cx="140000" cy="140000"/>
          </a:xfrm>
          <a:prstGeom prst="ellipse">
            <a:avLst/>
          </a:prstGeom>
          <a:solidFill>
            <a:srgbClr val="3B4C8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Oval 13"/>
          <p:cNvSpPr/>
          <p:nvPr/>
        </p:nvSpPr>
        <p:spPr>
          <a:xfrm>
            <a:off x="11030000" y="685000"/>
            <a:ext cx="140000" cy="140000"/>
          </a:xfrm>
          <a:prstGeom prst="ellipse">
            <a:avLst/>
          </a:prstGeom>
          <a:solidFill>
            <a:srgbClr val="3B4C8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Oval 14"/>
          <p:cNvSpPr/>
          <p:nvPr/>
        </p:nvSpPr>
        <p:spPr>
          <a:xfrm>
            <a:off x="11780000" y="310000"/>
            <a:ext cx="140000" cy="140000"/>
          </a:xfrm>
          <a:prstGeom prst="ellipse">
            <a:avLst/>
          </a:prstGeom>
          <a:solidFill>
            <a:srgbClr val="3B4C8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Oval 15"/>
          <p:cNvSpPr/>
          <p:nvPr/>
        </p:nvSpPr>
        <p:spPr>
          <a:xfrm>
            <a:off x="11780000" y="610000"/>
            <a:ext cx="140000" cy="140000"/>
          </a:xfrm>
          <a:prstGeom prst="ellipse">
            <a:avLst/>
          </a:prstGeom>
          <a:solidFill>
            <a:srgbClr val="3B4C8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500000" y="160000"/>
            <a:ext cx="9600000" cy="300000"/>
          </a:xfrm>
          <a:prstGeom prst="rect">
            <a:avLst/>
          </a:prstGeom>
          <a:noFill/>
        </p:spPr>
        <p:txBody>
          <a:bodyPr wrap="square" anchor="t" lIns="50800" rIns="50800">
            <a:spAutoFit/>
          </a:bodyPr>
          <a:lstStyle/>
          <a:p>
            <a:pPr algn="l"/>
            <a:r>
              <a:rPr sz="1100" b="1">
                <a:solidFill>
                  <a:srgbClr val="22D3EE"/>
                </a:solidFill>
                <a:latin typeface="Segoe UI"/>
              </a:rPr>
              <a:t>◆ 4-REJA</a:t>
            </a:r>
          </a:p>
        </p:txBody>
      </p:sp>
      <p:sp>
        <p:nvSpPr>
          <p:cNvPr id="18" name="TextBox 17"/>
          <p:cNvSpPr txBox="1"/>
          <p:nvPr/>
        </p:nvSpPr>
        <p:spPr>
          <a:xfrm>
            <a:off x="500000" y="400000"/>
            <a:ext cx="9800000" cy="650000"/>
          </a:xfrm>
          <a:prstGeom prst="rect">
            <a:avLst/>
          </a:prstGeom>
          <a:noFill/>
        </p:spPr>
        <p:txBody>
          <a:bodyPr wrap="square" anchor="ctr" lIns="50800" rIns="50800">
            <a:spAutoFit/>
          </a:bodyPr>
          <a:lstStyle/>
          <a:p>
            <a:pPr algn="l"/>
            <a:r>
              <a:rPr sz="2600" b="1">
                <a:solidFill>
                  <a:srgbClr val="E8EEFA"/>
                </a:solidFill>
                <a:latin typeface="Segoe UI"/>
              </a:rPr>
              <a:t>Maxfiylikni saqlovchi sun'iy intellekt</a:t>
            </a:r>
          </a:p>
        </p:txBody>
      </p:sp>
      <p:sp>
        <p:nvSpPr>
          <p:cNvPr id="19" name="Rectangle 18"/>
          <p:cNvSpPr/>
          <p:nvPr/>
        </p:nvSpPr>
        <p:spPr>
          <a:xfrm>
            <a:off x="560000" y="1080000"/>
            <a:ext cx="1700000" cy="45000"/>
          </a:xfrm>
          <a:prstGeom prst="rect">
            <a:avLst/>
          </a:prstGeom>
          <a:gradFill rotWithShape="1">
            <a:gsLst>
              <a:gs pos="0">
                <a:srgbClr val="22D3EE"/>
              </a:gs>
              <a:gs pos="100000">
                <a:srgbClr val="8B5CF6"/>
              </a:gs>
            </a:gsLst>
            <a:lin scaled="0" ang="0"/>
          </a:gra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500000" y="6450000"/>
            <a:ext cx="9500000" cy="280000"/>
          </a:xfrm>
          <a:prstGeom prst="rect">
            <a:avLst/>
          </a:prstGeom>
          <a:noFill/>
        </p:spPr>
        <p:txBody>
          <a:bodyPr wrap="square" anchor="t" lIns="50800" rIns="50800">
            <a:spAutoFit/>
          </a:bodyPr>
          <a:lstStyle/>
          <a:p>
            <a:pPr algn="l"/>
            <a:r>
              <a:rPr sz="900" b="0">
                <a:solidFill>
                  <a:srgbClr val="707EAA"/>
                </a:solidFill>
                <a:latin typeface="Segoe UI"/>
              </a:rPr>
              <a:t>M9 · Tizimlarining ishonchliligi va axborot xavfsizligi</a:t>
            </a:r>
          </a:p>
        </p:txBody>
      </p:sp>
      <p:sp>
        <p:nvSpPr>
          <p:cNvPr id="21" name="Rounded Rectangle 20"/>
          <p:cNvSpPr/>
          <p:nvPr/>
        </p:nvSpPr>
        <p:spPr>
          <a:xfrm>
            <a:off x="11000000" y="6430000"/>
            <a:ext cx="700000" cy="270000"/>
          </a:xfrm>
          <a:prstGeom prst="roundRect">
            <a:avLst/>
          </a:prstGeom>
          <a:solidFill>
            <a:srgbClr val="121936"/>
          </a:solidFill>
          <a:ln w="12700">
            <a:solidFill>
              <a:srgbClr val="2A356E"/>
            </a:solidFill>
          </a:ln>
          <a:effectLst/>
        </p:spPr>
        <p:style>
          <a:lnRef idx="1">
            <a:schemeClr val="accent1"/>
          </a:lnRef>
          <a:fillRef idx="3">
            <a:schemeClr val="accent1"/>
          </a:fillRef>
          <a:effectRef idx="2">
            <a:schemeClr val="accent1"/>
          </a:effectRef>
          <a:fontRef idx="minor">
            <a:schemeClr val="lt1"/>
          </a:fontRef>
        </p:style>
        <p:txBody>
          <a:bodyPr rtlCol="0" anchor="ctr" tIns="0" bIns="0"/>
          <a:lstStyle/>
          <a:p>
            <a:pPr algn="ctr"/>
            <a:r>
              <a:rPr sz="1000" b="1">
                <a:solidFill>
                  <a:srgbClr val="22D3EE"/>
                </a:solidFill>
                <a:latin typeface="Segoe UI"/>
              </a:rPr>
              <a:t>23</a:t>
            </a:r>
          </a:p>
        </p:txBody>
      </p:sp>
      <p:sp>
        <p:nvSpPr>
          <p:cNvPr id="22" name="Rounded Rectangle 21"/>
          <p:cNvSpPr/>
          <p:nvPr/>
        </p:nvSpPr>
        <p:spPr>
          <a:xfrm>
            <a:off x="7520000" y="1330000"/>
            <a:ext cx="4250000" cy="4650000"/>
          </a:xfrm>
          <a:prstGeom prst="roundRect">
            <a:avLst>
              <a:gd name="adj" fmla="val 5000"/>
            </a:avLst>
          </a:prstGeom>
          <a:noFill/>
          <a:ln w="15875">
            <a:solidFill>
              <a:srgbClr val="8B5CF6"/>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23" name="Picture 22" descr="6c6a6b77c1bfffd5.jpg"/>
          <p:cNvPicPr>
            <a:picLocks noChangeAspect="1"/>
          </p:cNvPicPr>
          <p:nvPr/>
        </p:nvPicPr>
        <p:blipFill>
          <a:blip r:embed="rId2"/>
          <a:srcRect l="18127" r="18127"/>
          <a:stretch>
            <a:fillRect/>
          </a:stretch>
        </p:blipFill>
        <p:spPr>
          <a:xfrm>
            <a:off x="7620000" y="1430000"/>
            <a:ext cx="4050000" cy="4250000"/>
          </a:xfrm>
          <a:prstGeom prst="roundRect">
            <a:avLst/>
          </a:prstGeom>
          <a:ln w="19050">
            <a:solidFill>
              <a:srgbClr val="22D3EE"/>
            </a:solidFill>
          </a:ln>
        </p:spPr>
      </p:pic>
      <p:sp>
        <p:nvSpPr>
          <p:cNvPr id="24" name="TextBox 23"/>
          <p:cNvSpPr txBox="1"/>
          <p:nvPr/>
        </p:nvSpPr>
        <p:spPr>
          <a:xfrm>
            <a:off x="7620000" y="5710000"/>
            <a:ext cx="4050000" cy="260000"/>
          </a:xfrm>
          <a:prstGeom prst="rect">
            <a:avLst/>
          </a:prstGeom>
          <a:noFill/>
        </p:spPr>
        <p:txBody>
          <a:bodyPr wrap="square" anchor="t" lIns="50800" rIns="50800">
            <a:spAutoFit/>
          </a:bodyPr>
          <a:lstStyle/>
          <a:p>
            <a:pPr algn="l"/>
            <a:r>
              <a:rPr sz="800" b="0">
                <a:solidFill>
                  <a:srgbClr val="707EAA"/>
                </a:solidFill>
                <a:latin typeface="Segoe UI"/>
              </a:rPr>
              <a:t>Rasm: Kenneth  Allen · Wikimedia Commons · CC BY-SA 2.0</a:t>
            </a:r>
          </a:p>
        </p:txBody>
      </p:sp>
      <p:sp>
        <p:nvSpPr>
          <p:cNvPr id="25" name="Rounded Rectangle 24"/>
          <p:cNvSpPr/>
          <p:nvPr/>
        </p:nvSpPr>
        <p:spPr>
          <a:xfrm>
            <a:off x="7750000" y="1560000"/>
            <a:ext cx="1700000" cy="300000"/>
          </a:xfrm>
          <a:prstGeom prst="roundRect">
            <a:avLst/>
          </a:prstGeom>
          <a:solidFill>
            <a:srgbClr val="070B1A"/>
          </a:solidFill>
          <a:ln w="12700">
            <a:solidFill>
              <a:srgbClr val="22D3EE"/>
            </a:solidFill>
          </a:ln>
          <a:effectLst/>
        </p:spPr>
        <p:style>
          <a:lnRef idx="1">
            <a:schemeClr val="accent1"/>
          </a:lnRef>
          <a:fillRef idx="3">
            <a:schemeClr val="accent1"/>
          </a:fillRef>
          <a:effectRef idx="2">
            <a:schemeClr val="accent1"/>
          </a:effectRef>
          <a:fontRef idx="minor">
            <a:schemeClr val="lt1"/>
          </a:fontRef>
        </p:style>
        <p:txBody>
          <a:bodyPr rtlCol="0" anchor="ctr" tIns="0" bIns="0"/>
          <a:lstStyle/>
          <a:p>
            <a:pPr algn="ctr"/>
            <a:r>
              <a:rPr sz="900" b="1">
                <a:solidFill>
                  <a:srgbClr val="22D3EE"/>
                </a:solidFill>
                <a:latin typeface="Segoe UI"/>
              </a:rPr>
              <a:t>⚙ AMALIYOTDA</a:t>
            </a:r>
          </a:p>
        </p:txBody>
      </p:sp>
      <p:sp>
        <p:nvSpPr>
          <p:cNvPr id="26" name="Rounded Rectangle 25"/>
          <p:cNvSpPr/>
          <p:nvPr/>
        </p:nvSpPr>
        <p:spPr>
          <a:xfrm>
            <a:off x="550000" y="2568868"/>
            <a:ext cx="6750000" cy="2442264"/>
          </a:xfrm>
          <a:prstGeom prst="roundRect">
            <a:avLst>
              <a:gd name="adj" fmla="val 12000"/>
            </a:avLst>
          </a:prstGeom>
          <a:solidFill>
            <a:srgbClr val="121936"/>
          </a:solidFill>
          <a:ln w="12700">
            <a:solidFill>
              <a:srgbClr val="2A356E"/>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Rectangle 26"/>
          <p:cNvSpPr/>
          <p:nvPr/>
        </p:nvSpPr>
        <p:spPr>
          <a:xfrm>
            <a:off x="550000" y="2648868"/>
            <a:ext cx="50000" cy="2282264"/>
          </a:xfrm>
          <a:prstGeom prst="rect">
            <a:avLst/>
          </a:prstGeom>
          <a:solidFill>
            <a:srgbClr val="EC489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Oval 27"/>
          <p:cNvSpPr/>
          <p:nvPr/>
        </p:nvSpPr>
        <p:spPr>
          <a:xfrm>
            <a:off x="760000" y="3590000"/>
            <a:ext cx="400000" cy="400000"/>
          </a:xfrm>
          <a:prstGeom prst="ellipse">
            <a:avLst/>
          </a:prstGeom>
          <a:noFill/>
          <a:ln w="25400">
            <a:solidFill>
              <a:srgbClr val="EC4899"/>
            </a:solidFill>
          </a:ln>
          <a:effectLst/>
        </p:spPr>
        <p:style>
          <a:lnRef idx="1">
            <a:schemeClr val="accent1"/>
          </a:lnRef>
          <a:fillRef idx="3">
            <a:schemeClr val="accent1"/>
          </a:fillRef>
          <a:effectRef idx="2">
            <a:schemeClr val="accent1"/>
          </a:effectRef>
          <a:fontRef idx="minor">
            <a:schemeClr val="lt1"/>
          </a:fontRef>
        </p:style>
        <p:txBody>
          <a:bodyPr rtlCol="0" anchor="ctr" lIns="0" rIns="0"/>
          <a:lstStyle/>
          <a:p>
            <a:pPr algn="ctr"/>
            <a:r>
              <a:rPr sz="1200" b="1">
                <a:solidFill>
                  <a:srgbClr val="EC4899"/>
                </a:solidFill>
                <a:latin typeface="Segoe UI"/>
              </a:rPr>
              <a:t>03</a:t>
            </a:r>
          </a:p>
        </p:txBody>
      </p:sp>
      <p:sp>
        <p:nvSpPr>
          <p:cNvPr id="29" name="TextBox 28"/>
          <p:cNvSpPr txBox="1"/>
          <p:nvPr/>
        </p:nvSpPr>
        <p:spPr>
          <a:xfrm>
            <a:off x="1300000" y="2608868"/>
            <a:ext cx="5900000" cy="2362264"/>
          </a:xfrm>
          <a:prstGeom prst="rect">
            <a:avLst/>
          </a:prstGeom>
          <a:noFill/>
        </p:spPr>
        <p:txBody>
          <a:bodyPr wrap="square" anchor="ctr">
            <a:spAutoFit/>
          </a:bodyPr>
          <a:lstStyle/>
          <a:p>
            <a:r>
              <a:rPr sz="1500" b="1">
                <a:solidFill>
                  <a:srgbClr val="E8EEFA"/>
                </a:solidFill>
                <a:latin typeface="Segoe UI"/>
              </a:rPr>
              <a:t>Federativ o'qitish (federated learning, FL) ma'lumotlarni markazga yig'ish o'rniga modelni ma'lumot joylashgan qurilmaga olib boradi.</a:t>
            </a:r>
          </a:p>
          <a:p>
            <a:pPr>
              <a:spcBef>
                <a:spcPts val="400"/>
              </a:spcBef>
            </a:pPr>
            <a:r>
              <a:rPr sz="1400">
                <a:solidFill>
                  <a:srgbClr val="AEBBD9"/>
                </a:solidFill>
                <a:latin typeface="Segoe UI"/>
              </a:rPr>
              <a:t>McMahan va hamkasblarining FedAvg algoritmi (2017) quyidagicha ishlaydi: server global og'irliklarni K ta mijozga yuboradi, har bir mijoz o'z lokal ma'lumotida bir necha epoxa o'qitadi, yangilangan og'irliklarni qaytaradi, server ularni ma'lumot hajmiga proporsional o'rtachalaydi. Google buni Gboard klaviaturasida so'z bashorati uchun millionlab telefonlarda qo'llagan.</a:t>
            </a:r>
          </a:p>
        </p:txBody>
      </p:sp>
    </p:spTree>
  </p:cSld>
  <p:clrMapOvr>
    <a:masterClrMapping/>
  </p:clrMapOvr>
  <p:transition spd="med">
    <p:fade/>
  </p:transition>
  <p:timing>
    <p:tnLst>
      <p:par>
        <p:cTn id="1" dur="indefinite" restart="never" nodeType="tmRoot">
          <p:childTnLst>
            <p:seq concurrent="1" nextAc="seek">
              <p:cTn id="2" dur="indefinite" nodeType="mainSeq">
                <p:childTnLst>
                  <p:par>
                    <p:cTn id="56" fill="hold">
                      <p:stCondLst>
                        <p:cond delay="indefinite"/>
                        <p:cond evt="onBegin" delay="0">
                          <p:tn val="2"/>
                        </p:cond>
                      </p:stCondLst>
                      <p:childTnLst>
                        <p:par>
                          <p:cTn id="3" fill="hold">
                            <p:stCondLst>
                              <p:cond delay="0"/>
                            </p:stCondLst>
                            <p:childTnLst>
                              <p:par>
                                <p:cTn id="4" presetID="10" presetClass="entr" presetSubtype="0" fill="hold" grpId="0" nodeType="withEffect">
                                  <p:stCondLst>
                                    <p:cond delay="0"/>
                                  </p:stCondLst>
                                  <p:childTnLst>
                                    <p:set>
                                      <p:cBhvr>
                                        <p:cTn id="5" dur="1" fill="hold">
                                          <p:stCondLst>
                                            <p:cond delay="0"/>
                                          </p:stCondLst>
                                        </p:cTn>
                                        <p:tgtEl>
                                          <p:spTgt spid="18"/>
                                        </p:tgtEl>
                                        <p:attrNameLst>
                                          <p:attrName>style.visibility</p:attrName>
                                        </p:attrNameLst>
                                      </p:cBhvr>
                                      <p:to>
                                        <p:strVal val="visible"/>
                                      </p:to>
                                    </p:set>
                                    <p:animEffect transition="in" filter="fade">
                                      <p:cBhvr>
                                        <p:cTn id="6" dur="550"/>
                                        <p:tgtEl>
                                          <p:spTgt spid="18"/>
                                        </p:tgtEl>
                                      </p:cBhvr>
                                    </p:animEffect>
                                  </p:childTnLst>
                                </p:cTn>
                              </p:par>
                            </p:childTnLst>
                          </p:cTn>
                        </p:par>
                        <p:par>
                          <p:cTn id="7" fill="hold">
                            <p:stCondLst>
                              <p:cond delay="0"/>
                            </p:stCondLst>
                            <p:childTnLst>
                              <p:par>
                                <p:cTn id="8" presetID="22" presetClass="entr" presetSubtype="8" fill="hold" grpId="0" nodeType="afterEffect">
                                  <p:stCondLst>
                                    <p:cond delay="0"/>
                                  </p:stCondLst>
                                  <p:childTnLst>
                                    <p:set>
                                      <p:cBhvr>
                                        <p:cTn id="9" dur="1" fill="hold">
                                          <p:stCondLst>
                                            <p:cond delay="0"/>
                                          </p:stCondLst>
                                        </p:cTn>
                                        <p:tgtEl>
                                          <p:spTgt spid="19"/>
                                        </p:tgtEl>
                                        <p:attrNameLst>
                                          <p:attrName>style.visibility</p:attrName>
                                        </p:attrNameLst>
                                      </p:cBhvr>
                                      <p:to>
                                        <p:strVal val="visible"/>
                                      </p:to>
                                    </p:set>
                                    <p:animEffect transition="in" filter="wipe(left)">
                                      <p:cBhvr>
                                        <p:cTn id="11" dur="800"/>
                                        <p:tgtEl>
                                          <p:spTgt spid="19"/>
                                        </p:tgtEl>
                                      </p:cBhvr>
                                    </p:animEffect>
                                  </p:childTnLst>
                                </p:cTn>
                              </p:par>
                            </p:childTnLst>
                          </p:cTn>
                        </p:par>
                        <p:par>
                          <p:cTn id="12" fill="hold">
                            <p:stCondLst>
                              <p:cond delay="150"/>
                            </p:stCondLst>
                            <p:childTnLst>
                              <p:par>
                                <p:cTn id="13" presetID="53" presetClass="entr" presetSubtype="16" fill="hold" grpId="0" nodeType="afterEffect">
                                  <p:stCondLst>
                                    <p:cond delay="0"/>
                                  </p:stCondLst>
                                  <p:childTnLst>
                                    <p:set>
                                      <p:cBhvr>
                                        <p:cTn id="14" dur="1" fill="hold">
                                          <p:stCondLst>
                                            <p:cond delay="0"/>
                                          </p:stCondLst>
                                        </p:cTn>
                                        <p:tgtEl>
                                          <p:spTgt spid="22"/>
                                        </p:tgtEl>
                                        <p:attrNameLst>
                                          <p:attrName>style.visibility</p:attrName>
                                        </p:attrNameLst>
                                      </p:cBhvr>
                                      <p:to>
                                        <p:strVal val="visible"/>
                                      </p:to>
                                    </p:set>
                                    <p:animEffect transition="in" filter="fade">
                                      <p:cBhvr>
                                        <p:cTn id="15" dur="550"/>
                                        <p:tgtEl>
                                          <p:spTgt spid="22"/>
                                        </p:tgtEl>
                                      </p:cBhvr>
                                    </p:animEffect>
                                    <p:anim calcmode="lin" valueType="num">
                                      <p:cBhvr additive="base">
                                        <p:cTn id="16" dur="550" fill="hold"/>
                                        <p:tgtEl>
                                          <p:spTgt spid="22"/>
                                        </p:tgtEl>
                                        <p:attrNameLst>
                                          <p:attrName>ppt_w</p:attrName>
                                        </p:attrNameLst>
                                      </p:cBhvr>
                                      <p:tavLst>
                                        <p:tav tm="0">
                                          <p:val>
                                            <p:strVal val="0"/>
                                          </p:val>
                                        </p:tav>
                                        <p:tav tm="100000">
                                          <p:val>
                                            <p:strVal val="#ppt_w"/>
                                          </p:val>
                                        </p:tav>
                                      </p:tavLst>
                                    </p:anim>
                                    <p:anim calcmode="lin" valueType="num">
                                      <p:cBhvr additive="base">
                                        <p:cTn id="17" dur="550" fill="hold"/>
                                        <p:tgtEl>
                                          <p:spTgt spid="22"/>
                                        </p:tgtEl>
                                        <p:attrNameLst>
                                          <p:attrName>ppt_h</p:attrName>
                                        </p:attrNameLst>
                                      </p:cBhvr>
                                      <p:tavLst>
                                        <p:tav tm="0">
                                          <p:val>
                                            <p:strVal val="0"/>
                                          </p:val>
                                        </p:tav>
                                        <p:tav tm="100000">
                                          <p:val>
                                            <p:strVal val="#ppt_h"/>
                                          </p:val>
                                        </p:tav>
                                      </p:tavLst>
                                    </p:anim>
                                  </p:childTnLst>
                                </p:cTn>
                              </p:par>
                            </p:childTnLst>
                          </p:cTn>
                        </p:par>
                        <p:par>
                          <p:cTn id="18" fill="hold">
                            <p:stCondLst>
                              <p:cond delay="150"/>
                            </p:stCondLst>
                            <p:childTnLst>
                              <p:par>
                                <p:cTn id="19" presetID="53" presetClass="entr" presetSubtype="16" fill="hold" grpId="0" nodeType="afterEffect">
                                  <p:stCondLst>
                                    <p:cond delay="0"/>
                                  </p:stCondLst>
                                  <p:childTnLst>
                                    <p:set>
                                      <p:cBhvr>
                                        <p:cTn id="20" dur="1" fill="hold">
                                          <p:stCondLst>
                                            <p:cond delay="0"/>
                                          </p:stCondLst>
                                        </p:cTn>
                                        <p:tgtEl>
                                          <p:spTgt spid="23"/>
                                        </p:tgtEl>
                                        <p:attrNameLst>
                                          <p:attrName>style.visibility</p:attrName>
                                        </p:attrNameLst>
                                      </p:cBhvr>
                                      <p:to>
                                        <p:strVal val="visible"/>
                                      </p:to>
                                    </p:set>
                                    <p:animEffect transition="in" filter="fade">
                                      <p:cBhvr>
                                        <p:cTn id="21" dur="550"/>
                                        <p:tgtEl>
                                          <p:spTgt spid="23"/>
                                        </p:tgtEl>
                                      </p:cBhvr>
                                    </p:animEffect>
                                    <p:anim calcmode="lin" valueType="num">
                                      <p:cBhvr additive="base">
                                        <p:cTn id="22" dur="550" fill="hold"/>
                                        <p:tgtEl>
                                          <p:spTgt spid="23"/>
                                        </p:tgtEl>
                                        <p:attrNameLst>
                                          <p:attrName>ppt_w</p:attrName>
                                        </p:attrNameLst>
                                      </p:cBhvr>
                                      <p:tavLst>
                                        <p:tav tm="0">
                                          <p:val>
                                            <p:strVal val="0"/>
                                          </p:val>
                                        </p:tav>
                                        <p:tav tm="100000">
                                          <p:val>
                                            <p:strVal val="#ppt_w"/>
                                          </p:val>
                                        </p:tav>
                                      </p:tavLst>
                                    </p:anim>
                                    <p:anim calcmode="lin" valueType="num">
                                      <p:cBhvr additive="base">
                                        <p:cTn id="23" dur="550" fill="hold"/>
                                        <p:tgtEl>
                                          <p:spTgt spid="23"/>
                                        </p:tgtEl>
                                        <p:attrNameLst>
                                          <p:attrName>ppt_h</p:attrName>
                                        </p:attrNameLst>
                                      </p:cBhvr>
                                      <p:tavLst>
                                        <p:tav tm="0">
                                          <p:val>
                                            <p:strVal val="0"/>
                                          </p:val>
                                        </p:tav>
                                        <p:tav tm="100000">
                                          <p:val>
                                            <p:strVal val="#ppt_h"/>
                                          </p:val>
                                        </p:tav>
                                      </p:tavLst>
                                    </p:anim>
                                  </p:childTnLst>
                                </p:cTn>
                              </p:par>
                            </p:childTnLst>
                          </p:cTn>
                        </p:par>
                        <p:par>
                          <p:cTn id="24" fill="hold">
                            <p:stCondLst>
                              <p:cond delay="150"/>
                            </p:stCondLst>
                            <p:childTnLst>
                              <p:par>
                                <p:cTn id="25" presetID="10" presetClass="entr" presetSubtype="0" fill="hold" grpId="0" nodeType="afterEffect">
                                  <p:stCondLst>
                                    <p:cond delay="0"/>
                                  </p:stCondLst>
                                  <p:childTnLst>
                                    <p:set>
                                      <p:cBhvr>
                                        <p:cTn id="26" dur="1" fill="hold">
                                          <p:stCondLst>
                                            <p:cond delay="0"/>
                                          </p:stCondLst>
                                        </p:cTn>
                                        <p:tgtEl>
                                          <p:spTgt spid="25"/>
                                        </p:tgtEl>
                                        <p:attrNameLst>
                                          <p:attrName>style.visibility</p:attrName>
                                        </p:attrNameLst>
                                      </p:cBhvr>
                                      <p:to>
                                        <p:strVal val="visible"/>
                                      </p:to>
                                    </p:set>
                                    <p:animEffect transition="in" filter="fade">
                                      <p:cBhvr>
                                        <p:cTn id="27" dur="550"/>
                                        <p:tgtEl>
                                          <p:spTgt spid="25"/>
                                        </p:tgtEl>
                                      </p:cBhvr>
                                    </p:animEffect>
                                  </p:childTnLst>
                                </p:cTn>
                              </p:par>
                            </p:childTnLst>
                          </p:cTn>
                        </p:par>
                        <p:par>
                          <p:cTn id="28" fill="hold">
                            <p:stCondLst>
                              <p:cond delay="150"/>
                            </p:stCondLst>
                            <p:childTnLst>
                              <p:par>
                                <p:cTn id="29" presetID="10" presetClass="entr" presetSubtype="0" fill="hold" grpId="0" nodeType="afterEffect">
                                  <p:stCondLst>
                                    <p:cond delay="0"/>
                                  </p:stCondLst>
                                  <p:childTnLst>
                                    <p:set>
                                      <p:cBhvr>
                                        <p:cTn id="30" dur="1" fill="hold">
                                          <p:stCondLst>
                                            <p:cond delay="0"/>
                                          </p:stCondLst>
                                        </p:cTn>
                                        <p:tgtEl>
                                          <p:spTgt spid="24"/>
                                        </p:tgtEl>
                                        <p:attrNameLst>
                                          <p:attrName>style.visibility</p:attrName>
                                        </p:attrNameLst>
                                      </p:cBhvr>
                                      <p:to>
                                        <p:strVal val="visible"/>
                                      </p:to>
                                    </p:set>
                                    <p:animEffect transition="in" filter="fade">
                                      <p:cBhvr>
                                        <p:cTn id="31" dur="550"/>
                                        <p:tgtEl>
                                          <p:spTgt spid="24"/>
                                        </p:tgtEl>
                                      </p:cBhvr>
                                    </p:animEffect>
                                  </p:childTnLst>
                                </p:cTn>
                              </p:par>
                            </p:childTnLst>
                          </p:cTn>
                        </p:par>
                        <p:par>
                          <p:cTn id="32" fill="hold">
                            <p:stCondLst>
                              <p:cond delay="350"/>
                            </p:stCondLst>
                            <p:childTnLst>
                              <p:par>
                                <p:cTn id="33" presetID="42" presetClass="entr" presetSubtype="0" fill="hold" grpId="0" nodeType="afterEffect">
                                  <p:stCondLst>
                                    <p:cond delay="0"/>
                                  </p:stCondLst>
                                  <p:childTnLst>
                                    <p:set>
                                      <p:cBhvr>
                                        <p:cTn id="34" dur="1" fill="hold">
                                          <p:stCondLst>
                                            <p:cond delay="0"/>
                                          </p:stCondLst>
                                        </p:cTn>
                                        <p:tgtEl>
                                          <p:spTgt spid="26"/>
                                        </p:tgtEl>
                                        <p:attrNameLst>
                                          <p:attrName>style.visibility</p:attrName>
                                        </p:attrNameLst>
                                      </p:cBhvr>
                                      <p:to>
                                        <p:strVal val="visible"/>
                                      </p:to>
                                    </p:set>
                                    <p:animEffect transition="in" filter="fade">
                                      <p:cBhvr>
                                        <p:cTn id="35" dur="550"/>
                                        <p:tgtEl>
                                          <p:spTgt spid="26"/>
                                        </p:tgtEl>
                                      </p:cBhvr>
                                    </p:animEffect>
                                    <p:anim calcmode="lin" valueType="num">
                                      <p:cBhvr additive="base">
                                        <p:cTn id="36" dur="550" fill="hold"/>
                                        <p:tgtEl>
                                          <p:spTgt spid="26"/>
                                        </p:tgtEl>
                                        <p:attrNameLst>
                                          <p:attrName>ppt_x</p:attrName>
                                        </p:attrNameLst>
                                      </p:cBhvr>
                                      <p:tavLst>
                                        <p:tav tm="0">
                                          <p:val>
                                            <p:strVal val="#ppt_x"/>
                                          </p:val>
                                        </p:tav>
                                        <p:tav tm="100000">
                                          <p:val>
                                            <p:strVal val="#ppt_x"/>
                                          </p:val>
                                        </p:tav>
                                      </p:tavLst>
                                    </p:anim>
                                    <p:anim calcmode="lin" valueType="num">
                                      <p:cBhvr additive="base">
                                        <p:cTn id="37" dur="550" fill="hold"/>
                                        <p:tgtEl>
                                          <p:spTgt spid="26"/>
                                        </p:tgtEl>
                                        <p:attrNameLst>
                                          <p:attrName>ppt_y</p:attrName>
                                        </p:attrNameLst>
                                      </p:cBhvr>
                                      <p:tavLst>
                                        <p:tav tm="0">
                                          <p:val>
                                            <p:strVal val="#ppt_y+.08"/>
                                          </p:val>
                                        </p:tav>
                                        <p:tav tm="100000">
                                          <p:val>
                                            <p:strVal val="#ppt_y"/>
                                          </p:val>
                                        </p:tav>
                                      </p:tavLst>
                                    </p:anim>
                                  </p:childTnLst>
                                </p:cTn>
                              </p:par>
                            </p:childTnLst>
                          </p:cTn>
                        </p:par>
                        <p:par>
                          <p:cTn id="38" fill="hold">
                            <p:stCondLst>
                              <p:cond delay="350"/>
                            </p:stCondLst>
                            <p:childTnLst>
                              <p:par>
                                <p:cTn id="39" presetID="42" presetClass="entr" presetSubtype="0" fill="hold" grpId="0" nodeType="afterEffect">
                                  <p:stCondLst>
                                    <p:cond delay="0"/>
                                  </p:stCondLst>
                                  <p:childTnLst>
                                    <p:set>
                                      <p:cBhvr>
                                        <p:cTn id="40" dur="1" fill="hold">
                                          <p:stCondLst>
                                            <p:cond delay="0"/>
                                          </p:stCondLst>
                                        </p:cTn>
                                        <p:tgtEl>
                                          <p:spTgt spid="27"/>
                                        </p:tgtEl>
                                        <p:attrNameLst>
                                          <p:attrName>style.visibility</p:attrName>
                                        </p:attrNameLst>
                                      </p:cBhvr>
                                      <p:to>
                                        <p:strVal val="visible"/>
                                      </p:to>
                                    </p:set>
                                    <p:animEffect transition="in" filter="fade">
                                      <p:cBhvr>
                                        <p:cTn id="41" dur="550"/>
                                        <p:tgtEl>
                                          <p:spTgt spid="27"/>
                                        </p:tgtEl>
                                      </p:cBhvr>
                                    </p:animEffect>
                                    <p:anim calcmode="lin" valueType="num">
                                      <p:cBhvr additive="base">
                                        <p:cTn id="42" dur="550" fill="hold"/>
                                        <p:tgtEl>
                                          <p:spTgt spid="27"/>
                                        </p:tgtEl>
                                        <p:attrNameLst>
                                          <p:attrName>ppt_x</p:attrName>
                                        </p:attrNameLst>
                                      </p:cBhvr>
                                      <p:tavLst>
                                        <p:tav tm="0">
                                          <p:val>
                                            <p:strVal val="#ppt_x"/>
                                          </p:val>
                                        </p:tav>
                                        <p:tav tm="100000">
                                          <p:val>
                                            <p:strVal val="#ppt_x"/>
                                          </p:val>
                                        </p:tav>
                                      </p:tavLst>
                                    </p:anim>
                                    <p:anim calcmode="lin" valueType="num">
                                      <p:cBhvr additive="base">
                                        <p:cTn id="43" dur="550" fill="hold"/>
                                        <p:tgtEl>
                                          <p:spTgt spid="27"/>
                                        </p:tgtEl>
                                        <p:attrNameLst>
                                          <p:attrName>ppt_y</p:attrName>
                                        </p:attrNameLst>
                                      </p:cBhvr>
                                      <p:tavLst>
                                        <p:tav tm="0">
                                          <p:val>
                                            <p:strVal val="#ppt_y+.08"/>
                                          </p:val>
                                        </p:tav>
                                        <p:tav tm="100000">
                                          <p:val>
                                            <p:strVal val="#ppt_y"/>
                                          </p:val>
                                        </p:tav>
                                      </p:tavLst>
                                    </p:anim>
                                  </p:childTnLst>
                                </p:cTn>
                              </p:par>
                            </p:childTnLst>
                          </p:cTn>
                        </p:par>
                        <p:par>
                          <p:cTn id="44" fill="hold">
                            <p:stCondLst>
                              <p:cond delay="350"/>
                            </p:stCondLst>
                            <p:childTnLst>
                              <p:par>
                                <p:cTn id="45" presetID="53" presetClass="entr" presetSubtype="16" fill="hold" grpId="0" nodeType="afterEffect">
                                  <p:stCondLst>
                                    <p:cond delay="0"/>
                                  </p:stCondLst>
                                  <p:childTnLst>
                                    <p:set>
                                      <p:cBhvr>
                                        <p:cTn id="46" dur="1" fill="hold">
                                          <p:stCondLst>
                                            <p:cond delay="0"/>
                                          </p:stCondLst>
                                        </p:cTn>
                                        <p:tgtEl>
                                          <p:spTgt spid="28"/>
                                        </p:tgtEl>
                                        <p:attrNameLst>
                                          <p:attrName>style.visibility</p:attrName>
                                        </p:attrNameLst>
                                      </p:cBhvr>
                                      <p:to>
                                        <p:strVal val="visible"/>
                                      </p:to>
                                    </p:set>
                                    <p:animEffect transition="in" filter="fade">
                                      <p:cBhvr>
                                        <p:cTn id="47" dur="550"/>
                                        <p:tgtEl>
                                          <p:spTgt spid="28"/>
                                        </p:tgtEl>
                                      </p:cBhvr>
                                    </p:animEffect>
                                    <p:anim calcmode="lin" valueType="num">
                                      <p:cBhvr additive="base">
                                        <p:cTn id="48" dur="550" fill="hold"/>
                                        <p:tgtEl>
                                          <p:spTgt spid="28"/>
                                        </p:tgtEl>
                                        <p:attrNameLst>
                                          <p:attrName>ppt_w</p:attrName>
                                        </p:attrNameLst>
                                      </p:cBhvr>
                                      <p:tavLst>
                                        <p:tav tm="0">
                                          <p:val>
                                            <p:strVal val="0"/>
                                          </p:val>
                                        </p:tav>
                                        <p:tav tm="100000">
                                          <p:val>
                                            <p:strVal val="#ppt_w"/>
                                          </p:val>
                                        </p:tav>
                                      </p:tavLst>
                                    </p:anim>
                                    <p:anim calcmode="lin" valueType="num">
                                      <p:cBhvr additive="base">
                                        <p:cTn id="49" dur="550" fill="hold"/>
                                        <p:tgtEl>
                                          <p:spTgt spid="28"/>
                                        </p:tgtEl>
                                        <p:attrNameLst>
                                          <p:attrName>ppt_h</p:attrName>
                                        </p:attrNameLst>
                                      </p:cBhvr>
                                      <p:tavLst>
                                        <p:tav tm="0">
                                          <p:val>
                                            <p:strVal val="0"/>
                                          </p:val>
                                        </p:tav>
                                        <p:tav tm="100000">
                                          <p:val>
                                            <p:strVal val="#ppt_h"/>
                                          </p:val>
                                        </p:tav>
                                      </p:tavLst>
                                    </p:anim>
                                  </p:childTnLst>
                                </p:cTn>
                              </p:par>
                            </p:childTnLst>
                          </p:cTn>
                        </p:par>
                        <p:par>
                          <p:cTn id="50" fill="hold">
                            <p:stCondLst>
                              <p:cond delay="350"/>
                            </p:stCondLst>
                            <p:childTnLst>
                              <p:par>
                                <p:cTn id="51" presetID="42" presetClass="entr" presetSubtype="0" fill="hold" grpId="0" nodeType="afterEffect">
                                  <p:stCondLst>
                                    <p:cond delay="0"/>
                                  </p:stCondLst>
                                  <p:childTnLst>
                                    <p:set>
                                      <p:cBhvr>
                                        <p:cTn id="52" dur="1" fill="hold">
                                          <p:stCondLst>
                                            <p:cond delay="0"/>
                                          </p:stCondLst>
                                        </p:cTn>
                                        <p:tgtEl>
                                          <p:spTgt spid="29"/>
                                        </p:tgtEl>
                                        <p:attrNameLst>
                                          <p:attrName>style.visibility</p:attrName>
                                        </p:attrNameLst>
                                      </p:cBhvr>
                                      <p:to>
                                        <p:strVal val="visible"/>
                                      </p:to>
                                    </p:set>
                                    <p:animEffect transition="in" filter="fade">
                                      <p:cBhvr>
                                        <p:cTn id="53" dur="550"/>
                                        <p:tgtEl>
                                          <p:spTgt spid="29"/>
                                        </p:tgtEl>
                                      </p:cBhvr>
                                    </p:animEffect>
                                    <p:anim calcmode="lin" valueType="num">
                                      <p:cBhvr additive="base">
                                        <p:cTn id="54" dur="550" fill="hold"/>
                                        <p:tgtEl>
                                          <p:spTgt spid="29"/>
                                        </p:tgtEl>
                                        <p:attrNameLst>
                                          <p:attrName>ppt_x</p:attrName>
                                        </p:attrNameLst>
                                      </p:cBhvr>
                                      <p:tavLst>
                                        <p:tav tm="0">
                                          <p:val>
                                            <p:strVal val="#ppt_x"/>
                                          </p:val>
                                        </p:tav>
                                        <p:tav tm="100000">
                                          <p:val>
                                            <p:strVal val="#ppt_x"/>
                                          </p:val>
                                        </p:tav>
                                      </p:tavLst>
                                    </p:anim>
                                    <p:anim calcmode="lin" valueType="num">
                                      <p:cBhvr additive="base">
                                        <p:cTn id="55" dur="550" fill="hold"/>
                                        <p:tgtEl>
                                          <p:spTgt spid="29"/>
                                        </p:tgtEl>
                                        <p:attrNameLst>
                                          <p:attrName>ppt_y</p:attrName>
                                        </p:attrNameLst>
                                      </p:cBhvr>
                                      <p:tavLst>
                                        <p:tav tm="0">
                                          <p:val>
                                            <p:strVal val="#ppt_y+.08"/>
                                          </p:val>
                                        </p:tav>
                                        <p:tav tm="100000">
                                          <p:val>
                                            <p:strVal val="#ppt_y"/>
                                          </p:val>
                                        </p:tav>
                                      </p:tavLst>
                                    </p:anim>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18" grpId="0" animBg="1"/>
      <p:bldP spid="19" grpId="0" animBg="1"/>
      <p:bldP spid="22" grpId="0" animBg="1"/>
      <p:bldP spid="25" grpId="0" animBg="1"/>
      <p:bldP spid="24" grpId="0" animBg="1"/>
      <p:bldP spid="26" grpId="0" animBg="1"/>
      <p:bldP spid="27" grpId="0" animBg="1"/>
      <p:bldP spid="28" grpId="0" animBg="1"/>
      <p:bldP spid="29" grpId="0" animBg="1"/>
    </p:bldLst>
  </p:timing>
</p:sld>
</file>

<file path=ppt/slides/slide2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2000" cy="6858000"/>
          </a:xfrm>
          <a:prstGeom prst="rect">
            <a:avLst/>
          </a:prstGeom>
          <a:gradFill rotWithShape="1">
            <a:gsLst>
              <a:gs pos="0">
                <a:srgbClr val="070B1A"/>
              </a:gs>
              <a:gs pos="100000">
                <a:srgbClr val="141C44"/>
              </a:gs>
            </a:gsLst>
            <a:lin scaled="0" ang="13500000"/>
          </a:gra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cxnSp>
        <p:nvCxnSpPr>
          <p:cNvPr id="3" name="Connector 2"/>
          <p:cNvCxnSpPr/>
          <p:nvPr/>
        </p:nvCxnSpPr>
        <p:spPr>
          <a:xfrm flipV="1">
            <a:off x="10350000" y="305000"/>
            <a:ext cx="750000" cy="75000"/>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cxnSp>
        <p:nvCxnSpPr>
          <p:cNvPr id="4" name="Connector 3"/>
          <p:cNvCxnSpPr/>
          <p:nvPr/>
        </p:nvCxnSpPr>
        <p:spPr>
          <a:xfrm>
            <a:off x="10350000" y="380000"/>
            <a:ext cx="750000" cy="150000"/>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cxnSp>
        <p:nvCxnSpPr>
          <p:cNvPr id="5" name="Connector 4"/>
          <p:cNvCxnSpPr/>
          <p:nvPr/>
        </p:nvCxnSpPr>
        <p:spPr>
          <a:xfrm>
            <a:off x="10350000" y="380000"/>
            <a:ext cx="750000" cy="375000"/>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cxnSp>
        <p:nvCxnSpPr>
          <p:cNvPr id="6" name="Connector 5"/>
          <p:cNvCxnSpPr/>
          <p:nvPr/>
        </p:nvCxnSpPr>
        <p:spPr>
          <a:xfrm flipV="1">
            <a:off x="10350000" y="305000"/>
            <a:ext cx="750000" cy="375000"/>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cxnSp>
        <p:nvCxnSpPr>
          <p:cNvPr id="7" name="Connector 6"/>
          <p:cNvCxnSpPr/>
          <p:nvPr/>
        </p:nvCxnSpPr>
        <p:spPr>
          <a:xfrm flipV="1">
            <a:off x="10350000" y="530000"/>
            <a:ext cx="750000" cy="150000"/>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cxnSp>
        <p:nvCxnSpPr>
          <p:cNvPr id="8" name="Connector 7"/>
          <p:cNvCxnSpPr/>
          <p:nvPr/>
        </p:nvCxnSpPr>
        <p:spPr>
          <a:xfrm>
            <a:off x="10350000" y="680000"/>
            <a:ext cx="750000" cy="75000"/>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cxnSp>
        <p:nvCxnSpPr>
          <p:cNvPr id="9" name="Connector 8"/>
          <p:cNvCxnSpPr/>
          <p:nvPr/>
        </p:nvCxnSpPr>
        <p:spPr>
          <a:xfrm>
            <a:off x="11100000" y="305000"/>
            <a:ext cx="750000" cy="75000"/>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cxnSp>
        <p:nvCxnSpPr>
          <p:cNvPr id="10" name="Connector 9"/>
          <p:cNvCxnSpPr/>
          <p:nvPr/>
        </p:nvCxnSpPr>
        <p:spPr>
          <a:xfrm>
            <a:off x="11100000" y="305000"/>
            <a:ext cx="750000" cy="375000"/>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cxnSp>
        <p:nvCxnSpPr>
          <p:cNvPr id="11" name="Connector 10"/>
          <p:cNvCxnSpPr/>
          <p:nvPr/>
        </p:nvCxnSpPr>
        <p:spPr>
          <a:xfrm flipV="1">
            <a:off x="11100000" y="380000"/>
            <a:ext cx="750000" cy="150000"/>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cxnSp>
        <p:nvCxnSpPr>
          <p:cNvPr id="12" name="Connector 11"/>
          <p:cNvCxnSpPr/>
          <p:nvPr/>
        </p:nvCxnSpPr>
        <p:spPr>
          <a:xfrm>
            <a:off x="11100000" y="530000"/>
            <a:ext cx="750000" cy="150000"/>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cxnSp>
        <p:nvCxnSpPr>
          <p:cNvPr id="13" name="Connector 12"/>
          <p:cNvCxnSpPr/>
          <p:nvPr/>
        </p:nvCxnSpPr>
        <p:spPr>
          <a:xfrm flipV="1">
            <a:off x="11100000" y="380000"/>
            <a:ext cx="750000" cy="375000"/>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sp>
        <p:nvSpPr>
          <p:cNvPr id="14" name="Oval 13"/>
          <p:cNvSpPr/>
          <p:nvPr/>
        </p:nvSpPr>
        <p:spPr>
          <a:xfrm>
            <a:off x="10280000" y="310000"/>
            <a:ext cx="140000" cy="140000"/>
          </a:xfrm>
          <a:prstGeom prst="ellipse">
            <a:avLst/>
          </a:prstGeom>
          <a:solidFill>
            <a:srgbClr val="3B4C8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Oval 14"/>
          <p:cNvSpPr/>
          <p:nvPr/>
        </p:nvSpPr>
        <p:spPr>
          <a:xfrm>
            <a:off x="10280000" y="610000"/>
            <a:ext cx="140000" cy="140000"/>
          </a:xfrm>
          <a:prstGeom prst="ellipse">
            <a:avLst/>
          </a:prstGeom>
          <a:solidFill>
            <a:srgbClr val="3B4C8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Oval 15"/>
          <p:cNvSpPr/>
          <p:nvPr/>
        </p:nvSpPr>
        <p:spPr>
          <a:xfrm>
            <a:off x="11030000" y="235000"/>
            <a:ext cx="140000" cy="140000"/>
          </a:xfrm>
          <a:prstGeom prst="ellipse">
            <a:avLst/>
          </a:prstGeom>
          <a:solidFill>
            <a:srgbClr val="3B4C8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Oval 16"/>
          <p:cNvSpPr/>
          <p:nvPr/>
        </p:nvSpPr>
        <p:spPr>
          <a:xfrm>
            <a:off x="11030000" y="460000"/>
            <a:ext cx="140000" cy="140000"/>
          </a:xfrm>
          <a:prstGeom prst="ellipse">
            <a:avLst/>
          </a:prstGeom>
          <a:solidFill>
            <a:srgbClr val="3B4C8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Oval 17"/>
          <p:cNvSpPr/>
          <p:nvPr/>
        </p:nvSpPr>
        <p:spPr>
          <a:xfrm>
            <a:off x="11030000" y="685000"/>
            <a:ext cx="140000" cy="140000"/>
          </a:xfrm>
          <a:prstGeom prst="ellipse">
            <a:avLst/>
          </a:prstGeom>
          <a:solidFill>
            <a:srgbClr val="3B4C8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Oval 18"/>
          <p:cNvSpPr/>
          <p:nvPr/>
        </p:nvSpPr>
        <p:spPr>
          <a:xfrm>
            <a:off x="11780000" y="310000"/>
            <a:ext cx="140000" cy="140000"/>
          </a:xfrm>
          <a:prstGeom prst="ellipse">
            <a:avLst/>
          </a:prstGeom>
          <a:solidFill>
            <a:srgbClr val="3B4C8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Oval 19"/>
          <p:cNvSpPr/>
          <p:nvPr/>
        </p:nvSpPr>
        <p:spPr>
          <a:xfrm>
            <a:off x="11780000" y="610000"/>
            <a:ext cx="140000" cy="140000"/>
          </a:xfrm>
          <a:prstGeom prst="ellipse">
            <a:avLst/>
          </a:prstGeom>
          <a:solidFill>
            <a:srgbClr val="3B4C8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TextBox 20"/>
          <p:cNvSpPr txBox="1"/>
          <p:nvPr/>
        </p:nvSpPr>
        <p:spPr>
          <a:xfrm>
            <a:off x="500000" y="160000"/>
            <a:ext cx="9600000" cy="300000"/>
          </a:xfrm>
          <a:prstGeom prst="rect">
            <a:avLst/>
          </a:prstGeom>
          <a:noFill/>
        </p:spPr>
        <p:txBody>
          <a:bodyPr wrap="square" anchor="t" lIns="50800" rIns="50800">
            <a:spAutoFit/>
          </a:bodyPr>
          <a:lstStyle/>
          <a:p>
            <a:pPr algn="l"/>
            <a:r>
              <a:rPr sz="1100" b="1">
                <a:solidFill>
                  <a:srgbClr val="22D3EE"/>
                </a:solidFill>
                <a:latin typeface="Segoe UI"/>
              </a:rPr>
              <a:t>◆ 4-REJA</a:t>
            </a:r>
          </a:p>
        </p:txBody>
      </p:sp>
      <p:sp>
        <p:nvSpPr>
          <p:cNvPr id="22" name="TextBox 21"/>
          <p:cNvSpPr txBox="1"/>
          <p:nvPr/>
        </p:nvSpPr>
        <p:spPr>
          <a:xfrm>
            <a:off x="500000" y="400000"/>
            <a:ext cx="9800000" cy="650000"/>
          </a:xfrm>
          <a:prstGeom prst="rect">
            <a:avLst/>
          </a:prstGeom>
          <a:noFill/>
        </p:spPr>
        <p:txBody>
          <a:bodyPr wrap="square" anchor="ctr" lIns="50800" rIns="50800">
            <a:spAutoFit/>
          </a:bodyPr>
          <a:lstStyle/>
          <a:p>
            <a:pPr algn="l"/>
            <a:r>
              <a:rPr sz="2600" b="1">
                <a:solidFill>
                  <a:srgbClr val="E8EEFA"/>
                </a:solidFill>
                <a:latin typeface="Segoe UI"/>
              </a:rPr>
              <a:t>Maxfiylikni saqlovchi sun'iy intellekt</a:t>
            </a:r>
          </a:p>
        </p:txBody>
      </p:sp>
      <p:sp>
        <p:nvSpPr>
          <p:cNvPr id="23" name="Rectangle 22"/>
          <p:cNvSpPr/>
          <p:nvPr/>
        </p:nvSpPr>
        <p:spPr>
          <a:xfrm>
            <a:off x="560000" y="1080000"/>
            <a:ext cx="1700000" cy="45000"/>
          </a:xfrm>
          <a:prstGeom prst="rect">
            <a:avLst/>
          </a:prstGeom>
          <a:gradFill rotWithShape="1">
            <a:gsLst>
              <a:gs pos="0">
                <a:srgbClr val="22D3EE"/>
              </a:gs>
              <a:gs pos="100000">
                <a:srgbClr val="8B5CF6"/>
              </a:gs>
            </a:gsLst>
            <a:lin scaled="0" ang="0"/>
          </a:gra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TextBox 23"/>
          <p:cNvSpPr txBox="1"/>
          <p:nvPr/>
        </p:nvSpPr>
        <p:spPr>
          <a:xfrm>
            <a:off x="500000" y="6450000"/>
            <a:ext cx="9500000" cy="280000"/>
          </a:xfrm>
          <a:prstGeom prst="rect">
            <a:avLst/>
          </a:prstGeom>
          <a:noFill/>
        </p:spPr>
        <p:txBody>
          <a:bodyPr wrap="square" anchor="t" lIns="50800" rIns="50800">
            <a:spAutoFit/>
          </a:bodyPr>
          <a:lstStyle/>
          <a:p>
            <a:pPr algn="l"/>
            <a:r>
              <a:rPr sz="900" b="0">
                <a:solidFill>
                  <a:srgbClr val="707EAA"/>
                </a:solidFill>
                <a:latin typeface="Segoe UI"/>
              </a:rPr>
              <a:t>M9 · Tizimlarining ishonchliligi va axborot xavfsizligi</a:t>
            </a:r>
          </a:p>
        </p:txBody>
      </p:sp>
      <p:sp>
        <p:nvSpPr>
          <p:cNvPr id="25" name="Rounded Rectangle 24"/>
          <p:cNvSpPr/>
          <p:nvPr/>
        </p:nvSpPr>
        <p:spPr>
          <a:xfrm>
            <a:off x="11000000" y="6430000"/>
            <a:ext cx="700000" cy="270000"/>
          </a:xfrm>
          <a:prstGeom prst="roundRect">
            <a:avLst/>
          </a:prstGeom>
          <a:solidFill>
            <a:srgbClr val="121936"/>
          </a:solidFill>
          <a:ln w="12700">
            <a:solidFill>
              <a:srgbClr val="2A356E"/>
            </a:solidFill>
          </a:ln>
          <a:effectLst/>
        </p:spPr>
        <p:style>
          <a:lnRef idx="1">
            <a:schemeClr val="accent1"/>
          </a:lnRef>
          <a:fillRef idx="3">
            <a:schemeClr val="accent1"/>
          </a:fillRef>
          <a:effectRef idx="2">
            <a:schemeClr val="accent1"/>
          </a:effectRef>
          <a:fontRef idx="minor">
            <a:schemeClr val="lt1"/>
          </a:fontRef>
        </p:style>
        <p:txBody>
          <a:bodyPr rtlCol="0" anchor="ctr" tIns="0" bIns="0"/>
          <a:lstStyle/>
          <a:p>
            <a:pPr algn="ctr"/>
            <a:r>
              <a:rPr sz="1000" b="1">
                <a:solidFill>
                  <a:srgbClr val="22D3EE"/>
                </a:solidFill>
                <a:latin typeface="Segoe UI"/>
              </a:rPr>
              <a:t>24</a:t>
            </a:r>
          </a:p>
        </p:txBody>
      </p:sp>
      <p:sp>
        <p:nvSpPr>
          <p:cNvPr id="26" name="Rounded Rectangle 25"/>
          <p:cNvSpPr/>
          <p:nvPr/>
        </p:nvSpPr>
        <p:spPr>
          <a:xfrm>
            <a:off x="7520000" y="1330000"/>
            <a:ext cx="4250000" cy="4650000"/>
          </a:xfrm>
          <a:prstGeom prst="roundRect">
            <a:avLst>
              <a:gd name="adj" fmla="val 5000"/>
            </a:avLst>
          </a:prstGeom>
          <a:noFill/>
          <a:ln w="15875">
            <a:solidFill>
              <a:srgbClr val="8B5CF6"/>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27" name="Picture 26" descr="5a9199bcc2f943dd.jpg"/>
          <p:cNvPicPr>
            <a:picLocks noChangeAspect="1"/>
          </p:cNvPicPr>
          <p:nvPr/>
        </p:nvPicPr>
        <p:blipFill>
          <a:blip r:embed="rId2"/>
          <a:srcRect t="10648" b="10648"/>
          <a:stretch>
            <a:fillRect/>
          </a:stretch>
        </p:blipFill>
        <p:spPr>
          <a:xfrm>
            <a:off x="7620000" y="1430000"/>
            <a:ext cx="4050000" cy="4250000"/>
          </a:xfrm>
          <a:prstGeom prst="roundRect">
            <a:avLst/>
          </a:prstGeom>
          <a:ln w="19050">
            <a:solidFill>
              <a:srgbClr val="22D3EE"/>
            </a:solidFill>
          </a:ln>
        </p:spPr>
      </p:pic>
      <p:sp>
        <p:nvSpPr>
          <p:cNvPr id="28" name="TextBox 27"/>
          <p:cNvSpPr txBox="1"/>
          <p:nvPr/>
        </p:nvSpPr>
        <p:spPr>
          <a:xfrm>
            <a:off x="7620000" y="5710000"/>
            <a:ext cx="4050000" cy="260000"/>
          </a:xfrm>
          <a:prstGeom prst="rect">
            <a:avLst/>
          </a:prstGeom>
          <a:noFill/>
        </p:spPr>
        <p:txBody>
          <a:bodyPr wrap="square" anchor="t" lIns="50800" rIns="50800">
            <a:spAutoFit/>
          </a:bodyPr>
          <a:lstStyle/>
          <a:p>
            <a:pPr algn="l"/>
            <a:r>
              <a:rPr sz="800" b="0">
                <a:solidFill>
                  <a:srgbClr val="707EAA"/>
                </a:solidFill>
                <a:latin typeface="Segoe UI"/>
              </a:rPr>
              <a:t>Rasm: Michael Barera · Wikimedia Commons · CC BY-SA 4.0</a:t>
            </a:r>
          </a:p>
        </p:txBody>
      </p:sp>
      <p:sp>
        <p:nvSpPr>
          <p:cNvPr id="29" name="Rounded Rectangle 28"/>
          <p:cNvSpPr/>
          <p:nvPr/>
        </p:nvSpPr>
        <p:spPr>
          <a:xfrm>
            <a:off x="7750000" y="1560000"/>
            <a:ext cx="1700000" cy="300000"/>
          </a:xfrm>
          <a:prstGeom prst="roundRect">
            <a:avLst/>
          </a:prstGeom>
          <a:solidFill>
            <a:srgbClr val="070B1A"/>
          </a:solidFill>
          <a:ln w="12700">
            <a:solidFill>
              <a:srgbClr val="22D3EE"/>
            </a:solidFill>
          </a:ln>
          <a:effectLst/>
        </p:spPr>
        <p:style>
          <a:lnRef idx="1">
            <a:schemeClr val="accent1"/>
          </a:lnRef>
          <a:fillRef idx="3">
            <a:schemeClr val="accent1"/>
          </a:fillRef>
          <a:effectRef idx="2">
            <a:schemeClr val="accent1"/>
          </a:effectRef>
          <a:fontRef idx="minor">
            <a:schemeClr val="lt1"/>
          </a:fontRef>
        </p:style>
        <p:txBody>
          <a:bodyPr rtlCol="0" anchor="ctr" tIns="0" bIns="0"/>
          <a:lstStyle/>
          <a:p>
            <a:pPr algn="ctr"/>
            <a:r>
              <a:rPr sz="900" b="1">
                <a:solidFill>
                  <a:srgbClr val="22D3EE"/>
                </a:solidFill>
                <a:latin typeface="Segoe UI"/>
              </a:rPr>
              <a:t>⚙ AMALIYOTDA</a:t>
            </a:r>
          </a:p>
        </p:txBody>
      </p:sp>
      <p:sp>
        <p:nvSpPr>
          <p:cNvPr id="30" name="Rounded Rectangle 29"/>
          <p:cNvSpPr/>
          <p:nvPr/>
        </p:nvSpPr>
        <p:spPr>
          <a:xfrm>
            <a:off x="550000" y="2568868"/>
            <a:ext cx="6750000" cy="2442264"/>
          </a:xfrm>
          <a:prstGeom prst="roundRect">
            <a:avLst>
              <a:gd name="adj" fmla="val 12000"/>
            </a:avLst>
          </a:prstGeom>
          <a:solidFill>
            <a:srgbClr val="121936"/>
          </a:solidFill>
          <a:ln w="12700">
            <a:solidFill>
              <a:srgbClr val="2A356E"/>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1" name="Rectangle 30"/>
          <p:cNvSpPr/>
          <p:nvPr/>
        </p:nvSpPr>
        <p:spPr>
          <a:xfrm>
            <a:off x="550000" y="2648868"/>
            <a:ext cx="50000" cy="2282264"/>
          </a:xfrm>
          <a:prstGeom prst="rect">
            <a:avLst/>
          </a:prstGeom>
          <a:solidFill>
            <a:srgbClr val="34D39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2" name="Oval 31"/>
          <p:cNvSpPr/>
          <p:nvPr/>
        </p:nvSpPr>
        <p:spPr>
          <a:xfrm>
            <a:off x="760000" y="3590000"/>
            <a:ext cx="400000" cy="400000"/>
          </a:xfrm>
          <a:prstGeom prst="ellipse">
            <a:avLst/>
          </a:prstGeom>
          <a:noFill/>
          <a:ln w="25400">
            <a:solidFill>
              <a:srgbClr val="34D399"/>
            </a:solidFill>
          </a:ln>
          <a:effectLst/>
        </p:spPr>
        <p:style>
          <a:lnRef idx="1">
            <a:schemeClr val="accent1"/>
          </a:lnRef>
          <a:fillRef idx="3">
            <a:schemeClr val="accent1"/>
          </a:fillRef>
          <a:effectRef idx="2">
            <a:schemeClr val="accent1"/>
          </a:effectRef>
          <a:fontRef idx="minor">
            <a:schemeClr val="lt1"/>
          </a:fontRef>
        </p:style>
        <p:txBody>
          <a:bodyPr rtlCol="0" anchor="ctr" lIns="0" rIns="0"/>
          <a:lstStyle/>
          <a:p>
            <a:pPr algn="ctr"/>
            <a:r>
              <a:rPr sz="1200" b="1">
                <a:solidFill>
                  <a:srgbClr val="34D399"/>
                </a:solidFill>
                <a:latin typeface="Segoe UI"/>
              </a:rPr>
              <a:t>04</a:t>
            </a:r>
          </a:p>
        </p:txBody>
      </p:sp>
      <p:sp>
        <p:nvSpPr>
          <p:cNvPr id="33" name="TextBox 32"/>
          <p:cNvSpPr txBox="1"/>
          <p:nvPr/>
        </p:nvSpPr>
        <p:spPr>
          <a:xfrm>
            <a:off x="1300000" y="2608868"/>
            <a:ext cx="5900000" cy="2362264"/>
          </a:xfrm>
          <a:prstGeom prst="rect">
            <a:avLst/>
          </a:prstGeom>
          <a:noFill/>
        </p:spPr>
        <p:txBody>
          <a:bodyPr wrap="square" anchor="ctr">
            <a:spAutoFit/>
          </a:bodyPr>
          <a:lstStyle/>
          <a:p>
            <a:r>
              <a:rPr sz="1500" b="1">
                <a:solidFill>
                  <a:srgbClr val="E8EEFA"/>
                </a:solidFill>
                <a:latin typeface="Segoe UI"/>
              </a:rPr>
              <a:t>Biroq FL o'z-o'zidan maxfiylikni kafolatlamaydi: og'irlik yangilanishlaridan gradient inversiyasi (gradient inversion) orqali o'qitish namunasini qayta tiklash mumkin.</a:t>
            </a:r>
          </a:p>
          <a:p>
            <a:pPr>
              <a:spcBef>
                <a:spcPts val="400"/>
              </a:spcBef>
            </a:pPr>
            <a:r>
              <a:rPr sz="1400">
                <a:solidFill>
                  <a:srgbClr val="AEBBD9"/>
                </a:solidFill>
                <a:latin typeface="Segoe UI"/>
              </a:rPr>
              <a:t>Shuning uchun FL odatda xavfsiz agregatsiya (secure aggregation — server faqat yig'indini ko'radi) va mijoz tomonida DP bilan birlashtiriladi. FL'ning muhandislik muammolari: mijozlar ma'lumoti bir xil taqsimlanmagan (non-IID), aloqa qimmat, qurilmalar ishonchsiz, zararli mijozlar zaharlashga urinishi mumkin.</a:t>
            </a:r>
          </a:p>
        </p:txBody>
      </p:sp>
    </p:spTree>
  </p:cSld>
  <p:clrMapOvr>
    <a:masterClrMapping/>
  </p:clrMapOvr>
  <p:transition spd="med">
    <p:fade/>
  </p:transition>
  <p:timing>
    <p:tnLst>
      <p:par>
        <p:cTn id="1" dur="indefinite" restart="never" nodeType="tmRoot">
          <p:childTnLst>
            <p:seq concurrent="1" nextAc="seek">
              <p:cTn id="2" dur="indefinite" nodeType="mainSeq">
                <p:childTnLst>
                  <p:par>
                    <p:cTn id="56" fill="hold">
                      <p:stCondLst>
                        <p:cond delay="indefinite"/>
                        <p:cond evt="onBegin" delay="0">
                          <p:tn val="2"/>
                        </p:cond>
                      </p:stCondLst>
                      <p:childTnLst>
                        <p:par>
                          <p:cTn id="3" fill="hold">
                            <p:stCondLst>
                              <p:cond delay="0"/>
                            </p:stCondLst>
                            <p:childTnLst>
                              <p:par>
                                <p:cTn id="4" presetID="10" presetClass="entr" presetSubtype="0" fill="hold" grpId="0" nodeType="withEffect">
                                  <p:stCondLst>
                                    <p:cond delay="0"/>
                                  </p:stCondLst>
                                  <p:childTnLst>
                                    <p:set>
                                      <p:cBhvr>
                                        <p:cTn id="5" dur="1" fill="hold">
                                          <p:stCondLst>
                                            <p:cond delay="0"/>
                                          </p:stCondLst>
                                        </p:cTn>
                                        <p:tgtEl>
                                          <p:spTgt spid="22"/>
                                        </p:tgtEl>
                                        <p:attrNameLst>
                                          <p:attrName>style.visibility</p:attrName>
                                        </p:attrNameLst>
                                      </p:cBhvr>
                                      <p:to>
                                        <p:strVal val="visible"/>
                                      </p:to>
                                    </p:set>
                                    <p:animEffect transition="in" filter="fade">
                                      <p:cBhvr>
                                        <p:cTn id="6" dur="550"/>
                                        <p:tgtEl>
                                          <p:spTgt spid="22"/>
                                        </p:tgtEl>
                                      </p:cBhvr>
                                    </p:animEffect>
                                  </p:childTnLst>
                                </p:cTn>
                              </p:par>
                            </p:childTnLst>
                          </p:cTn>
                        </p:par>
                        <p:par>
                          <p:cTn id="7" fill="hold">
                            <p:stCondLst>
                              <p:cond delay="0"/>
                            </p:stCondLst>
                            <p:childTnLst>
                              <p:par>
                                <p:cTn id="8" presetID="22" presetClass="entr" presetSubtype="8" fill="hold" grpId="0" nodeType="afterEffect">
                                  <p:stCondLst>
                                    <p:cond delay="0"/>
                                  </p:stCondLst>
                                  <p:childTnLst>
                                    <p:set>
                                      <p:cBhvr>
                                        <p:cTn id="9" dur="1" fill="hold">
                                          <p:stCondLst>
                                            <p:cond delay="0"/>
                                          </p:stCondLst>
                                        </p:cTn>
                                        <p:tgtEl>
                                          <p:spTgt spid="23"/>
                                        </p:tgtEl>
                                        <p:attrNameLst>
                                          <p:attrName>style.visibility</p:attrName>
                                        </p:attrNameLst>
                                      </p:cBhvr>
                                      <p:to>
                                        <p:strVal val="visible"/>
                                      </p:to>
                                    </p:set>
                                    <p:animEffect transition="in" filter="wipe(left)">
                                      <p:cBhvr>
                                        <p:cTn id="11" dur="800"/>
                                        <p:tgtEl>
                                          <p:spTgt spid="23"/>
                                        </p:tgtEl>
                                      </p:cBhvr>
                                    </p:animEffect>
                                  </p:childTnLst>
                                </p:cTn>
                              </p:par>
                            </p:childTnLst>
                          </p:cTn>
                        </p:par>
                        <p:par>
                          <p:cTn id="12" fill="hold">
                            <p:stCondLst>
                              <p:cond delay="150"/>
                            </p:stCondLst>
                            <p:childTnLst>
                              <p:par>
                                <p:cTn id="13" presetID="53" presetClass="entr" presetSubtype="16" fill="hold" grpId="0" nodeType="afterEffect">
                                  <p:stCondLst>
                                    <p:cond delay="0"/>
                                  </p:stCondLst>
                                  <p:childTnLst>
                                    <p:set>
                                      <p:cBhvr>
                                        <p:cTn id="14" dur="1" fill="hold">
                                          <p:stCondLst>
                                            <p:cond delay="0"/>
                                          </p:stCondLst>
                                        </p:cTn>
                                        <p:tgtEl>
                                          <p:spTgt spid="26"/>
                                        </p:tgtEl>
                                        <p:attrNameLst>
                                          <p:attrName>style.visibility</p:attrName>
                                        </p:attrNameLst>
                                      </p:cBhvr>
                                      <p:to>
                                        <p:strVal val="visible"/>
                                      </p:to>
                                    </p:set>
                                    <p:animEffect transition="in" filter="fade">
                                      <p:cBhvr>
                                        <p:cTn id="15" dur="550"/>
                                        <p:tgtEl>
                                          <p:spTgt spid="26"/>
                                        </p:tgtEl>
                                      </p:cBhvr>
                                    </p:animEffect>
                                    <p:anim calcmode="lin" valueType="num">
                                      <p:cBhvr additive="base">
                                        <p:cTn id="16" dur="550" fill="hold"/>
                                        <p:tgtEl>
                                          <p:spTgt spid="26"/>
                                        </p:tgtEl>
                                        <p:attrNameLst>
                                          <p:attrName>ppt_w</p:attrName>
                                        </p:attrNameLst>
                                      </p:cBhvr>
                                      <p:tavLst>
                                        <p:tav tm="0">
                                          <p:val>
                                            <p:strVal val="0"/>
                                          </p:val>
                                        </p:tav>
                                        <p:tav tm="100000">
                                          <p:val>
                                            <p:strVal val="#ppt_w"/>
                                          </p:val>
                                        </p:tav>
                                      </p:tavLst>
                                    </p:anim>
                                    <p:anim calcmode="lin" valueType="num">
                                      <p:cBhvr additive="base">
                                        <p:cTn id="17" dur="550" fill="hold"/>
                                        <p:tgtEl>
                                          <p:spTgt spid="26"/>
                                        </p:tgtEl>
                                        <p:attrNameLst>
                                          <p:attrName>ppt_h</p:attrName>
                                        </p:attrNameLst>
                                      </p:cBhvr>
                                      <p:tavLst>
                                        <p:tav tm="0">
                                          <p:val>
                                            <p:strVal val="0"/>
                                          </p:val>
                                        </p:tav>
                                        <p:tav tm="100000">
                                          <p:val>
                                            <p:strVal val="#ppt_h"/>
                                          </p:val>
                                        </p:tav>
                                      </p:tavLst>
                                    </p:anim>
                                  </p:childTnLst>
                                </p:cTn>
                              </p:par>
                            </p:childTnLst>
                          </p:cTn>
                        </p:par>
                        <p:par>
                          <p:cTn id="18" fill="hold">
                            <p:stCondLst>
                              <p:cond delay="150"/>
                            </p:stCondLst>
                            <p:childTnLst>
                              <p:par>
                                <p:cTn id="19" presetID="53" presetClass="entr" presetSubtype="16" fill="hold" grpId="0" nodeType="afterEffect">
                                  <p:stCondLst>
                                    <p:cond delay="0"/>
                                  </p:stCondLst>
                                  <p:childTnLst>
                                    <p:set>
                                      <p:cBhvr>
                                        <p:cTn id="20" dur="1" fill="hold">
                                          <p:stCondLst>
                                            <p:cond delay="0"/>
                                          </p:stCondLst>
                                        </p:cTn>
                                        <p:tgtEl>
                                          <p:spTgt spid="27"/>
                                        </p:tgtEl>
                                        <p:attrNameLst>
                                          <p:attrName>style.visibility</p:attrName>
                                        </p:attrNameLst>
                                      </p:cBhvr>
                                      <p:to>
                                        <p:strVal val="visible"/>
                                      </p:to>
                                    </p:set>
                                    <p:animEffect transition="in" filter="fade">
                                      <p:cBhvr>
                                        <p:cTn id="21" dur="550"/>
                                        <p:tgtEl>
                                          <p:spTgt spid="27"/>
                                        </p:tgtEl>
                                      </p:cBhvr>
                                    </p:animEffect>
                                    <p:anim calcmode="lin" valueType="num">
                                      <p:cBhvr additive="base">
                                        <p:cTn id="22" dur="550" fill="hold"/>
                                        <p:tgtEl>
                                          <p:spTgt spid="27"/>
                                        </p:tgtEl>
                                        <p:attrNameLst>
                                          <p:attrName>ppt_w</p:attrName>
                                        </p:attrNameLst>
                                      </p:cBhvr>
                                      <p:tavLst>
                                        <p:tav tm="0">
                                          <p:val>
                                            <p:strVal val="0"/>
                                          </p:val>
                                        </p:tav>
                                        <p:tav tm="100000">
                                          <p:val>
                                            <p:strVal val="#ppt_w"/>
                                          </p:val>
                                        </p:tav>
                                      </p:tavLst>
                                    </p:anim>
                                    <p:anim calcmode="lin" valueType="num">
                                      <p:cBhvr additive="base">
                                        <p:cTn id="23" dur="550" fill="hold"/>
                                        <p:tgtEl>
                                          <p:spTgt spid="27"/>
                                        </p:tgtEl>
                                        <p:attrNameLst>
                                          <p:attrName>ppt_h</p:attrName>
                                        </p:attrNameLst>
                                      </p:cBhvr>
                                      <p:tavLst>
                                        <p:tav tm="0">
                                          <p:val>
                                            <p:strVal val="0"/>
                                          </p:val>
                                        </p:tav>
                                        <p:tav tm="100000">
                                          <p:val>
                                            <p:strVal val="#ppt_h"/>
                                          </p:val>
                                        </p:tav>
                                      </p:tavLst>
                                    </p:anim>
                                  </p:childTnLst>
                                </p:cTn>
                              </p:par>
                            </p:childTnLst>
                          </p:cTn>
                        </p:par>
                        <p:par>
                          <p:cTn id="24" fill="hold">
                            <p:stCondLst>
                              <p:cond delay="150"/>
                            </p:stCondLst>
                            <p:childTnLst>
                              <p:par>
                                <p:cTn id="25" presetID="10" presetClass="entr" presetSubtype="0" fill="hold" grpId="0" nodeType="afterEffect">
                                  <p:stCondLst>
                                    <p:cond delay="0"/>
                                  </p:stCondLst>
                                  <p:childTnLst>
                                    <p:set>
                                      <p:cBhvr>
                                        <p:cTn id="26" dur="1" fill="hold">
                                          <p:stCondLst>
                                            <p:cond delay="0"/>
                                          </p:stCondLst>
                                        </p:cTn>
                                        <p:tgtEl>
                                          <p:spTgt spid="29"/>
                                        </p:tgtEl>
                                        <p:attrNameLst>
                                          <p:attrName>style.visibility</p:attrName>
                                        </p:attrNameLst>
                                      </p:cBhvr>
                                      <p:to>
                                        <p:strVal val="visible"/>
                                      </p:to>
                                    </p:set>
                                    <p:animEffect transition="in" filter="fade">
                                      <p:cBhvr>
                                        <p:cTn id="27" dur="550"/>
                                        <p:tgtEl>
                                          <p:spTgt spid="29"/>
                                        </p:tgtEl>
                                      </p:cBhvr>
                                    </p:animEffect>
                                  </p:childTnLst>
                                </p:cTn>
                              </p:par>
                            </p:childTnLst>
                          </p:cTn>
                        </p:par>
                        <p:par>
                          <p:cTn id="28" fill="hold">
                            <p:stCondLst>
                              <p:cond delay="150"/>
                            </p:stCondLst>
                            <p:childTnLst>
                              <p:par>
                                <p:cTn id="29" presetID="10" presetClass="entr" presetSubtype="0" fill="hold" grpId="0" nodeType="afterEffect">
                                  <p:stCondLst>
                                    <p:cond delay="0"/>
                                  </p:stCondLst>
                                  <p:childTnLst>
                                    <p:set>
                                      <p:cBhvr>
                                        <p:cTn id="30" dur="1" fill="hold">
                                          <p:stCondLst>
                                            <p:cond delay="0"/>
                                          </p:stCondLst>
                                        </p:cTn>
                                        <p:tgtEl>
                                          <p:spTgt spid="28"/>
                                        </p:tgtEl>
                                        <p:attrNameLst>
                                          <p:attrName>style.visibility</p:attrName>
                                        </p:attrNameLst>
                                      </p:cBhvr>
                                      <p:to>
                                        <p:strVal val="visible"/>
                                      </p:to>
                                    </p:set>
                                    <p:animEffect transition="in" filter="fade">
                                      <p:cBhvr>
                                        <p:cTn id="31" dur="550"/>
                                        <p:tgtEl>
                                          <p:spTgt spid="28"/>
                                        </p:tgtEl>
                                      </p:cBhvr>
                                    </p:animEffect>
                                  </p:childTnLst>
                                </p:cTn>
                              </p:par>
                            </p:childTnLst>
                          </p:cTn>
                        </p:par>
                        <p:par>
                          <p:cTn id="32" fill="hold">
                            <p:stCondLst>
                              <p:cond delay="350"/>
                            </p:stCondLst>
                            <p:childTnLst>
                              <p:par>
                                <p:cTn id="33" presetID="42" presetClass="entr" presetSubtype="0" fill="hold" grpId="0" nodeType="afterEffect">
                                  <p:stCondLst>
                                    <p:cond delay="0"/>
                                  </p:stCondLst>
                                  <p:childTnLst>
                                    <p:set>
                                      <p:cBhvr>
                                        <p:cTn id="34" dur="1" fill="hold">
                                          <p:stCondLst>
                                            <p:cond delay="0"/>
                                          </p:stCondLst>
                                        </p:cTn>
                                        <p:tgtEl>
                                          <p:spTgt spid="30"/>
                                        </p:tgtEl>
                                        <p:attrNameLst>
                                          <p:attrName>style.visibility</p:attrName>
                                        </p:attrNameLst>
                                      </p:cBhvr>
                                      <p:to>
                                        <p:strVal val="visible"/>
                                      </p:to>
                                    </p:set>
                                    <p:animEffect transition="in" filter="fade">
                                      <p:cBhvr>
                                        <p:cTn id="35" dur="550"/>
                                        <p:tgtEl>
                                          <p:spTgt spid="30"/>
                                        </p:tgtEl>
                                      </p:cBhvr>
                                    </p:animEffect>
                                    <p:anim calcmode="lin" valueType="num">
                                      <p:cBhvr additive="base">
                                        <p:cTn id="36" dur="550" fill="hold"/>
                                        <p:tgtEl>
                                          <p:spTgt spid="30"/>
                                        </p:tgtEl>
                                        <p:attrNameLst>
                                          <p:attrName>ppt_x</p:attrName>
                                        </p:attrNameLst>
                                      </p:cBhvr>
                                      <p:tavLst>
                                        <p:tav tm="0">
                                          <p:val>
                                            <p:strVal val="#ppt_x"/>
                                          </p:val>
                                        </p:tav>
                                        <p:tav tm="100000">
                                          <p:val>
                                            <p:strVal val="#ppt_x"/>
                                          </p:val>
                                        </p:tav>
                                      </p:tavLst>
                                    </p:anim>
                                    <p:anim calcmode="lin" valueType="num">
                                      <p:cBhvr additive="base">
                                        <p:cTn id="37" dur="550" fill="hold"/>
                                        <p:tgtEl>
                                          <p:spTgt spid="30"/>
                                        </p:tgtEl>
                                        <p:attrNameLst>
                                          <p:attrName>ppt_y</p:attrName>
                                        </p:attrNameLst>
                                      </p:cBhvr>
                                      <p:tavLst>
                                        <p:tav tm="0">
                                          <p:val>
                                            <p:strVal val="#ppt_y+.08"/>
                                          </p:val>
                                        </p:tav>
                                        <p:tav tm="100000">
                                          <p:val>
                                            <p:strVal val="#ppt_y"/>
                                          </p:val>
                                        </p:tav>
                                      </p:tavLst>
                                    </p:anim>
                                  </p:childTnLst>
                                </p:cTn>
                              </p:par>
                            </p:childTnLst>
                          </p:cTn>
                        </p:par>
                        <p:par>
                          <p:cTn id="38" fill="hold">
                            <p:stCondLst>
                              <p:cond delay="350"/>
                            </p:stCondLst>
                            <p:childTnLst>
                              <p:par>
                                <p:cTn id="39" presetID="42" presetClass="entr" presetSubtype="0" fill="hold" grpId="0" nodeType="afterEffect">
                                  <p:stCondLst>
                                    <p:cond delay="0"/>
                                  </p:stCondLst>
                                  <p:childTnLst>
                                    <p:set>
                                      <p:cBhvr>
                                        <p:cTn id="40" dur="1" fill="hold">
                                          <p:stCondLst>
                                            <p:cond delay="0"/>
                                          </p:stCondLst>
                                        </p:cTn>
                                        <p:tgtEl>
                                          <p:spTgt spid="31"/>
                                        </p:tgtEl>
                                        <p:attrNameLst>
                                          <p:attrName>style.visibility</p:attrName>
                                        </p:attrNameLst>
                                      </p:cBhvr>
                                      <p:to>
                                        <p:strVal val="visible"/>
                                      </p:to>
                                    </p:set>
                                    <p:animEffect transition="in" filter="fade">
                                      <p:cBhvr>
                                        <p:cTn id="41" dur="550"/>
                                        <p:tgtEl>
                                          <p:spTgt spid="31"/>
                                        </p:tgtEl>
                                      </p:cBhvr>
                                    </p:animEffect>
                                    <p:anim calcmode="lin" valueType="num">
                                      <p:cBhvr additive="base">
                                        <p:cTn id="42" dur="550" fill="hold"/>
                                        <p:tgtEl>
                                          <p:spTgt spid="31"/>
                                        </p:tgtEl>
                                        <p:attrNameLst>
                                          <p:attrName>ppt_x</p:attrName>
                                        </p:attrNameLst>
                                      </p:cBhvr>
                                      <p:tavLst>
                                        <p:tav tm="0">
                                          <p:val>
                                            <p:strVal val="#ppt_x"/>
                                          </p:val>
                                        </p:tav>
                                        <p:tav tm="100000">
                                          <p:val>
                                            <p:strVal val="#ppt_x"/>
                                          </p:val>
                                        </p:tav>
                                      </p:tavLst>
                                    </p:anim>
                                    <p:anim calcmode="lin" valueType="num">
                                      <p:cBhvr additive="base">
                                        <p:cTn id="43" dur="550" fill="hold"/>
                                        <p:tgtEl>
                                          <p:spTgt spid="31"/>
                                        </p:tgtEl>
                                        <p:attrNameLst>
                                          <p:attrName>ppt_y</p:attrName>
                                        </p:attrNameLst>
                                      </p:cBhvr>
                                      <p:tavLst>
                                        <p:tav tm="0">
                                          <p:val>
                                            <p:strVal val="#ppt_y+.08"/>
                                          </p:val>
                                        </p:tav>
                                        <p:tav tm="100000">
                                          <p:val>
                                            <p:strVal val="#ppt_y"/>
                                          </p:val>
                                        </p:tav>
                                      </p:tavLst>
                                    </p:anim>
                                  </p:childTnLst>
                                </p:cTn>
                              </p:par>
                            </p:childTnLst>
                          </p:cTn>
                        </p:par>
                        <p:par>
                          <p:cTn id="44" fill="hold">
                            <p:stCondLst>
                              <p:cond delay="350"/>
                            </p:stCondLst>
                            <p:childTnLst>
                              <p:par>
                                <p:cTn id="45" presetID="53" presetClass="entr" presetSubtype="16" fill="hold" grpId="0" nodeType="afterEffect">
                                  <p:stCondLst>
                                    <p:cond delay="0"/>
                                  </p:stCondLst>
                                  <p:childTnLst>
                                    <p:set>
                                      <p:cBhvr>
                                        <p:cTn id="46" dur="1" fill="hold">
                                          <p:stCondLst>
                                            <p:cond delay="0"/>
                                          </p:stCondLst>
                                        </p:cTn>
                                        <p:tgtEl>
                                          <p:spTgt spid="32"/>
                                        </p:tgtEl>
                                        <p:attrNameLst>
                                          <p:attrName>style.visibility</p:attrName>
                                        </p:attrNameLst>
                                      </p:cBhvr>
                                      <p:to>
                                        <p:strVal val="visible"/>
                                      </p:to>
                                    </p:set>
                                    <p:animEffect transition="in" filter="fade">
                                      <p:cBhvr>
                                        <p:cTn id="47" dur="550"/>
                                        <p:tgtEl>
                                          <p:spTgt spid="32"/>
                                        </p:tgtEl>
                                      </p:cBhvr>
                                    </p:animEffect>
                                    <p:anim calcmode="lin" valueType="num">
                                      <p:cBhvr additive="base">
                                        <p:cTn id="48" dur="550" fill="hold"/>
                                        <p:tgtEl>
                                          <p:spTgt spid="32"/>
                                        </p:tgtEl>
                                        <p:attrNameLst>
                                          <p:attrName>ppt_w</p:attrName>
                                        </p:attrNameLst>
                                      </p:cBhvr>
                                      <p:tavLst>
                                        <p:tav tm="0">
                                          <p:val>
                                            <p:strVal val="0"/>
                                          </p:val>
                                        </p:tav>
                                        <p:tav tm="100000">
                                          <p:val>
                                            <p:strVal val="#ppt_w"/>
                                          </p:val>
                                        </p:tav>
                                      </p:tavLst>
                                    </p:anim>
                                    <p:anim calcmode="lin" valueType="num">
                                      <p:cBhvr additive="base">
                                        <p:cTn id="49" dur="550" fill="hold"/>
                                        <p:tgtEl>
                                          <p:spTgt spid="32"/>
                                        </p:tgtEl>
                                        <p:attrNameLst>
                                          <p:attrName>ppt_h</p:attrName>
                                        </p:attrNameLst>
                                      </p:cBhvr>
                                      <p:tavLst>
                                        <p:tav tm="0">
                                          <p:val>
                                            <p:strVal val="0"/>
                                          </p:val>
                                        </p:tav>
                                        <p:tav tm="100000">
                                          <p:val>
                                            <p:strVal val="#ppt_h"/>
                                          </p:val>
                                        </p:tav>
                                      </p:tavLst>
                                    </p:anim>
                                  </p:childTnLst>
                                </p:cTn>
                              </p:par>
                            </p:childTnLst>
                          </p:cTn>
                        </p:par>
                        <p:par>
                          <p:cTn id="50" fill="hold">
                            <p:stCondLst>
                              <p:cond delay="350"/>
                            </p:stCondLst>
                            <p:childTnLst>
                              <p:par>
                                <p:cTn id="51" presetID="42" presetClass="entr" presetSubtype="0" fill="hold" grpId="0" nodeType="afterEffect">
                                  <p:stCondLst>
                                    <p:cond delay="0"/>
                                  </p:stCondLst>
                                  <p:childTnLst>
                                    <p:set>
                                      <p:cBhvr>
                                        <p:cTn id="52" dur="1" fill="hold">
                                          <p:stCondLst>
                                            <p:cond delay="0"/>
                                          </p:stCondLst>
                                        </p:cTn>
                                        <p:tgtEl>
                                          <p:spTgt spid="33"/>
                                        </p:tgtEl>
                                        <p:attrNameLst>
                                          <p:attrName>style.visibility</p:attrName>
                                        </p:attrNameLst>
                                      </p:cBhvr>
                                      <p:to>
                                        <p:strVal val="visible"/>
                                      </p:to>
                                    </p:set>
                                    <p:animEffect transition="in" filter="fade">
                                      <p:cBhvr>
                                        <p:cTn id="53" dur="550"/>
                                        <p:tgtEl>
                                          <p:spTgt spid="33"/>
                                        </p:tgtEl>
                                      </p:cBhvr>
                                    </p:animEffect>
                                    <p:anim calcmode="lin" valueType="num">
                                      <p:cBhvr additive="base">
                                        <p:cTn id="54" dur="550" fill="hold"/>
                                        <p:tgtEl>
                                          <p:spTgt spid="33"/>
                                        </p:tgtEl>
                                        <p:attrNameLst>
                                          <p:attrName>ppt_x</p:attrName>
                                        </p:attrNameLst>
                                      </p:cBhvr>
                                      <p:tavLst>
                                        <p:tav tm="0">
                                          <p:val>
                                            <p:strVal val="#ppt_x"/>
                                          </p:val>
                                        </p:tav>
                                        <p:tav tm="100000">
                                          <p:val>
                                            <p:strVal val="#ppt_x"/>
                                          </p:val>
                                        </p:tav>
                                      </p:tavLst>
                                    </p:anim>
                                    <p:anim calcmode="lin" valueType="num">
                                      <p:cBhvr additive="base">
                                        <p:cTn id="55" dur="550" fill="hold"/>
                                        <p:tgtEl>
                                          <p:spTgt spid="33"/>
                                        </p:tgtEl>
                                        <p:attrNameLst>
                                          <p:attrName>ppt_y</p:attrName>
                                        </p:attrNameLst>
                                      </p:cBhvr>
                                      <p:tavLst>
                                        <p:tav tm="0">
                                          <p:val>
                                            <p:strVal val="#ppt_y+.08"/>
                                          </p:val>
                                        </p:tav>
                                        <p:tav tm="100000">
                                          <p:val>
                                            <p:strVal val="#ppt_y"/>
                                          </p:val>
                                        </p:tav>
                                      </p:tavLst>
                                    </p:anim>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22" grpId="0" animBg="1"/>
      <p:bldP spid="23" grpId="0" animBg="1"/>
      <p:bldP spid="26" grpId="0" animBg="1"/>
      <p:bldP spid="29" grpId="0" animBg="1"/>
      <p:bldP spid="28" grpId="0" animBg="1"/>
      <p:bldP spid="30" grpId="0" animBg="1"/>
      <p:bldP spid="31" grpId="0" animBg="1"/>
      <p:bldP spid="32" grpId="0" animBg="1"/>
      <p:bldP spid="33" grpId="0" animBg="1"/>
    </p:bldLst>
  </p:timing>
</p:sld>
</file>

<file path=ppt/slides/slide2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2000" cy="6858000"/>
          </a:xfrm>
          <a:prstGeom prst="rect">
            <a:avLst/>
          </a:prstGeom>
          <a:gradFill rotWithShape="1">
            <a:gsLst>
              <a:gs pos="0">
                <a:srgbClr val="070B1A"/>
              </a:gs>
              <a:gs pos="100000">
                <a:srgbClr val="141C44"/>
              </a:gs>
            </a:gsLst>
            <a:lin scaled="0" ang="13500000"/>
          </a:gra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cxnSp>
        <p:nvCxnSpPr>
          <p:cNvPr id="3" name="Connector 2"/>
          <p:cNvCxnSpPr/>
          <p:nvPr/>
        </p:nvCxnSpPr>
        <p:spPr>
          <a:xfrm>
            <a:off x="10350000" y="380000"/>
            <a:ext cx="750000" cy="375000"/>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cxnSp>
        <p:nvCxnSpPr>
          <p:cNvPr id="4" name="Connector 3"/>
          <p:cNvCxnSpPr/>
          <p:nvPr/>
        </p:nvCxnSpPr>
        <p:spPr>
          <a:xfrm>
            <a:off x="11100000" y="305000"/>
            <a:ext cx="750000" cy="75000"/>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cxnSp>
        <p:nvCxnSpPr>
          <p:cNvPr id="5" name="Connector 4"/>
          <p:cNvCxnSpPr/>
          <p:nvPr/>
        </p:nvCxnSpPr>
        <p:spPr>
          <a:xfrm>
            <a:off x="11100000" y="530000"/>
            <a:ext cx="750000" cy="150000"/>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cxnSp>
        <p:nvCxnSpPr>
          <p:cNvPr id="6" name="Connector 5"/>
          <p:cNvCxnSpPr/>
          <p:nvPr/>
        </p:nvCxnSpPr>
        <p:spPr>
          <a:xfrm flipV="1">
            <a:off x="11100000" y="380000"/>
            <a:ext cx="750000" cy="375000"/>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cxnSp>
        <p:nvCxnSpPr>
          <p:cNvPr id="7" name="Connector 6"/>
          <p:cNvCxnSpPr/>
          <p:nvPr/>
        </p:nvCxnSpPr>
        <p:spPr>
          <a:xfrm flipV="1">
            <a:off x="11100000" y="680000"/>
            <a:ext cx="750000" cy="75000"/>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sp>
        <p:nvSpPr>
          <p:cNvPr id="8" name="Oval 7"/>
          <p:cNvSpPr/>
          <p:nvPr/>
        </p:nvSpPr>
        <p:spPr>
          <a:xfrm>
            <a:off x="10280000" y="310000"/>
            <a:ext cx="140000" cy="140000"/>
          </a:xfrm>
          <a:prstGeom prst="ellipse">
            <a:avLst/>
          </a:prstGeom>
          <a:solidFill>
            <a:srgbClr val="3B4C8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Oval 8"/>
          <p:cNvSpPr/>
          <p:nvPr/>
        </p:nvSpPr>
        <p:spPr>
          <a:xfrm>
            <a:off x="10280000" y="610000"/>
            <a:ext cx="140000" cy="140000"/>
          </a:xfrm>
          <a:prstGeom prst="ellipse">
            <a:avLst/>
          </a:prstGeom>
          <a:solidFill>
            <a:srgbClr val="3B4C8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Oval 9"/>
          <p:cNvSpPr/>
          <p:nvPr/>
        </p:nvSpPr>
        <p:spPr>
          <a:xfrm>
            <a:off x="11030000" y="235000"/>
            <a:ext cx="140000" cy="140000"/>
          </a:xfrm>
          <a:prstGeom prst="ellipse">
            <a:avLst/>
          </a:prstGeom>
          <a:solidFill>
            <a:srgbClr val="3B4C8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Oval 10"/>
          <p:cNvSpPr/>
          <p:nvPr/>
        </p:nvSpPr>
        <p:spPr>
          <a:xfrm>
            <a:off x="11030000" y="460000"/>
            <a:ext cx="140000" cy="140000"/>
          </a:xfrm>
          <a:prstGeom prst="ellipse">
            <a:avLst/>
          </a:prstGeom>
          <a:solidFill>
            <a:srgbClr val="3B4C8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11030000" y="685000"/>
            <a:ext cx="140000" cy="140000"/>
          </a:xfrm>
          <a:prstGeom prst="ellipse">
            <a:avLst/>
          </a:prstGeom>
          <a:solidFill>
            <a:srgbClr val="3B4C8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Oval 12"/>
          <p:cNvSpPr/>
          <p:nvPr/>
        </p:nvSpPr>
        <p:spPr>
          <a:xfrm>
            <a:off x="11780000" y="310000"/>
            <a:ext cx="140000" cy="140000"/>
          </a:xfrm>
          <a:prstGeom prst="ellipse">
            <a:avLst/>
          </a:prstGeom>
          <a:solidFill>
            <a:srgbClr val="3B4C8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Oval 13"/>
          <p:cNvSpPr/>
          <p:nvPr/>
        </p:nvSpPr>
        <p:spPr>
          <a:xfrm>
            <a:off x="11780000" y="610000"/>
            <a:ext cx="140000" cy="140000"/>
          </a:xfrm>
          <a:prstGeom prst="ellipse">
            <a:avLst/>
          </a:prstGeom>
          <a:solidFill>
            <a:srgbClr val="3B4C8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500000" y="160000"/>
            <a:ext cx="9600000" cy="300000"/>
          </a:xfrm>
          <a:prstGeom prst="rect">
            <a:avLst/>
          </a:prstGeom>
          <a:noFill/>
        </p:spPr>
        <p:txBody>
          <a:bodyPr wrap="square" anchor="t" lIns="50800" rIns="50800">
            <a:spAutoFit/>
          </a:bodyPr>
          <a:lstStyle/>
          <a:p>
            <a:pPr algn="l"/>
            <a:r>
              <a:rPr sz="1100" b="1">
                <a:solidFill>
                  <a:srgbClr val="22D3EE"/>
                </a:solidFill>
                <a:latin typeface="Segoe UI"/>
              </a:rPr>
              <a:t>◆ 4-REJA</a:t>
            </a:r>
          </a:p>
        </p:txBody>
      </p:sp>
      <p:sp>
        <p:nvSpPr>
          <p:cNvPr id="16" name="TextBox 15"/>
          <p:cNvSpPr txBox="1"/>
          <p:nvPr/>
        </p:nvSpPr>
        <p:spPr>
          <a:xfrm>
            <a:off x="500000" y="400000"/>
            <a:ext cx="9800000" cy="650000"/>
          </a:xfrm>
          <a:prstGeom prst="rect">
            <a:avLst/>
          </a:prstGeom>
          <a:noFill/>
        </p:spPr>
        <p:txBody>
          <a:bodyPr wrap="square" anchor="ctr" lIns="50800" rIns="50800">
            <a:spAutoFit/>
          </a:bodyPr>
          <a:lstStyle/>
          <a:p>
            <a:pPr algn="l"/>
            <a:r>
              <a:rPr sz="2600" b="1">
                <a:solidFill>
                  <a:srgbClr val="E8EEFA"/>
                </a:solidFill>
                <a:latin typeface="Segoe UI"/>
              </a:rPr>
              <a:t>Maxfiylikni saqlovchi sun'iy intellekt</a:t>
            </a:r>
          </a:p>
        </p:txBody>
      </p:sp>
      <p:sp>
        <p:nvSpPr>
          <p:cNvPr id="17" name="Rectangle 16"/>
          <p:cNvSpPr/>
          <p:nvPr/>
        </p:nvSpPr>
        <p:spPr>
          <a:xfrm>
            <a:off x="560000" y="1080000"/>
            <a:ext cx="1700000" cy="45000"/>
          </a:xfrm>
          <a:prstGeom prst="rect">
            <a:avLst/>
          </a:prstGeom>
          <a:gradFill rotWithShape="1">
            <a:gsLst>
              <a:gs pos="0">
                <a:srgbClr val="22D3EE"/>
              </a:gs>
              <a:gs pos="100000">
                <a:srgbClr val="8B5CF6"/>
              </a:gs>
            </a:gsLst>
            <a:lin scaled="0" ang="0"/>
          </a:gra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500000" y="6450000"/>
            <a:ext cx="9500000" cy="280000"/>
          </a:xfrm>
          <a:prstGeom prst="rect">
            <a:avLst/>
          </a:prstGeom>
          <a:noFill/>
        </p:spPr>
        <p:txBody>
          <a:bodyPr wrap="square" anchor="t" lIns="50800" rIns="50800">
            <a:spAutoFit/>
          </a:bodyPr>
          <a:lstStyle/>
          <a:p>
            <a:pPr algn="l"/>
            <a:r>
              <a:rPr sz="900" b="0">
                <a:solidFill>
                  <a:srgbClr val="707EAA"/>
                </a:solidFill>
                <a:latin typeface="Segoe UI"/>
              </a:rPr>
              <a:t>M9 · Tizimlarining ishonchliligi va axborot xavfsizligi</a:t>
            </a:r>
          </a:p>
        </p:txBody>
      </p:sp>
      <p:sp>
        <p:nvSpPr>
          <p:cNvPr id="19" name="Rounded Rectangle 18"/>
          <p:cNvSpPr/>
          <p:nvPr/>
        </p:nvSpPr>
        <p:spPr>
          <a:xfrm>
            <a:off x="11000000" y="6430000"/>
            <a:ext cx="700000" cy="270000"/>
          </a:xfrm>
          <a:prstGeom prst="roundRect">
            <a:avLst/>
          </a:prstGeom>
          <a:solidFill>
            <a:srgbClr val="121936"/>
          </a:solidFill>
          <a:ln w="12700">
            <a:solidFill>
              <a:srgbClr val="2A356E"/>
            </a:solidFill>
          </a:ln>
          <a:effectLst/>
        </p:spPr>
        <p:style>
          <a:lnRef idx="1">
            <a:schemeClr val="accent1"/>
          </a:lnRef>
          <a:fillRef idx="3">
            <a:schemeClr val="accent1"/>
          </a:fillRef>
          <a:effectRef idx="2">
            <a:schemeClr val="accent1"/>
          </a:effectRef>
          <a:fontRef idx="minor">
            <a:schemeClr val="lt1"/>
          </a:fontRef>
        </p:style>
        <p:txBody>
          <a:bodyPr rtlCol="0" anchor="ctr" tIns="0" bIns="0"/>
          <a:lstStyle/>
          <a:p>
            <a:pPr algn="ctr"/>
            <a:r>
              <a:rPr sz="1000" b="1">
                <a:solidFill>
                  <a:srgbClr val="22D3EE"/>
                </a:solidFill>
                <a:latin typeface="Segoe UI"/>
              </a:rPr>
              <a:t>25</a:t>
            </a:r>
          </a:p>
        </p:txBody>
      </p:sp>
      <p:sp>
        <p:nvSpPr>
          <p:cNvPr id="20" name="Rounded Rectangle 19"/>
          <p:cNvSpPr/>
          <p:nvPr/>
        </p:nvSpPr>
        <p:spPr>
          <a:xfrm>
            <a:off x="7520000" y="1330000"/>
            <a:ext cx="4250000" cy="4650000"/>
          </a:xfrm>
          <a:prstGeom prst="roundRect">
            <a:avLst>
              <a:gd name="adj" fmla="val 5000"/>
            </a:avLst>
          </a:prstGeom>
          <a:noFill/>
          <a:ln w="15875">
            <a:solidFill>
              <a:srgbClr val="8B5CF6"/>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21" name="Picture 20" descr="c5a01db9c3f5ef7d.jpg"/>
          <p:cNvPicPr>
            <a:picLocks noChangeAspect="1"/>
          </p:cNvPicPr>
          <p:nvPr/>
        </p:nvPicPr>
        <p:blipFill>
          <a:blip r:embed="rId2"/>
          <a:srcRect l="14265" r="14265"/>
          <a:stretch>
            <a:fillRect/>
          </a:stretch>
        </p:blipFill>
        <p:spPr>
          <a:xfrm>
            <a:off x="7620000" y="1430000"/>
            <a:ext cx="4050000" cy="4250000"/>
          </a:xfrm>
          <a:prstGeom prst="roundRect">
            <a:avLst/>
          </a:prstGeom>
          <a:ln w="19050">
            <a:solidFill>
              <a:srgbClr val="22D3EE"/>
            </a:solidFill>
          </a:ln>
        </p:spPr>
      </p:pic>
      <p:sp>
        <p:nvSpPr>
          <p:cNvPr id="22" name="TextBox 21"/>
          <p:cNvSpPr txBox="1"/>
          <p:nvPr/>
        </p:nvSpPr>
        <p:spPr>
          <a:xfrm>
            <a:off x="7620000" y="5710000"/>
            <a:ext cx="4050000" cy="260000"/>
          </a:xfrm>
          <a:prstGeom prst="rect">
            <a:avLst/>
          </a:prstGeom>
          <a:noFill/>
        </p:spPr>
        <p:txBody>
          <a:bodyPr wrap="square" anchor="t" lIns="50800" rIns="50800">
            <a:spAutoFit/>
          </a:bodyPr>
          <a:lstStyle/>
          <a:p>
            <a:pPr algn="l"/>
            <a:r>
              <a:rPr sz="800" b="0">
                <a:solidFill>
                  <a:srgbClr val="707EAA"/>
                </a:solidFill>
                <a:latin typeface="Segoe UI"/>
              </a:rPr>
              <a:t>Rasm: Indrajit Das · Wikimedia Commons · CC BY-SA 3.0</a:t>
            </a:r>
          </a:p>
        </p:txBody>
      </p:sp>
      <p:sp>
        <p:nvSpPr>
          <p:cNvPr id="23" name="Rounded Rectangle 22"/>
          <p:cNvSpPr/>
          <p:nvPr/>
        </p:nvSpPr>
        <p:spPr>
          <a:xfrm>
            <a:off x="7750000" y="1560000"/>
            <a:ext cx="1700000" cy="300000"/>
          </a:xfrm>
          <a:prstGeom prst="roundRect">
            <a:avLst/>
          </a:prstGeom>
          <a:solidFill>
            <a:srgbClr val="070B1A"/>
          </a:solidFill>
          <a:ln w="12700">
            <a:solidFill>
              <a:srgbClr val="22D3EE"/>
            </a:solidFill>
          </a:ln>
          <a:effectLst/>
        </p:spPr>
        <p:style>
          <a:lnRef idx="1">
            <a:schemeClr val="accent1"/>
          </a:lnRef>
          <a:fillRef idx="3">
            <a:schemeClr val="accent1"/>
          </a:fillRef>
          <a:effectRef idx="2">
            <a:schemeClr val="accent1"/>
          </a:effectRef>
          <a:fontRef idx="minor">
            <a:schemeClr val="lt1"/>
          </a:fontRef>
        </p:style>
        <p:txBody>
          <a:bodyPr rtlCol="0" anchor="ctr" tIns="0" bIns="0"/>
          <a:lstStyle/>
          <a:p>
            <a:pPr algn="ctr"/>
            <a:r>
              <a:rPr sz="900" b="1">
                <a:solidFill>
                  <a:srgbClr val="22D3EE"/>
                </a:solidFill>
                <a:latin typeface="Segoe UI"/>
              </a:rPr>
              <a:t>⚙ AMALIYOTDA</a:t>
            </a:r>
          </a:p>
        </p:txBody>
      </p:sp>
      <p:sp>
        <p:nvSpPr>
          <p:cNvPr id="24" name="Rounded Rectangle 23"/>
          <p:cNvSpPr/>
          <p:nvPr/>
        </p:nvSpPr>
        <p:spPr>
          <a:xfrm>
            <a:off x="550000" y="2568868"/>
            <a:ext cx="6750000" cy="2442264"/>
          </a:xfrm>
          <a:prstGeom prst="roundRect">
            <a:avLst>
              <a:gd name="adj" fmla="val 12000"/>
            </a:avLst>
          </a:prstGeom>
          <a:solidFill>
            <a:srgbClr val="121936"/>
          </a:solidFill>
          <a:ln w="12700">
            <a:solidFill>
              <a:srgbClr val="2A356E"/>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Rectangle 24"/>
          <p:cNvSpPr/>
          <p:nvPr/>
        </p:nvSpPr>
        <p:spPr>
          <a:xfrm>
            <a:off x="550000" y="2648868"/>
            <a:ext cx="50000" cy="2282264"/>
          </a:xfrm>
          <a:prstGeom prst="rect">
            <a:avLst/>
          </a:prstGeom>
          <a:solidFill>
            <a:srgbClr val="F59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Oval 25"/>
          <p:cNvSpPr/>
          <p:nvPr/>
        </p:nvSpPr>
        <p:spPr>
          <a:xfrm>
            <a:off x="760000" y="3590000"/>
            <a:ext cx="400000" cy="400000"/>
          </a:xfrm>
          <a:prstGeom prst="ellipse">
            <a:avLst/>
          </a:prstGeom>
          <a:noFill/>
          <a:ln w="25400">
            <a:solidFill>
              <a:srgbClr val="F59E0B"/>
            </a:solidFill>
          </a:ln>
          <a:effectLst/>
        </p:spPr>
        <p:style>
          <a:lnRef idx="1">
            <a:schemeClr val="accent1"/>
          </a:lnRef>
          <a:fillRef idx="3">
            <a:schemeClr val="accent1"/>
          </a:fillRef>
          <a:effectRef idx="2">
            <a:schemeClr val="accent1"/>
          </a:effectRef>
          <a:fontRef idx="minor">
            <a:schemeClr val="lt1"/>
          </a:fontRef>
        </p:style>
        <p:txBody>
          <a:bodyPr rtlCol="0" anchor="ctr" lIns="0" rIns="0"/>
          <a:lstStyle/>
          <a:p>
            <a:pPr algn="ctr"/>
            <a:r>
              <a:rPr sz="1200" b="1">
                <a:solidFill>
                  <a:srgbClr val="F59E0B"/>
                </a:solidFill>
                <a:latin typeface="Segoe UI"/>
              </a:rPr>
              <a:t>05</a:t>
            </a:r>
          </a:p>
        </p:txBody>
      </p:sp>
      <p:sp>
        <p:nvSpPr>
          <p:cNvPr id="27" name="TextBox 26"/>
          <p:cNvSpPr txBox="1"/>
          <p:nvPr/>
        </p:nvSpPr>
        <p:spPr>
          <a:xfrm>
            <a:off x="1300000" y="2608868"/>
            <a:ext cx="5900000" cy="2362264"/>
          </a:xfrm>
          <a:prstGeom prst="rect">
            <a:avLst/>
          </a:prstGeom>
          <a:noFill/>
        </p:spPr>
        <p:txBody>
          <a:bodyPr wrap="square" anchor="ctr">
            <a:spAutoFit/>
          </a:bodyPr>
          <a:lstStyle/>
          <a:p>
            <a:r>
              <a:rPr sz="1500" b="1">
                <a:solidFill>
                  <a:srgbClr val="E8EEFA"/>
                </a:solidFill>
                <a:latin typeface="Segoe UI"/>
              </a:rPr>
              <a:t>Gomomorf shifrlash (homomorphic encryption, HE) shifrlangan ma'lumot ustida to'g'ridan-to'g'ri hisoblash imkonini beradi: Enc(a) ⊕ Enc(b) = Enc(a+b).</a:t>
            </a:r>
          </a:p>
          <a:p>
            <a:pPr>
              <a:spcBef>
                <a:spcPts val="400"/>
              </a:spcBef>
            </a:pPr>
            <a:r>
              <a:rPr sz="1400">
                <a:solidFill>
                  <a:srgbClr val="AEBBD9"/>
                </a:solidFill>
                <a:latin typeface="Segoe UI"/>
              </a:rPr>
              <a:t>CKKS sxemasi haqiqiy sonlar bilan taxminiy arifmetikani qo'llab-quvvatlaydi va neyron tarmoq inferensi uchun mos; Microsoft SEAL, OpenFHE kutubxonalari mavjud. Narxi juda yuqori: shifrlangan inferens ochiq inferensdan 1000–10000 marta sekin, chuqurlik cheklangan (bootstrapping qimmat), faollashuv funksiyalari polinom bilan yaqinlashtiriladi.</a:t>
            </a:r>
          </a:p>
        </p:txBody>
      </p:sp>
    </p:spTree>
  </p:cSld>
  <p:clrMapOvr>
    <a:masterClrMapping/>
  </p:clrMapOvr>
  <p:transition spd="med">
    <p:fade/>
  </p:transition>
  <p:timing>
    <p:tnLst>
      <p:par>
        <p:cTn id="1" dur="indefinite" restart="never" nodeType="tmRoot">
          <p:childTnLst>
            <p:seq concurrent="1" nextAc="seek">
              <p:cTn id="2" dur="indefinite" nodeType="mainSeq">
                <p:childTnLst>
                  <p:par>
                    <p:cTn id="56" fill="hold">
                      <p:stCondLst>
                        <p:cond delay="indefinite"/>
                        <p:cond evt="onBegin" delay="0">
                          <p:tn val="2"/>
                        </p:cond>
                      </p:stCondLst>
                      <p:childTnLst>
                        <p:par>
                          <p:cTn id="3" fill="hold">
                            <p:stCondLst>
                              <p:cond delay="0"/>
                            </p:stCondLst>
                            <p:childTnLst>
                              <p:par>
                                <p:cTn id="4" presetID="10" presetClass="entr" presetSubtype="0" fill="hold" grpId="0" nodeType="withEffect">
                                  <p:stCondLst>
                                    <p:cond delay="0"/>
                                  </p:stCondLst>
                                  <p:childTnLst>
                                    <p:set>
                                      <p:cBhvr>
                                        <p:cTn id="5" dur="1" fill="hold">
                                          <p:stCondLst>
                                            <p:cond delay="0"/>
                                          </p:stCondLst>
                                        </p:cTn>
                                        <p:tgtEl>
                                          <p:spTgt spid="16"/>
                                        </p:tgtEl>
                                        <p:attrNameLst>
                                          <p:attrName>style.visibility</p:attrName>
                                        </p:attrNameLst>
                                      </p:cBhvr>
                                      <p:to>
                                        <p:strVal val="visible"/>
                                      </p:to>
                                    </p:set>
                                    <p:animEffect transition="in" filter="fade">
                                      <p:cBhvr>
                                        <p:cTn id="6" dur="550"/>
                                        <p:tgtEl>
                                          <p:spTgt spid="16"/>
                                        </p:tgtEl>
                                      </p:cBhvr>
                                    </p:animEffect>
                                  </p:childTnLst>
                                </p:cTn>
                              </p:par>
                            </p:childTnLst>
                          </p:cTn>
                        </p:par>
                        <p:par>
                          <p:cTn id="7" fill="hold">
                            <p:stCondLst>
                              <p:cond delay="0"/>
                            </p:stCondLst>
                            <p:childTnLst>
                              <p:par>
                                <p:cTn id="8" presetID="22" presetClass="entr" presetSubtype="8" fill="hold" grpId="0" nodeType="afterEffect">
                                  <p:stCondLst>
                                    <p:cond delay="0"/>
                                  </p:stCondLst>
                                  <p:childTnLst>
                                    <p:set>
                                      <p:cBhvr>
                                        <p:cTn id="9" dur="1" fill="hold">
                                          <p:stCondLst>
                                            <p:cond delay="0"/>
                                          </p:stCondLst>
                                        </p:cTn>
                                        <p:tgtEl>
                                          <p:spTgt spid="17"/>
                                        </p:tgtEl>
                                        <p:attrNameLst>
                                          <p:attrName>style.visibility</p:attrName>
                                        </p:attrNameLst>
                                      </p:cBhvr>
                                      <p:to>
                                        <p:strVal val="visible"/>
                                      </p:to>
                                    </p:set>
                                    <p:animEffect transition="in" filter="wipe(left)">
                                      <p:cBhvr>
                                        <p:cTn id="11" dur="800"/>
                                        <p:tgtEl>
                                          <p:spTgt spid="17"/>
                                        </p:tgtEl>
                                      </p:cBhvr>
                                    </p:animEffect>
                                  </p:childTnLst>
                                </p:cTn>
                              </p:par>
                            </p:childTnLst>
                          </p:cTn>
                        </p:par>
                        <p:par>
                          <p:cTn id="12" fill="hold">
                            <p:stCondLst>
                              <p:cond delay="150"/>
                            </p:stCondLst>
                            <p:childTnLst>
                              <p:par>
                                <p:cTn id="13" presetID="53" presetClass="entr" presetSubtype="16" fill="hold" grpId="0" nodeType="afterEffect">
                                  <p:stCondLst>
                                    <p:cond delay="0"/>
                                  </p:stCondLst>
                                  <p:childTnLst>
                                    <p:set>
                                      <p:cBhvr>
                                        <p:cTn id="14" dur="1" fill="hold">
                                          <p:stCondLst>
                                            <p:cond delay="0"/>
                                          </p:stCondLst>
                                        </p:cTn>
                                        <p:tgtEl>
                                          <p:spTgt spid="20"/>
                                        </p:tgtEl>
                                        <p:attrNameLst>
                                          <p:attrName>style.visibility</p:attrName>
                                        </p:attrNameLst>
                                      </p:cBhvr>
                                      <p:to>
                                        <p:strVal val="visible"/>
                                      </p:to>
                                    </p:set>
                                    <p:animEffect transition="in" filter="fade">
                                      <p:cBhvr>
                                        <p:cTn id="15" dur="550"/>
                                        <p:tgtEl>
                                          <p:spTgt spid="20"/>
                                        </p:tgtEl>
                                      </p:cBhvr>
                                    </p:animEffect>
                                    <p:anim calcmode="lin" valueType="num">
                                      <p:cBhvr additive="base">
                                        <p:cTn id="16" dur="550" fill="hold"/>
                                        <p:tgtEl>
                                          <p:spTgt spid="20"/>
                                        </p:tgtEl>
                                        <p:attrNameLst>
                                          <p:attrName>ppt_w</p:attrName>
                                        </p:attrNameLst>
                                      </p:cBhvr>
                                      <p:tavLst>
                                        <p:tav tm="0">
                                          <p:val>
                                            <p:strVal val="0"/>
                                          </p:val>
                                        </p:tav>
                                        <p:tav tm="100000">
                                          <p:val>
                                            <p:strVal val="#ppt_w"/>
                                          </p:val>
                                        </p:tav>
                                      </p:tavLst>
                                    </p:anim>
                                    <p:anim calcmode="lin" valueType="num">
                                      <p:cBhvr additive="base">
                                        <p:cTn id="17" dur="550" fill="hold"/>
                                        <p:tgtEl>
                                          <p:spTgt spid="20"/>
                                        </p:tgtEl>
                                        <p:attrNameLst>
                                          <p:attrName>ppt_h</p:attrName>
                                        </p:attrNameLst>
                                      </p:cBhvr>
                                      <p:tavLst>
                                        <p:tav tm="0">
                                          <p:val>
                                            <p:strVal val="0"/>
                                          </p:val>
                                        </p:tav>
                                        <p:tav tm="100000">
                                          <p:val>
                                            <p:strVal val="#ppt_h"/>
                                          </p:val>
                                        </p:tav>
                                      </p:tavLst>
                                    </p:anim>
                                  </p:childTnLst>
                                </p:cTn>
                              </p:par>
                            </p:childTnLst>
                          </p:cTn>
                        </p:par>
                        <p:par>
                          <p:cTn id="18" fill="hold">
                            <p:stCondLst>
                              <p:cond delay="150"/>
                            </p:stCondLst>
                            <p:childTnLst>
                              <p:par>
                                <p:cTn id="19" presetID="53" presetClass="entr" presetSubtype="16" fill="hold" grpId="0" nodeType="afterEffect">
                                  <p:stCondLst>
                                    <p:cond delay="0"/>
                                  </p:stCondLst>
                                  <p:childTnLst>
                                    <p:set>
                                      <p:cBhvr>
                                        <p:cTn id="20" dur="1" fill="hold">
                                          <p:stCondLst>
                                            <p:cond delay="0"/>
                                          </p:stCondLst>
                                        </p:cTn>
                                        <p:tgtEl>
                                          <p:spTgt spid="21"/>
                                        </p:tgtEl>
                                        <p:attrNameLst>
                                          <p:attrName>style.visibility</p:attrName>
                                        </p:attrNameLst>
                                      </p:cBhvr>
                                      <p:to>
                                        <p:strVal val="visible"/>
                                      </p:to>
                                    </p:set>
                                    <p:animEffect transition="in" filter="fade">
                                      <p:cBhvr>
                                        <p:cTn id="21" dur="550"/>
                                        <p:tgtEl>
                                          <p:spTgt spid="21"/>
                                        </p:tgtEl>
                                      </p:cBhvr>
                                    </p:animEffect>
                                    <p:anim calcmode="lin" valueType="num">
                                      <p:cBhvr additive="base">
                                        <p:cTn id="22" dur="550" fill="hold"/>
                                        <p:tgtEl>
                                          <p:spTgt spid="21"/>
                                        </p:tgtEl>
                                        <p:attrNameLst>
                                          <p:attrName>ppt_w</p:attrName>
                                        </p:attrNameLst>
                                      </p:cBhvr>
                                      <p:tavLst>
                                        <p:tav tm="0">
                                          <p:val>
                                            <p:strVal val="0"/>
                                          </p:val>
                                        </p:tav>
                                        <p:tav tm="100000">
                                          <p:val>
                                            <p:strVal val="#ppt_w"/>
                                          </p:val>
                                        </p:tav>
                                      </p:tavLst>
                                    </p:anim>
                                    <p:anim calcmode="lin" valueType="num">
                                      <p:cBhvr additive="base">
                                        <p:cTn id="23" dur="550" fill="hold"/>
                                        <p:tgtEl>
                                          <p:spTgt spid="21"/>
                                        </p:tgtEl>
                                        <p:attrNameLst>
                                          <p:attrName>ppt_h</p:attrName>
                                        </p:attrNameLst>
                                      </p:cBhvr>
                                      <p:tavLst>
                                        <p:tav tm="0">
                                          <p:val>
                                            <p:strVal val="0"/>
                                          </p:val>
                                        </p:tav>
                                        <p:tav tm="100000">
                                          <p:val>
                                            <p:strVal val="#ppt_h"/>
                                          </p:val>
                                        </p:tav>
                                      </p:tavLst>
                                    </p:anim>
                                  </p:childTnLst>
                                </p:cTn>
                              </p:par>
                            </p:childTnLst>
                          </p:cTn>
                        </p:par>
                        <p:par>
                          <p:cTn id="24" fill="hold">
                            <p:stCondLst>
                              <p:cond delay="150"/>
                            </p:stCondLst>
                            <p:childTnLst>
                              <p:par>
                                <p:cTn id="25" presetID="10" presetClass="entr" presetSubtype="0" fill="hold" grpId="0" nodeType="afterEffect">
                                  <p:stCondLst>
                                    <p:cond delay="0"/>
                                  </p:stCondLst>
                                  <p:childTnLst>
                                    <p:set>
                                      <p:cBhvr>
                                        <p:cTn id="26" dur="1" fill="hold">
                                          <p:stCondLst>
                                            <p:cond delay="0"/>
                                          </p:stCondLst>
                                        </p:cTn>
                                        <p:tgtEl>
                                          <p:spTgt spid="23"/>
                                        </p:tgtEl>
                                        <p:attrNameLst>
                                          <p:attrName>style.visibility</p:attrName>
                                        </p:attrNameLst>
                                      </p:cBhvr>
                                      <p:to>
                                        <p:strVal val="visible"/>
                                      </p:to>
                                    </p:set>
                                    <p:animEffect transition="in" filter="fade">
                                      <p:cBhvr>
                                        <p:cTn id="27" dur="550"/>
                                        <p:tgtEl>
                                          <p:spTgt spid="23"/>
                                        </p:tgtEl>
                                      </p:cBhvr>
                                    </p:animEffect>
                                  </p:childTnLst>
                                </p:cTn>
                              </p:par>
                            </p:childTnLst>
                          </p:cTn>
                        </p:par>
                        <p:par>
                          <p:cTn id="28" fill="hold">
                            <p:stCondLst>
                              <p:cond delay="150"/>
                            </p:stCondLst>
                            <p:childTnLst>
                              <p:par>
                                <p:cTn id="29" presetID="10" presetClass="entr" presetSubtype="0" fill="hold" grpId="0" nodeType="afterEffect">
                                  <p:stCondLst>
                                    <p:cond delay="0"/>
                                  </p:stCondLst>
                                  <p:childTnLst>
                                    <p:set>
                                      <p:cBhvr>
                                        <p:cTn id="30" dur="1" fill="hold">
                                          <p:stCondLst>
                                            <p:cond delay="0"/>
                                          </p:stCondLst>
                                        </p:cTn>
                                        <p:tgtEl>
                                          <p:spTgt spid="22"/>
                                        </p:tgtEl>
                                        <p:attrNameLst>
                                          <p:attrName>style.visibility</p:attrName>
                                        </p:attrNameLst>
                                      </p:cBhvr>
                                      <p:to>
                                        <p:strVal val="visible"/>
                                      </p:to>
                                    </p:set>
                                    <p:animEffect transition="in" filter="fade">
                                      <p:cBhvr>
                                        <p:cTn id="31" dur="550"/>
                                        <p:tgtEl>
                                          <p:spTgt spid="22"/>
                                        </p:tgtEl>
                                      </p:cBhvr>
                                    </p:animEffect>
                                  </p:childTnLst>
                                </p:cTn>
                              </p:par>
                            </p:childTnLst>
                          </p:cTn>
                        </p:par>
                        <p:par>
                          <p:cTn id="32" fill="hold">
                            <p:stCondLst>
                              <p:cond delay="350"/>
                            </p:stCondLst>
                            <p:childTnLst>
                              <p:par>
                                <p:cTn id="33" presetID="42" presetClass="entr" presetSubtype="0" fill="hold" grpId="0" nodeType="afterEffect">
                                  <p:stCondLst>
                                    <p:cond delay="0"/>
                                  </p:stCondLst>
                                  <p:childTnLst>
                                    <p:set>
                                      <p:cBhvr>
                                        <p:cTn id="34" dur="1" fill="hold">
                                          <p:stCondLst>
                                            <p:cond delay="0"/>
                                          </p:stCondLst>
                                        </p:cTn>
                                        <p:tgtEl>
                                          <p:spTgt spid="24"/>
                                        </p:tgtEl>
                                        <p:attrNameLst>
                                          <p:attrName>style.visibility</p:attrName>
                                        </p:attrNameLst>
                                      </p:cBhvr>
                                      <p:to>
                                        <p:strVal val="visible"/>
                                      </p:to>
                                    </p:set>
                                    <p:animEffect transition="in" filter="fade">
                                      <p:cBhvr>
                                        <p:cTn id="35" dur="550"/>
                                        <p:tgtEl>
                                          <p:spTgt spid="24"/>
                                        </p:tgtEl>
                                      </p:cBhvr>
                                    </p:animEffect>
                                    <p:anim calcmode="lin" valueType="num">
                                      <p:cBhvr additive="base">
                                        <p:cTn id="36" dur="550" fill="hold"/>
                                        <p:tgtEl>
                                          <p:spTgt spid="24"/>
                                        </p:tgtEl>
                                        <p:attrNameLst>
                                          <p:attrName>ppt_x</p:attrName>
                                        </p:attrNameLst>
                                      </p:cBhvr>
                                      <p:tavLst>
                                        <p:tav tm="0">
                                          <p:val>
                                            <p:strVal val="#ppt_x"/>
                                          </p:val>
                                        </p:tav>
                                        <p:tav tm="100000">
                                          <p:val>
                                            <p:strVal val="#ppt_x"/>
                                          </p:val>
                                        </p:tav>
                                      </p:tavLst>
                                    </p:anim>
                                    <p:anim calcmode="lin" valueType="num">
                                      <p:cBhvr additive="base">
                                        <p:cTn id="37" dur="550" fill="hold"/>
                                        <p:tgtEl>
                                          <p:spTgt spid="24"/>
                                        </p:tgtEl>
                                        <p:attrNameLst>
                                          <p:attrName>ppt_y</p:attrName>
                                        </p:attrNameLst>
                                      </p:cBhvr>
                                      <p:tavLst>
                                        <p:tav tm="0">
                                          <p:val>
                                            <p:strVal val="#ppt_y+.08"/>
                                          </p:val>
                                        </p:tav>
                                        <p:tav tm="100000">
                                          <p:val>
                                            <p:strVal val="#ppt_y"/>
                                          </p:val>
                                        </p:tav>
                                      </p:tavLst>
                                    </p:anim>
                                  </p:childTnLst>
                                </p:cTn>
                              </p:par>
                            </p:childTnLst>
                          </p:cTn>
                        </p:par>
                        <p:par>
                          <p:cTn id="38" fill="hold">
                            <p:stCondLst>
                              <p:cond delay="350"/>
                            </p:stCondLst>
                            <p:childTnLst>
                              <p:par>
                                <p:cTn id="39" presetID="42" presetClass="entr" presetSubtype="0" fill="hold" grpId="0" nodeType="afterEffect">
                                  <p:stCondLst>
                                    <p:cond delay="0"/>
                                  </p:stCondLst>
                                  <p:childTnLst>
                                    <p:set>
                                      <p:cBhvr>
                                        <p:cTn id="40" dur="1" fill="hold">
                                          <p:stCondLst>
                                            <p:cond delay="0"/>
                                          </p:stCondLst>
                                        </p:cTn>
                                        <p:tgtEl>
                                          <p:spTgt spid="25"/>
                                        </p:tgtEl>
                                        <p:attrNameLst>
                                          <p:attrName>style.visibility</p:attrName>
                                        </p:attrNameLst>
                                      </p:cBhvr>
                                      <p:to>
                                        <p:strVal val="visible"/>
                                      </p:to>
                                    </p:set>
                                    <p:animEffect transition="in" filter="fade">
                                      <p:cBhvr>
                                        <p:cTn id="41" dur="550"/>
                                        <p:tgtEl>
                                          <p:spTgt spid="25"/>
                                        </p:tgtEl>
                                      </p:cBhvr>
                                    </p:animEffect>
                                    <p:anim calcmode="lin" valueType="num">
                                      <p:cBhvr additive="base">
                                        <p:cTn id="42" dur="550" fill="hold"/>
                                        <p:tgtEl>
                                          <p:spTgt spid="25"/>
                                        </p:tgtEl>
                                        <p:attrNameLst>
                                          <p:attrName>ppt_x</p:attrName>
                                        </p:attrNameLst>
                                      </p:cBhvr>
                                      <p:tavLst>
                                        <p:tav tm="0">
                                          <p:val>
                                            <p:strVal val="#ppt_x"/>
                                          </p:val>
                                        </p:tav>
                                        <p:tav tm="100000">
                                          <p:val>
                                            <p:strVal val="#ppt_x"/>
                                          </p:val>
                                        </p:tav>
                                      </p:tavLst>
                                    </p:anim>
                                    <p:anim calcmode="lin" valueType="num">
                                      <p:cBhvr additive="base">
                                        <p:cTn id="43" dur="550" fill="hold"/>
                                        <p:tgtEl>
                                          <p:spTgt spid="25"/>
                                        </p:tgtEl>
                                        <p:attrNameLst>
                                          <p:attrName>ppt_y</p:attrName>
                                        </p:attrNameLst>
                                      </p:cBhvr>
                                      <p:tavLst>
                                        <p:tav tm="0">
                                          <p:val>
                                            <p:strVal val="#ppt_y+.08"/>
                                          </p:val>
                                        </p:tav>
                                        <p:tav tm="100000">
                                          <p:val>
                                            <p:strVal val="#ppt_y"/>
                                          </p:val>
                                        </p:tav>
                                      </p:tavLst>
                                    </p:anim>
                                  </p:childTnLst>
                                </p:cTn>
                              </p:par>
                            </p:childTnLst>
                          </p:cTn>
                        </p:par>
                        <p:par>
                          <p:cTn id="44" fill="hold">
                            <p:stCondLst>
                              <p:cond delay="350"/>
                            </p:stCondLst>
                            <p:childTnLst>
                              <p:par>
                                <p:cTn id="45" presetID="53" presetClass="entr" presetSubtype="16" fill="hold" grpId="0" nodeType="afterEffect">
                                  <p:stCondLst>
                                    <p:cond delay="0"/>
                                  </p:stCondLst>
                                  <p:childTnLst>
                                    <p:set>
                                      <p:cBhvr>
                                        <p:cTn id="46" dur="1" fill="hold">
                                          <p:stCondLst>
                                            <p:cond delay="0"/>
                                          </p:stCondLst>
                                        </p:cTn>
                                        <p:tgtEl>
                                          <p:spTgt spid="26"/>
                                        </p:tgtEl>
                                        <p:attrNameLst>
                                          <p:attrName>style.visibility</p:attrName>
                                        </p:attrNameLst>
                                      </p:cBhvr>
                                      <p:to>
                                        <p:strVal val="visible"/>
                                      </p:to>
                                    </p:set>
                                    <p:animEffect transition="in" filter="fade">
                                      <p:cBhvr>
                                        <p:cTn id="47" dur="550"/>
                                        <p:tgtEl>
                                          <p:spTgt spid="26"/>
                                        </p:tgtEl>
                                      </p:cBhvr>
                                    </p:animEffect>
                                    <p:anim calcmode="lin" valueType="num">
                                      <p:cBhvr additive="base">
                                        <p:cTn id="48" dur="550" fill="hold"/>
                                        <p:tgtEl>
                                          <p:spTgt spid="26"/>
                                        </p:tgtEl>
                                        <p:attrNameLst>
                                          <p:attrName>ppt_w</p:attrName>
                                        </p:attrNameLst>
                                      </p:cBhvr>
                                      <p:tavLst>
                                        <p:tav tm="0">
                                          <p:val>
                                            <p:strVal val="0"/>
                                          </p:val>
                                        </p:tav>
                                        <p:tav tm="100000">
                                          <p:val>
                                            <p:strVal val="#ppt_w"/>
                                          </p:val>
                                        </p:tav>
                                      </p:tavLst>
                                    </p:anim>
                                    <p:anim calcmode="lin" valueType="num">
                                      <p:cBhvr additive="base">
                                        <p:cTn id="49" dur="550" fill="hold"/>
                                        <p:tgtEl>
                                          <p:spTgt spid="26"/>
                                        </p:tgtEl>
                                        <p:attrNameLst>
                                          <p:attrName>ppt_h</p:attrName>
                                        </p:attrNameLst>
                                      </p:cBhvr>
                                      <p:tavLst>
                                        <p:tav tm="0">
                                          <p:val>
                                            <p:strVal val="0"/>
                                          </p:val>
                                        </p:tav>
                                        <p:tav tm="100000">
                                          <p:val>
                                            <p:strVal val="#ppt_h"/>
                                          </p:val>
                                        </p:tav>
                                      </p:tavLst>
                                    </p:anim>
                                  </p:childTnLst>
                                </p:cTn>
                              </p:par>
                            </p:childTnLst>
                          </p:cTn>
                        </p:par>
                        <p:par>
                          <p:cTn id="50" fill="hold">
                            <p:stCondLst>
                              <p:cond delay="350"/>
                            </p:stCondLst>
                            <p:childTnLst>
                              <p:par>
                                <p:cTn id="51" presetID="42" presetClass="entr" presetSubtype="0" fill="hold" grpId="0" nodeType="afterEffect">
                                  <p:stCondLst>
                                    <p:cond delay="0"/>
                                  </p:stCondLst>
                                  <p:childTnLst>
                                    <p:set>
                                      <p:cBhvr>
                                        <p:cTn id="52" dur="1" fill="hold">
                                          <p:stCondLst>
                                            <p:cond delay="0"/>
                                          </p:stCondLst>
                                        </p:cTn>
                                        <p:tgtEl>
                                          <p:spTgt spid="27"/>
                                        </p:tgtEl>
                                        <p:attrNameLst>
                                          <p:attrName>style.visibility</p:attrName>
                                        </p:attrNameLst>
                                      </p:cBhvr>
                                      <p:to>
                                        <p:strVal val="visible"/>
                                      </p:to>
                                    </p:set>
                                    <p:animEffect transition="in" filter="fade">
                                      <p:cBhvr>
                                        <p:cTn id="53" dur="550"/>
                                        <p:tgtEl>
                                          <p:spTgt spid="27"/>
                                        </p:tgtEl>
                                      </p:cBhvr>
                                    </p:animEffect>
                                    <p:anim calcmode="lin" valueType="num">
                                      <p:cBhvr additive="base">
                                        <p:cTn id="54" dur="550" fill="hold"/>
                                        <p:tgtEl>
                                          <p:spTgt spid="27"/>
                                        </p:tgtEl>
                                        <p:attrNameLst>
                                          <p:attrName>ppt_x</p:attrName>
                                        </p:attrNameLst>
                                      </p:cBhvr>
                                      <p:tavLst>
                                        <p:tav tm="0">
                                          <p:val>
                                            <p:strVal val="#ppt_x"/>
                                          </p:val>
                                        </p:tav>
                                        <p:tav tm="100000">
                                          <p:val>
                                            <p:strVal val="#ppt_x"/>
                                          </p:val>
                                        </p:tav>
                                      </p:tavLst>
                                    </p:anim>
                                    <p:anim calcmode="lin" valueType="num">
                                      <p:cBhvr additive="base">
                                        <p:cTn id="55" dur="550" fill="hold"/>
                                        <p:tgtEl>
                                          <p:spTgt spid="27"/>
                                        </p:tgtEl>
                                        <p:attrNameLst>
                                          <p:attrName>ppt_y</p:attrName>
                                        </p:attrNameLst>
                                      </p:cBhvr>
                                      <p:tavLst>
                                        <p:tav tm="0">
                                          <p:val>
                                            <p:strVal val="#ppt_y+.08"/>
                                          </p:val>
                                        </p:tav>
                                        <p:tav tm="100000">
                                          <p:val>
                                            <p:strVal val="#ppt_y"/>
                                          </p:val>
                                        </p:tav>
                                      </p:tavLst>
                                    </p:anim>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16" grpId="0" animBg="1"/>
      <p:bldP spid="17" grpId="0" animBg="1"/>
      <p:bldP spid="20" grpId="0" animBg="1"/>
      <p:bldP spid="23" grpId="0" animBg="1"/>
      <p:bldP spid="22" grpId="0" animBg="1"/>
      <p:bldP spid="24" grpId="0" animBg="1"/>
      <p:bldP spid="25" grpId="0" animBg="1"/>
      <p:bldP spid="26" grpId="0" animBg="1"/>
      <p:bldP spid="27" grpId="0" animBg="1"/>
    </p:bldLst>
  </p:timing>
</p:sld>
</file>

<file path=ppt/slides/slide2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2000" cy="6858000"/>
          </a:xfrm>
          <a:prstGeom prst="rect">
            <a:avLst/>
          </a:prstGeom>
          <a:gradFill rotWithShape="1">
            <a:gsLst>
              <a:gs pos="0">
                <a:srgbClr val="070B1A"/>
              </a:gs>
              <a:gs pos="100000">
                <a:srgbClr val="141C44"/>
              </a:gs>
            </a:gsLst>
            <a:lin scaled="0" ang="13500000"/>
          </a:gra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cxnSp>
        <p:nvCxnSpPr>
          <p:cNvPr id="3" name="Connector 2"/>
          <p:cNvCxnSpPr/>
          <p:nvPr/>
        </p:nvCxnSpPr>
        <p:spPr>
          <a:xfrm>
            <a:off x="10350000" y="380000"/>
            <a:ext cx="750000" cy="150000"/>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cxnSp>
        <p:nvCxnSpPr>
          <p:cNvPr id="4" name="Connector 3"/>
          <p:cNvCxnSpPr/>
          <p:nvPr/>
        </p:nvCxnSpPr>
        <p:spPr>
          <a:xfrm>
            <a:off x="10350000" y="380000"/>
            <a:ext cx="750000" cy="375000"/>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cxnSp>
        <p:nvCxnSpPr>
          <p:cNvPr id="5" name="Connector 4"/>
          <p:cNvCxnSpPr/>
          <p:nvPr/>
        </p:nvCxnSpPr>
        <p:spPr>
          <a:xfrm flipV="1">
            <a:off x="10350000" y="530000"/>
            <a:ext cx="750000" cy="150000"/>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cxnSp>
        <p:nvCxnSpPr>
          <p:cNvPr id="6" name="Connector 5"/>
          <p:cNvCxnSpPr/>
          <p:nvPr/>
        </p:nvCxnSpPr>
        <p:spPr>
          <a:xfrm>
            <a:off x="10350000" y="680000"/>
            <a:ext cx="750000" cy="75000"/>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cxnSp>
        <p:nvCxnSpPr>
          <p:cNvPr id="7" name="Connector 6"/>
          <p:cNvCxnSpPr/>
          <p:nvPr/>
        </p:nvCxnSpPr>
        <p:spPr>
          <a:xfrm>
            <a:off x="11100000" y="305000"/>
            <a:ext cx="750000" cy="75000"/>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cxnSp>
        <p:nvCxnSpPr>
          <p:cNvPr id="8" name="Connector 7"/>
          <p:cNvCxnSpPr/>
          <p:nvPr/>
        </p:nvCxnSpPr>
        <p:spPr>
          <a:xfrm>
            <a:off x="11100000" y="305000"/>
            <a:ext cx="750000" cy="375000"/>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sp>
        <p:nvSpPr>
          <p:cNvPr id="9" name="Oval 8"/>
          <p:cNvSpPr/>
          <p:nvPr/>
        </p:nvSpPr>
        <p:spPr>
          <a:xfrm>
            <a:off x="10280000" y="310000"/>
            <a:ext cx="140000" cy="140000"/>
          </a:xfrm>
          <a:prstGeom prst="ellipse">
            <a:avLst/>
          </a:prstGeom>
          <a:solidFill>
            <a:srgbClr val="3B4C8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Oval 9"/>
          <p:cNvSpPr/>
          <p:nvPr/>
        </p:nvSpPr>
        <p:spPr>
          <a:xfrm>
            <a:off x="10280000" y="610000"/>
            <a:ext cx="140000" cy="140000"/>
          </a:xfrm>
          <a:prstGeom prst="ellipse">
            <a:avLst/>
          </a:prstGeom>
          <a:solidFill>
            <a:srgbClr val="3B4C8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Oval 10"/>
          <p:cNvSpPr/>
          <p:nvPr/>
        </p:nvSpPr>
        <p:spPr>
          <a:xfrm>
            <a:off x="11030000" y="235000"/>
            <a:ext cx="140000" cy="140000"/>
          </a:xfrm>
          <a:prstGeom prst="ellipse">
            <a:avLst/>
          </a:prstGeom>
          <a:solidFill>
            <a:srgbClr val="3B4C8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11030000" y="460000"/>
            <a:ext cx="140000" cy="140000"/>
          </a:xfrm>
          <a:prstGeom prst="ellipse">
            <a:avLst/>
          </a:prstGeom>
          <a:solidFill>
            <a:srgbClr val="3B4C8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Oval 12"/>
          <p:cNvSpPr/>
          <p:nvPr/>
        </p:nvSpPr>
        <p:spPr>
          <a:xfrm>
            <a:off x="11030000" y="685000"/>
            <a:ext cx="140000" cy="140000"/>
          </a:xfrm>
          <a:prstGeom prst="ellipse">
            <a:avLst/>
          </a:prstGeom>
          <a:solidFill>
            <a:srgbClr val="3B4C8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Oval 13"/>
          <p:cNvSpPr/>
          <p:nvPr/>
        </p:nvSpPr>
        <p:spPr>
          <a:xfrm>
            <a:off x="11780000" y="310000"/>
            <a:ext cx="140000" cy="140000"/>
          </a:xfrm>
          <a:prstGeom prst="ellipse">
            <a:avLst/>
          </a:prstGeom>
          <a:solidFill>
            <a:srgbClr val="3B4C8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Oval 14"/>
          <p:cNvSpPr/>
          <p:nvPr/>
        </p:nvSpPr>
        <p:spPr>
          <a:xfrm>
            <a:off x="11780000" y="610000"/>
            <a:ext cx="140000" cy="140000"/>
          </a:xfrm>
          <a:prstGeom prst="ellipse">
            <a:avLst/>
          </a:prstGeom>
          <a:solidFill>
            <a:srgbClr val="3B4C8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500000" y="160000"/>
            <a:ext cx="9600000" cy="300000"/>
          </a:xfrm>
          <a:prstGeom prst="rect">
            <a:avLst/>
          </a:prstGeom>
          <a:noFill/>
        </p:spPr>
        <p:txBody>
          <a:bodyPr wrap="square" anchor="t" lIns="50800" rIns="50800">
            <a:spAutoFit/>
          </a:bodyPr>
          <a:lstStyle/>
          <a:p>
            <a:pPr algn="l"/>
            <a:r>
              <a:rPr sz="1100" b="1">
                <a:solidFill>
                  <a:srgbClr val="22D3EE"/>
                </a:solidFill>
                <a:latin typeface="Segoe UI"/>
              </a:rPr>
              <a:t>◆ 4-REJA</a:t>
            </a:r>
          </a:p>
        </p:txBody>
      </p:sp>
      <p:sp>
        <p:nvSpPr>
          <p:cNvPr id="17" name="TextBox 16"/>
          <p:cNvSpPr txBox="1"/>
          <p:nvPr/>
        </p:nvSpPr>
        <p:spPr>
          <a:xfrm>
            <a:off x="500000" y="400000"/>
            <a:ext cx="9800000" cy="650000"/>
          </a:xfrm>
          <a:prstGeom prst="rect">
            <a:avLst/>
          </a:prstGeom>
          <a:noFill/>
        </p:spPr>
        <p:txBody>
          <a:bodyPr wrap="square" anchor="ctr" lIns="50800" rIns="50800">
            <a:spAutoFit/>
          </a:bodyPr>
          <a:lstStyle/>
          <a:p>
            <a:pPr algn="l"/>
            <a:r>
              <a:rPr sz="2600" b="1">
                <a:solidFill>
                  <a:srgbClr val="E8EEFA"/>
                </a:solidFill>
                <a:latin typeface="Segoe UI"/>
              </a:rPr>
              <a:t>Maxfiylikni saqlovchi sun'iy intellekt</a:t>
            </a:r>
          </a:p>
        </p:txBody>
      </p:sp>
      <p:sp>
        <p:nvSpPr>
          <p:cNvPr id="18" name="Rectangle 17"/>
          <p:cNvSpPr/>
          <p:nvPr/>
        </p:nvSpPr>
        <p:spPr>
          <a:xfrm>
            <a:off x="560000" y="1080000"/>
            <a:ext cx="1700000" cy="45000"/>
          </a:xfrm>
          <a:prstGeom prst="rect">
            <a:avLst/>
          </a:prstGeom>
          <a:gradFill rotWithShape="1">
            <a:gsLst>
              <a:gs pos="0">
                <a:srgbClr val="22D3EE"/>
              </a:gs>
              <a:gs pos="100000">
                <a:srgbClr val="8B5CF6"/>
              </a:gs>
            </a:gsLst>
            <a:lin scaled="0" ang="0"/>
          </a:gra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500000" y="6450000"/>
            <a:ext cx="9500000" cy="280000"/>
          </a:xfrm>
          <a:prstGeom prst="rect">
            <a:avLst/>
          </a:prstGeom>
          <a:noFill/>
        </p:spPr>
        <p:txBody>
          <a:bodyPr wrap="square" anchor="t" lIns="50800" rIns="50800">
            <a:spAutoFit/>
          </a:bodyPr>
          <a:lstStyle/>
          <a:p>
            <a:pPr algn="l"/>
            <a:r>
              <a:rPr sz="900" b="0">
                <a:solidFill>
                  <a:srgbClr val="707EAA"/>
                </a:solidFill>
                <a:latin typeface="Segoe UI"/>
              </a:rPr>
              <a:t>M9 · Tizimlarining ishonchliligi va axborot xavfsizligi</a:t>
            </a:r>
          </a:p>
        </p:txBody>
      </p:sp>
      <p:sp>
        <p:nvSpPr>
          <p:cNvPr id="20" name="Rounded Rectangle 19"/>
          <p:cNvSpPr/>
          <p:nvPr/>
        </p:nvSpPr>
        <p:spPr>
          <a:xfrm>
            <a:off x="11000000" y="6430000"/>
            <a:ext cx="700000" cy="270000"/>
          </a:xfrm>
          <a:prstGeom prst="roundRect">
            <a:avLst/>
          </a:prstGeom>
          <a:solidFill>
            <a:srgbClr val="121936"/>
          </a:solidFill>
          <a:ln w="12700">
            <a:solidFill>
              <a:srgbClr val="2A356E"/>
            </a:solidFill>
          </a:ln>
          <a:effectLst/>
        </p:spPr>
        <p:style>
          <a:lnRef idx="1">
            <a:schemeClr val="accent1"/>
          </a:lnRef>
          <a:fillRef idx="3">
            <a:schemeClr val="accent1"/>
          </a:fillRef>
          <a:effectRef idx="2">
            <a:schemeClr val="accent1"/>
          </a:effectRef>
          <a:fontRef idx="minor">
            <a:schemeClr val="lt1"/>
          </a:fontRef>
        </p:style>
        <p:txBody>
          <a:bodyPr rtlCol="0" anchor="ctr" tIns="0" bIns="0"/>
          <a:lstStyle/>
          <a:p>
            <a:pPr algn="ctr"/>
            <a:r>
              <a:rPr sz="1000" b="1">
                <a:solidFill>
                  <a:srgbClr val="22D3EE"/>
                </a:solidFill>
                <a:latin typeface="Segoe UI"/>
              </a:rPr>
              <a:t>26</a:t>
            </a:r>
          </a:p>
        </p:txBody>
      </p:sp>
      <p:sp>
        <p:nvSpPr>
          <p:cNvPr id="21" name="Rounded Rectangle 20"/>
          <p:cNvSpPr/>
          <p:nvPr/>
        </p:nvSpPr>
        <p:spPr>
          <a:xfrm>
            <a:off x="7520000" y="1330000"/>
            <a:ext cx="4250000" cy="4650000"/>
          </a:xfrm>
          <a:prstGeom prst="roundRect">
            <a:avLst>
              <a:gd name="adj" fmla="val 5000"/>
            </a:avLst>
          </a:prstGeom>
          <a:noFill/>
          <a:ln w="15875">
            <a:solidFill>
              <a:srgbClr val="8B5CF6"/>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22" name="Picture 21" descr="d947ebd7f8bba68b.jpg"/>
          <p:cNvPicPr>
            <a:picLocks noChangeAspect="1"/>
          </p:cNvPicPr>
          <p:nvPr/>
        </p:nvPicPr>
        <p:blipFill>
          <a:blip r:embed="rId2"/>
          <a:srcRect l="6059" r="6059"/>
          <a:stretch>
            <a:fillRect/>
          </a:stretch>
        </p:blipFill>
        <p:spPr>
          <a:xfrm>
            <a:off x="7620000" y="1430000"/>
            <a:ext cx="4050000" cy="4250000"/>
          </a:xfrm>
          <a:prstGeom prst="roundRect">
            <a:avLst/>
          </a:prstGeom>
          <a:ln w="19050">
            <a:solidFill>
              <a:srgbClr val="22D3EE"/>
            </a:solidFill>
          </a:ln>
        </p:spPr>
      </p:pic>
      <p:sp>
        <p:nvSpPr>
          <p:cNvPr id="23" name="TextBox 22"/>
          <p:cNvSpPr txBox="1"/>
          <p:nvPr/>
        </p:nvSpPr>
        <p:spPr>
          <a:xfrm>
            <a:off x="7620000" y="5710000"/>
            <a:ext cx="4050000" cy="260000"/>
          </a:xfrm>
          <a:prstGeom prst="rect">
            <a:avLst/>
          </a:prstGeom>
          <a:noFill/>
        </p:spPr>
        <p:txBody>
          <a:bodyPr wrap="square" anchor="t" lIns="50800" rIns="50800">
            <a:spAutoFit/>
          </a:bodyPr>
          <a:lstStyle/>
          <a:p>
            <a:pPr algn="l"/>
            <a:r>
              <a:rPr sz="800" b="0">
                <a:solidFill>
                  <a:srgbClr val="707EAA"/>
                </a:solidFill>
                <a:latin typeface="Segoe UI"/>
              </a:rPr>
              <a:t>Rasm: jailbird · Wikimedia Commons · CC BY-SA 3.0 de</a:t>
            </a:r>
          </a:p>
        </p:txBody>
      </p:sp>
      <p:sp>
        <p:nvSpPr>
          <p:cNvPr id="24" name="Rounded Rectangle 23"/>
          <p:cNvSpPr/>
          <p:nvPr/>
        </p:nvSpPr>
        <p:spPr>
          <a:xfrm>
            <a:off x="7750000" y="1560000"/>
            <a:ext cx="1700000" cy="300000"/>
          </a:xfrm>
          <a:prstGeom prst="roundRect">
            <a:avLst/>
          </a:prstGeom>
          <a:solidFill>
            <a:srgbClr val="070B1A"/>
          </a:solidFill>
          <a:ln w="12700">
            <a:solidFill>
              <a:srgbClr val="22D3EE"/>
            </a:solidFill>
          </a:ln>
          <a:effectLst/>
        </p:spPr>
        <p:style>
          <a:lnRef idx="1">
            <a:schemeClr val="accent1"/>
          </a:lnRef>
          <a:fillRef idx="3">
            <a:schemeClr val="accent1"/>
          </a:fillRef>
          <a:effectRef idx="2">
            <a:schemeClr val="accent1"/>
          </a:effectRef>
          <a:fontRef idx="minor">
            <a:schemeClr val="lt1"/>
          </a:fontRef>
        </p:style>
        <p:txBody>
          <a:bodyPr rtlCol="0" anchor="ctr" tIns="0" bIns="0"/>
          <a:lstStyle/>
          <a:p>
            <a:pPr algn="ctr"/>
            <a:r>
              <a:rPr sz="900" b="1">
                <a:solidFill>
                  <a:srgbClr val="22D3EE"/>
                </a:solidFill>
                <a:latin typeface="Segoe UI"/>
              </a:rPr>
              <a:t>⚙ AMALIYOTDA</a:t>
            </a:r>
          </a:p>
        </p:txBody>
      </p:sp>
      <p:sp>
        <p:nvSpPr>
          <p:cNvPr id="25" name="Rounded Rectangle 24"/>
          <p:cNvSpPr/>
          <p:nvPr/>
        </p:nvSpPr>
        <p:spPr>
          <a:xfrm>
            <a:off x="550000" y="2552104"/>
            <a:ext cx="6750000" cy="2475792"/>
          </a:xfrm>
          <a:prstGeom prst="roundRect">
            <a:avLst>
              <a:gd name="adj" fmla="val 12000"/>
            </a:avLst>
          </a:prstGeom>
          <a:solidFill>
            <a:srgbClr val="121936"/>
          </a:solidFill>
          <a:ln w="12700">
            <a:solidFill>
              <a:srgbClr val="2A356E"/>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Rectangle 25"/>
          <p:cNvSpPr/>
          <p:nvPr/>
        </p:nvSpPr>
        <p:spPr>
          <a:xfrm>
            <a:off x="550000" y="2632104"/>
            <a:ext cx="50000" cy="2315792"/>
          </a:xfrm>
          <a:prstGeom prst="rect">
            <a:avLst/>
          </a:prstGeom>
          <a:solidFill>
            <a:srgbClr val="60A5F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Oval 26"/>
          <p:cNvSpPr/>
          <p:nvPr/>
        </p:nvSpPr>
        <p:spPr>
          <a:xfrm>
            <a:off x="760000" y="3590000"/>
            <a:ext cx="400000" cy="400000"/>
          </a:xfrm>
          <a:prstGeom prst="ellipse">
            <a:avLst/>
          </a:prstGeom>
          <a:noFill/>
          <a:ln w="25400">
            <a:solidFill>
              <a:srgbClr val="60A5FA"/>
            </a:solidFill>
          </a:ln>
          <a:effectLst/>
        </p:spPr>
        <p:style>
          <a:lnRef idx="1">
            <a:schemeClr val="accent1"/>
          </a:lnRef>
          <a:fillRef idx="3">
            <a:schemeClr val="accent1"/>
          </a:fillRef>
          <a:effectRef idx="2">
            <a:schemeClr val="accent1"/>
          </a:effectRef>
          <a:fontRef idx="minor">
            <a:schemeClr val="lt1"/>
          </a:fontRef>
        </p:style>
        <p:txBody>
          <a:bodyPr rtlCol="0" anchor="ctr" lIns="0" rIns="0"/>
          <a:lstStyle/>
          <a:p>
            <a:pPr algn="ctr"/>
            <a:r>
              <a:rPr sz="1200" b="1">
                <a:solidFill>
                  <a:srgbClr val="60A5FA"/>
                </a:solidFill>
                <a:latin typeface="Segoe UI"/>
              </a:rPr>
              <a:t>06</a:t>
            </a:r>
          </a:p>
        </p:txBody>
      </p:sp>
      <p:sp>
        <p:nvSpPr>
          <p:cNvPr id="28" name="TextBox 27"/>
          <p:cNvSpPr txBox="1"/>
          <p:nvPr/>
        </p:nvSpPr>
        <p:spPr>
          <a:xfrm>
            <a:off x="1300000" y="2592104"/>
            <a:ext cx="5900000" cy="2395792"/>
          </a:xfrm>
          <a:prstGeom prst="rect">
            <a:avLst/>
          </a:prstGeom>
          <a:noFill/>
        </p:spPr>
        <p:txBody>
          <a:bodyPr wrap="square" anchor="ctr">
            <a:spAutoFit/>
          </a:bodyPr>
          <a:lstStyle/>
          <a:p>
            <a:r>
              <a:rPr sz="1700" b="1">
                <a:solidFill>
                  <a:srgbClr val="E8EEFA"/>
                </a:solidFill>
                <a:latin typeface="Segoe UI"/>
              </a:rPr>
              <a:t>Xavfsiz ko'p tomonlama hisoblash (secure multi-party computation, SMPC) esa hisoblashni bir nechta ishonmaydigan tomon o'rtasida maxfiy ulushlarga bo'ladi (CrypTen, MP-SPDZ); u HE'dan tezroq, lekin ko'p aloqa talab qiladi.</a:t>
            </a:r>
          </a:p>
          <a:p>
            <a:pPr>
              <a:spcBef>
                <a:spcPts val="400"/>
              </a:spcBef>
            </a:pPr>
            <a:r>
              <a:rPr sz="1600">
                <a:solidFill>
                  <a:srgbClr val="AEBBD9"/>
                </a:solidFill>
                <a:latin typeface="Segoe UI"/>
              </a:rPr>
              <a:t>Amaliyotda bu to'rt texnologiya bir-birini to'ldiradi: FL arxitekturani, DP natija maxfiyligini, HE/SMPC hisoblash jarayonidagi maxfiylikni ta'minlaydi.</a:t>
            </a:r>
          </a:p>
        </p:txBody>
      </p:sp>
    </p:spTree>
  </p:cSld>
  <p:clrMapOvr>
    <a:masterClrMapping/>
  </p:clrMapOvr>
  <p:transition spd="med">
    <p:fade/>
  </p:transition>
  <p:timing>
    <p:tnLst>
      <p:par>
        <p:cTn id="1" dur="indefinite" restart="never" nodeType="tmRoot">
          <p:childTnLst>
            <p:seq concurrent="1" nextAc="seek">
              <p:cTn id="2" dur="indefinite" nodeType="mainSeq">
                <p:childTnLst>
                  <p:par>
                    <p:cTn id="56" fill="hold">
                      <p:stCondLst>
                        <p:cond delay="indefinite"/>
                        <p:cond evt="onBegin" delay="0">
                          <p:tn val="2"/>
                        </p:cond>
                      </p:stCondLst>
                      <p:childTnLst>
                        <p:par>
                          <p:cTn id="3" fill="hold">
                            <p:stCondLst>
                              <p:cond delay="0"/>
                            </p:stCondLst>
                            <p:childTnLst>
                              <p:par>
                                <p:cTn id="4" presetID="10" presetClass="entr" presetSubtype="0" fill="hold" grpId="0" nodeType="withEffect">
                                  <p:stCondLst>
                                    <p:cond delay="0"/>
                                  </p:stCondLst>
                                  <p:childTnLst>
                                    <p:set>
                                      <p:cBhvr>
                                        <p:cTn id="5" dur="1" fill="hold">
                                          <p:stCondLst>
                                            <p:cond delay="0"/>
                                          </p:stCondLst>
                                        </p:cTn>
                                        <p:tgtEl>
                                          <p:spTgt spid="17"/>
                                        </p:tgtEl>
                                        <p:attrNameLst>
                                          <p:attrName>style.visibility</p:attrName>
                                        </p:attrNameLst>
                                      </p:cBhvr>
                                      <p:to>
                                        <p:strVal val="visible"/>
                                      </p:to>
                                    </p:set>
                                    <p:animEffect transition="in" filter="fade">
                                      <p:cBhvr>
                                        <p:cTn id="6" dur="550"/>
                                        <p:tgtEl>
                                          <p:spTgt spid="17"/>
                                        </p:tgtEl>
                                      </p:cBhvr>
                                    </p:animEffect>
                                  </p:childTnLst>
                                </p:cTn>
                              </p:par>
                            </p:childTnLst>
                          </p:cTn>
                        </p:par>
                        <p:par>
                          <p:cTn id="7" fill="hold">
                            <p:stCondLst>
                              <p:cond delay="0"/>
                            </p:stCondLst>
                            <p:childTnLst>
                              <p:par>
                                <p:cTn id="8" presetID="22" presetClass="entr" presetSubtype="8" fill="hold" grpId="0" nodeType="afterEffect">
                                  <p:stCondLst>
                                    <p:cond delay="0"/>
                                  </p:stCondLst>
                                  <p:childTnLst>
                                    <p:set>
                                      <p:cBhvr>
                                        <p:cTn id="9" dur="1" fill="hold">
                                          <p:stCondLst>
                                            <p:cond delay="0"/>
                                          </p:stCondLst>
                                        </p:cTn>
                                        <p:tgtEl>
                                          <p:spTgt spid="18"/>
                                        </p:tgtEl>
                                        <p:attrNameLst>
                                          <p:attrName>style.visibility</p:attrName>
                                        </p:attrNameLst>
                                      </p:cBhvr>
                                      <p:to>
                                        <p:strVal val="visible"/>
                                      </p:to>
                                    </p:set>
                                    <p:animEffect transition="in" filter="wipe(left)">
                                      <p:cBhvr>
                                        <p:cTn id="11" dur="800"/>
                                        <p:tgtEl>
                                          <p:spTgt spid="18"/>
                                        </p:tgtEl>
                                      </p:cBhvr>
                                    </p:animEffect>
                                  </p:childTnLst>
                                </p:cTn>
                              </p:par>
                            </p:childTnLst>
                          </p:cTn>
                        </p:par>
                        <p:par>
                          <p:cTn id="12" fill="hold">
                            <p:stCondLst>
                              <p:cond delay="150"/>
                            </p:stCondLst>
                            <p:childTnLst>
                              <p:par>
                                <p:cTn id="13" presetID="53" presetClass="entr" presetSubtype="16" fill="hold" grpId="0" nodeType="afterEffect">
                                  <p:stCondLst>
                                    <p:cond delay="0"/>
                                  </p:stCondLst>
                                  <p:childTnLst>
                                    <p:set>
                                      <p:cBhvr>
                                        <p:cTn id="14" dur="1" fill="hold">
                                          <p:stCondLst>
                                            <p:cond delay="0"/>
                                          </p:stCondLst>
                                        </p:cTn>
                                        <p:tgtEl>
                                          <p:spTgt spid="21"/>
                                        </p:tgtEl>
                                        <p:attrNameLst>
                                          <p:attrName>style.visibility</p:attrName>
                                        </p:attrNameLst>
                                      </p:cBhvr>
                                      <p:to>
                                        <p:strVal val="visible"/>
                                      </p:to>
                                    </p:set>
                                    <p:animEffect transition="in" filter="fade">
                                      <p:cBhvr>
                                        <p:cTn id="15" dur="550"/>
                                        <p:tgtEl>
                                          <p:spTgt spid="21"/>
                                        </p:tgtEl>
                                      </p:cBhvr>
                                    </p:animEffect>
                                    <p:anim calcmode="lin" valueType="num">
                                      <p:cBhvr additive="base">
                                        <p:cTn id="16" dur="550" fill="hold"/>
                                        <p:tgtEl>
                                          <p:spTgt spid="21"/>
                                        </p:tgtEl>
                                        <p:attrNameLst>
                                          <p:attrName>ppt_w</p:attrName>
                                        </p:attrNameLst>
                                      </p:cBhvr>
                                      <p:tavLst>
                                        <p:tav tm="0">
                                          <p:val>
                                            <p:strVal val="0"/>
                                          </p:val>
                                        </p:tav>
                                        <p:tav tm="100000">
                                          <p:val>
                                            <p:strVal val="#ppt_w"/>
                                          </p:val>
                                        </p:tav>
                                      </p:tavLst>
                                    </p:anim>
                                    <p:anim calcmode="lin" valueType="num">
                                      <p:cBhvr additive="base">
                                        <p:cTn id="17" dur="550" fill="hold"/>
                                        <p:tgtEl>
                                          <p:spTgt spid="21"/>
                                        </p:tgtEl>
                                        <p:attrNameLst>
                                          <p:attrName>ppt_h</p:attrName>
                                        </p:attrNameLst>
                                      </p:cBhvr>
                                      <p:tavLst>
                                        <p:tav tm="0">
                                          <p:val>
                                            <p:strVal val="0"/>
                                          </p:val>
                                        </p:tav>
                                        <p:tav tm="100000">
                                          <p:val>
                                            <p:strVal val="#ppt_h"/>
                                          </p:val>
                                        </p:tav>
                                      </p:tavLst>
                                    </p:anim>
                                  </p:childTnLst>
                                </p:cTn>
                              </p:par>
                            </p:childTnLst>
                          </p:cTn>
                        </p:par>
                        <p:par>
                          <p:cTn id="18" fill="hold">
                            <p:stCondLst>
                              <p:cond delay="150"/>
                            </p:stCondLst>
                            <p:childTnLst>
                              <p:par>
                                <p:cTn id="19" presetID="53" presetClass="entr" presetSubtype="16" fill="hold" grpId="0" nodeType="afterEffect">
                                  <p:stCondLst>
                                    <p:cond delay="0"/>
                                  </p:stCondLst>
                                  <p:childTnLst>
                                    <p:set>
                                      <p:cBhvr>
                                        <p:cTn id="20" dur="1" fill="hold">
                                          <p:stCondLst>
                                            <p:cond delay="0"/>
                                          </p:stCondLst>
                                        </p:cTn>
                                        <p:tgtEl>
                                          <p:spTgt spid="22"/>
                                        </p:tgtEl>
                                        <p:attrNameLst>
                                          <p:attrName>style.visibility</p:attrName>
                                        </p:attrNameLst>
                                      </p:cBhvr>
                                      <p:to>
                                        <p:strVal val="visible"/>
                                      </p:to>
                                    </p:set>
                                    <p:animEffect transition="in" filter="fade">
                                      <p:cBhvr>
                                        <p:cTn id="21" dur="550"/>
                                        <p:tgtEl>
                                          <p:spTgt spid="22"/>
                                        </p:tgtEl>
                                      </p:cBhvr>
                                    </p:animEffect>
                                    <p:anim calcmode="lin" valueType="num">
                                      <p:cBhvr additive="base">
                                        <p:cTn id="22" dur="550" fill="hold"/>
                                        <p:tgtEl>
                                          <p:spTgt spid="22"/>
                                        </p:tgtEl>
                                        <p:attrNameLst>
                                          <p:attrName>ppt_w</p:attrName>
                                        </p:attrNameLst>
                                      </p:cBhvr>
                                      <p:tavLst>
                                        <p:tav tm="0">
                                          <p:val>
                                            <p:strVal val="0"/>
                                          </p:val>
                                        </p:tav>
                                        <p:tav tm="100000">
                                          <p:val>
                                            <p:strVal val="#ppt_w"/>
                                          </p:val>
                                        </p:tav>
                                      </p:tavLst>
                                    </p:anim>
                                    <p:anim calcmode="lin" valueType="num">
                                      <p:cBhvr additive="base">
                                        <p:cTn id="23" dur="550" fill="hold"/>
                                        <p:tgtEl>
                                          <p:spTgt spid="22"/>
                                        </p:tgtEl>
                                        <p:attrNameLst>
                                          <p:attrName>ppt_h</p:attrName>
                                        </p:attrNameLst>
                                      </p:cBhvr>
                                      <p:tavLst>
                                        <p:tav tm="0">
                                          <p:val>
                                            <p:strVal val="0"/>
                                          </p:val>
                                        </p:tav>
                                        <p:tav tm="100000">
                                          <p:val>
                                            <p:strVal val="#ppt_h"/>
                                          </p:val>
                                        </p:tav>
                                      </p:tavLst>
                                    </p:anim>
                                  </p:childTnLst>
                                </p:cTn>
                              </p:par>
                            </p:childTnLst>
                          </p:cTn>
                        </p:par>
                        <p:par>
                          <p:cTn id="24" fill="hold">
                            <p:stCondLst>
                              <p:cond delay="150"/>
                            </p:stCondLst>
                            <p:childTnLst>
                              <p:par>
                                <p:cTn id="25" presetID="10" presetClass="entr" presetSubtype="0" fill="hold" grpId="0" nodeType="afterEffect">
                                  <p:stCondLst>
                                    <p:cond delay="0"/>
                                  </p:stCondLst>
                                  <p:childTnLst>
                                    <p:set>
                                      <p:cBhvr>
                                        <p:cTn id="26" dur="1" fill="hold">
                                          <p:stCondLst>
                                            <p:cond delay="0"/>
                                          </p:stCondLst>
                                        </p:cTn>
                                        <p:tgtEl>
                                          <p:spTgt spid="24"/>
                                        </p:tgtEl>
                                        <p:attrNameLst>
                                          <p:attrName>style.visibility</p:attrName>
                                        </p:attrNameLst>
                                      </p:cBhvr>
                                      <p:to>
                                        <p:strVal val="visible"/>
                                      </p:to>
                                    </p:set>
                                    <p:animEffect transition="in" filter="fade">
                                      <p:cBhvr>
                                        <p:cTn id="27" dur="550"/>
                                        <p:tgtEl>
                                          <p:spTgt spid="24"/>
                                        </p:tgtEl>
                                      </p:cBhvr>
                                    </p:animEffect>
                                  </p:childTnLst>
                                </p:cTn>
                              </p:par>
                            </p:childTnLst>
                          </p:cTn>
                        </p:par>
                        <p:par>
                          <p:cTn id="28" fill="hold">
                            <p:stCondLst>
                              <p:cond delay="150"/>
                            </p:stCondLst>
                            <p:childTnLst>
                              <p:par>
                                <p:cTn id="29" presetID="10" presetClass="entr" presetSubtype="0" fill="hold" grpId="0" nodeType="afterEffect">
                                  <p:stCondLst>
                                    <p:cond delay="0"/>
                                  </p:stCondLst>
                                  <p:childTnLst>
                                    <p:set>
                                      <p:cBhvr>
                                        <p:cTn id="30" dur="1" fill="hold">
                                          <p:stCondLst>
                                            <p:cond delay="0"/>
                                          </p:stCondLst>
                                        </p:cTn>
                                        <p:tgtEl>
                                          <p:spTgt spid="23"/>
                                        </p:tgtEl>
                                        <p:attrNameLst>
                                          <p:attrName>style.visibility</p:attrName>
                                        </p:attrNameLst>
                                      </p:cBhvr>
                                      <p:to>
                                        <p:strVal val="visible"/>
                                      </p:to>
                                    </p:set>
                                    <p:animEffect transition="in" filter="fade">
                                      <p:cBhvr>
                                        <p:cTn id="31" dur="550"/>
                                        <p:tgtEl>
                                          <p:spTgt spid="23"/>
                                        </p:tgtEl>
                                      </p:cBhvr>
                                    </p:animEffect>
                                  </p:childTnLst>
                                </p:cTn>
                              </p:par>
                            </p:childTnLst>
                          </p:cTn>
                        </p:par>
                        <p:par>
                          <p:cTn id="32" fill="hold">
                            <p:stCondLst>
                              <p:cond delay="350"/>
                            </p:stCondLst>
                            <p:childTnLst>
                              <p:par>
                                <p:cTn id="33" presetID="42" presetClass="entr" presetSubtype="0" fill="hold" grpId="0" nodeType="afterEffect">
                                  <p:stCondLst>
                                    <p:cond delay="0"/>
                                  </p:stCondLst>
                                  <p:childTnLst>
                                    <p:set>
                                      <p:cBhvr>
                                        <p:cTn id="34" dur="1" fill="hold">
                                          <p:stCondLst>
                                            <p:cond delay="0"/>
                                          </p:stCondLst>
                                        </p:cTn>
                                        <p:tgtEl>
                                          <p:spTgt spid="25"/>
                                        </p:tgtEl>
                                        <p:attrNameLst>
                                          <p:attrName>style.visibility</p:attrName>
                                        </p:attrNameLst>
                                      </p:cBhvr>
                                      <p:to>
                                        <p:strVal val="visible"/>
                                      </p:to>
                                    </p:set>
                                    <p:animEffect transition="in" filter="fade">
                                      <p:cBhvr>
                                        <p:cTn id="35" dur="550"/>
                                        <p:tgtEl>
                                          <p:spTgt spid="25"/>
                                        </p:tgtEl>
                                      </p:cBhvr>
                                    </p:animEffect>
                                    <p:anim calcmode="lin" valueType="num">
                                      <p:cBhvr additive="base">
                                        <p:cTn id="36" dur="550" fill="hold"/>
                                        <p:tgtEl>
                                          <p:spTgt spid="25"/>
                                        </p:tgtEl>
                                        <p:attrNameLst>
                                          <p:attrName>ppt_x</p:attrName>
                                        </p:attrNameLst>
                                      </p:cBhvr>
                                      <p:tavLst>
                                        <p:tav tm="0">
                                          <p:val>
                                            <p:strVal val="#ppt_x"/>
                                          </p:val>
                                        </p:tav>
                                        <p:tav tm="100000">
                                          <p:val>
                                            <p:strVal val="#ppt_x"/>
                                          </p:val>
                                        </p:tav>
                                      </p:tavLst>
                                    </p:anim>
                                    <p:anim calcmode="lin" valueType="num">
                                      <p:cBhvr additive="base">
                                        <p:cTn id="37" dur="550" fill="hold"/>
                                        <p:tgtEl>
                                          <p:spTgt spid="25"/>
                                        </p:tgtEl>
                                        <p:attrNameLst>
                                          <p:attrName>ppt_y</p:attrName>
                                        </p:attrNameLst>
                                      </p:cBhvr>
                                      <p:tavLst>
                                        <p:tav tm="0">
                                          <p:val>
                                            <p:strVal val="#ppt_y+.08"/>
                                          </p:val>
                                        </p:tav>
                                        <p:tav tm="100000">
                                          <p:val>
                                            <p:strVal val="#ppt_y"/>
                                          </p:val>
                                        </p:tav>
                                      </p:tavLst>
                                    </p:anim>
                                  </p:childTnLst>
                                </p:cTn>
                              </p:par>
                            </p:childTnLst>
                          </p:cTn>
                        </p:par>
                        <p:par>
                          <p:cTn id="38" fill="hold">
                            <p:stCondLst>
                              <p:cond delay="350"/>
                            </p:stCondLst>
                            <p:childTnLst>
                              <p:par>
                                <p:cTn id="39" presetID="42" presetClass="entr" presetSubtype="0" fill="hold" grpId="0" nodeType="afterEffect">
                                  <p:stCondLst>
                                    <p:cond delay="0"/>
                                  </p:stCondLst>
                                  <p:childTnLst>
                                    <p:set>
                                      <p:cBhvr>
                                        <p:cTn id="40" dur="1" fill="hold">
                                          <p:stCondLst>
                                            <p:cond delay="0"/>
                                          </p:stCondLst>
                                        </p:cTn>
                                        <p:tgtEl>
                                          <p:spTgt spid="26"/>
                                        </p:tgtEl>
                                        <p:attrNameLst>
                                          <p:attrName>style.visibility</p:attrName>
                                        </p:attrNameLst>
                                      </p:cBhvr>
                                      <p:to>
                                        <p:strVal val="visible"/>
                                      </p:to>
                                    </p:set>
                                    <p:animEffect transition="in" filter="fade">
                                      <p:cBhvr>
                                        <p:cTn id="41" dur="550"/>
                                        <p:tgtEl>
                                          <p:spTgt spid="26"/>
                                        </p:tgtEl>
                                      </p:cBhvr>
                                    </p:animEffect>
                                    <p:anim calcmode="lin" valueType="num">
                                      <p:cBhvr additive="base">
                                        <p:cTn id="42" dur="550" fill="hold"/>
                                        <p:tgtEl>
                                          <p:spTgt spid="26"/>
                                        </p:tgtEl>
                                        <p:attrNameLst>
                                          <p:attrName>ppt_x</p:attrName>
                                        </p:attrNameLst>
                                      </p:cBhvr>
                                      <p:tavLst>
                                        <p:tav tm="0">
                                          <p:val>
                                            <p:strVal val="#ppt_x"/>
                                          </p:val>
                                        </p:tav>
                                        <p:tav tm="100000">
                                          <p:val>
                                            <p:strVal val="#ppt_x"/>
                                          </p:val>
                                        </p:tav>
                                      </p:tavLst>
                                    </p:anim>
                                    <p:anim calcmode="lin" valueType="num">
                                      <p:cBhvr additive="base">
                                        <p:cTn id="43" dur="550" fill="hold"/>
                                        <p:tgtEl>
                                          <p:spTgt spid="26"/>
                                        </p:tgtEl>
                                        <p:attrNameLst>
                                          <p:attrName>ppt_y</p:attrName>
                                        </p:attrNameLst>
                                      </p:cBhvr>
                                      <p:tavLst>
                                        <p:tav tm="0">
                                          <p:val>
                                            <p:strVal val="#ppt_y+.08"/>
                                          </p:val>
                                        </p:tav>
                                        <p:tav tm="100000">
                                          <p:val>
                                            <p:strVal val="#ppt_y"/>
                                          </p:val>
                                        </p:tav>
                                      </p:tavLst>
                                    </p:anim>
                                  </p:childTnLst>
                                </p:cTn>
                              </p:par>
                            </p:childTnLst>
                          </p:cTn>
                        </p:par>
                        <p:par>
                          <p:cTn id="44" fill="hold">
                            <p:stCondLst>
                              <p:cond delay="350"/>
                            </p:stCondLst>
                            <p:childTnLst>
                              <p:par>
                                <p:cTn id="45" presetID="53" presetClass="entr" presetSubtype="16" fill="hold" grpId="0" nodeType="afterEffect">
                                  <p:stCondLst>
                                    <p:cond delay="0"/>
                                  </p:stCondLst>
                                  <p:childTnLst>
                                    <p:set>
                                      <p:cBhvr>
                                        <p:cTn id="46" dur="1" fill="hold">
                                          <p:stCondLst>
                                            <p:cond delay="0"/>
                                          </p:stCondLst>
                                        </p:cTn>
                                        <p:tgtEl>
                                          <p:spTgt spid="27"/>
                                        </p:tgtEl>
                                        <p:attrNameLst>
                                          <p:attrName>style.visibility</p:attrName>
                                        </p:attrNameLst>
                                      </p:cBhvr>
                                      <p:to>
                                        <p:strVal val="visible"/>
                                      </p:to>
                                    </p:set>
                                    <p:animEffect transition="in" filter="fade">
                                      <p:cBhvr>
                                        <p:cTn id="47" dur="550"/>
                                        <p:tgtEl>
                                          <p:spTgt spid="27"/>
                                        </p:tgtEl>
                                      </p:cBhvr>
                                    </p:animEffect>
                                    <p:anim calcmode="lin" valueType="num">
                                      <p:cBhvr additive="base">
                                        <p:cTn id="48" dur="550" fill="hold"/>
                                        <p:tgtEl>
                                          <p:spTgt spid="27"/>
                                        </p:tgtEl>
                                        <p:attrNameLst>
                                          <p:attrName>ppt_w</p:attrName>
                                        </p:attrNameLst>
                                      </p:cBhvr>
                                      <p:tavLst>
                                        <p:tav tm="0">
                                          <p:val>
                                            <p:strVal val="0"/>
                                          </p:val>
                                        </p:tav>
                                        <p:tav tm="100000">
                                          <p:val>
                                            <p:strVal val="#ppt_w"/>
                                          </p:val>
                                        </p:tav>
                                      </p:tavLst>
                                    </p:anim>
                                    <p:anim calcmode="lin" valueType="num">
                                      <p:cBhvr additive="base">
                                        <p:cTn id="49" dur="550" fill="hold"/>
                                        <p:tgtEl>
                                          <p:spTgt spid="27"/>
                                        </p:tgtEl>
                                        <p:attrNameLst>
                                          <p:attrName>ppt_h</p:attrName>
                                        </p:attrNameLst>
                                      </p:cBhvr>
                                      <p:tavLst>
                                        <p:tav tm="0">
                                          <p:val>
                                            <p:strVal val="0"/>
                                          </p:val>
                                        </p:tav>
                                        <p:tav tm="100000">
                                          <p:val>
                                            <p:strVal val="#ppt_h"/>
                                          </p:val>
                                        </p:tav>
                                      </p:tavLst>
                                    </p:anim>
                                  </p:childTnLst>
                                </p:cTn>
                              </p:par>
                            </p:childTnLst>
                          </p:cTn>
                        </p:par>
                        <p:par>
                          <p:cTn id="50" fill="hold">
                            <p:stCondLst>
                              <p:cond delay="350"/>
                            </p:stCondLst>
                            <p:childTnLst>
                              <p:par>
                                <p:cTn id="51" presetID="42" presetClass="entr" presetSubtype="0" fill="hold" grpId="0" nodeType="afterEffect">
                                  <p:stCondLst>
                                    <p:cond delay="0"/>
                                  </p:stCondLst>
                                  <p:childTnLst>
                                    <p:set>
                                      <p:cBhvr>
                                        <p:cTn id="52" dur="1" fill="hold">
                                          <p:stCondLst>
                                            <p:cond delay="0"/>
                                          </p:stCondLst>
                                        </p:cTn>
                                        <p:tgtEl>
                                          <p:spTgt spid="28"/>
                                        </p:tgtEl>
                                        <p:attrNameLst>
                                          <p:attrName>style.visibility</p:attrName>
                                        </p:attrNameLst>
                                      </p:cBhvr>
                                      <p:to>
                                        <p:strVal val="visible"/>
                                      </p:to>
                                    </p:set>
                                    <p:animEffect transition="in" filter="fade">
                                      <p:cBhvr>
                                        <p:cTn id="53" dur="550"/>
                                        <p:tgtEl>
                                          <p:spTgt spid="28"/>
                                        </p:tgtEl>
                                      </p:cBhvr>
                                    </p:animEffect>
                                    <p:anim calcmode="lin" valueType="num">
                                      <p:cBhvr additive="base">
                                        <p:cTn id="54" dur="550" fill="hold"/>
                                        <p:tgtEl>
                                          <p:spTgt spid="28"/>
                                        </p:tgtEl>
                                        <p:attrNameLst>
                                          <p:attrName>ppt_x</p:attrName>
                                        </p:attrNameLst>
                                      </p:cBhvr>
                                      <p:tavLst>
                                        <p:tav tm="0">
                                          <p:val>
                                            <p:strVal val="#ppt_x"/>
                                          </p:val>
                                        </p:tav>
                                        <p:tav tm="100000">
                                          <p:val>
                                            <p:strVal val="#ppt_x"/>
                                          </p:val>
                                        </p:tav>
                                      </p:tavLst>
                                    </p:anim>
                                    <p:anim calcmode="lin" valueType="num">
                                      <p:cBhvr additive="base">
                                        <p:cTn id="55" dur="550" fill="hold"/>
                                        <p:tgtEl>
                                          <p:spTgt spid="28"/>
                                        </p:tgtEl>
                                        <p:attrNameLst>
                                          <p:attrName>ppt_y</p:attrName>
                                        </p:attrNameLst>
                                      </p:cBhvr>
                                      <p:tavLst>
                                        <p:tav tm="0">
                                          <p:val>
                                            <p:strVal val="#ppt_y+.08"/>
                                          </p:val>
                                        </p:tav>
                                        <p:tav tm="100000">
                                          <p:val>
                                            <p:strVal val="#ppt_y"/>
                                          </p:val>
                                        </p:tav>
                                      </p:tavLst>
                                    </p:anim>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17" grpId="0" animBg="1"/>
      <p:bldP spid="18" grpId="0" animBg="1"/>
      <p:bldP spid="21" grpId="0" animBg="1"/>
      <p:bldP spid="24" grpId="0" animBg="1"/>
      <p:bldP spid="23" grpId="0" animBg="1"/>
      <p:bldP spid="25" grpId="0" animBg="1"/>
      <p:bldP spid="26" grpId="0" animBg="1"/>
      <p:bldP spid="27" grpId="0" animBg="1"/>
      <p:bldP spid="28" grpId="0" animBg="1"/>
    </p:bldLst>
  </p:timing>
</p:sld>
</file>

<file path=ppt/slides/slide2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2000" cy="6858000"/>
          </a:xfrm>
          <a:prstGeom prst="rect">
            <a:avLst/>
          </a:prstGeom>
          <a:gradFill rotWithShape="1">
            <a:gsLst>
              <a:gs pos="0">
                <a:srgbClr val="070B1A"/>
              </a:gs>
              <a:gs pos="100000">
                <a:srgbClr val="141C44"/>
              </a:gs>
            </a:gsLst>
            <a:lin scaled="0" ang="18900000"/>
          </a:gra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cxnSp>
        <p:nvCxnSpPr>
          <p:cNvPr id="3" name="Connector 2"/>
          <p:cNvCxnSpPr/>
          <p:nvPr/>
        </p:nvCxnSpPr>
        <p:spPr>
          <a:xfrm>
            <a:off x="400000" y="5266666"/>
            <a:ext cx="1666666" cy="453334"/>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cxnSp>
        <p:nvCxnSpPr>
          <p:cNvPr id="4" name="Connector 3"/>
          <p:cNvCxnSpPr/>
          <p:nvPr/>
        </p:nvCxnSpPr>
        <p:spPr>
          <a:xfrm flipV="1">
            <a:off x="400000" y="5380000"/>
            <a:ext cx="1666666" cy="453333"/>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cxnSp>
        <p:nvCxnSpPr>
          <p:cNvPr id="5" name="Connector 4"/>
          <p:cNvCxnSpPr/>
          <p:nvPr/>
        </p:nvCxnSpPr>
        <p:spPr>
          <a:xfrm>
            <a:off x="400000" y="5833333"/>
            <a:ext cx="1666666" cy="226667"/>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cxnSp>
        <p:nvCxnSpPr>
          <p:cNvPr id="6" name="Connector 5"/>
          <p:cNvCxnSpPr/>
          <p:nvPr/>
        </p:nvCxnSpPr>
        <p:spPr>
          <a:xfrm>
            <a:off x="2066666" y="5040000"/>
            <a:ext cx="1666667" cy="0"/>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cxnSp>
        <p:nvCxnSpPr>
          <p:cNvPr id="7" name="Connector 6"/>
          <p:cNvCxnSpPr/>
          <p:nvPr/>
        </p:nvCxnSpPr>
        <p:spPr>
          <a:xfrm>
            <a:off x="2066666" y="5040000"/>
            <a:ext cx="1666667" cy="340000"/>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cxnSp>
        <p:nvCxnSpPr>
          <p:cNvPr id="8" name="Connector 7"/>
          <p:cNvCxnSpPr/>
          <p:nvPr/>
        </p:nvCxnSpPr>
        <p:spPr>
          <a:xfrm>
            <a:off x="2066666" y="5040000"/>
            <a:ext cx="1666667" cy="680000"/>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cxnSp>
        <p:nvCxnSpPr>
          <p:cNvPr id="9" name="Connector 8"/>
          <p:cNvCxnSpPr/>
          <p:nvPr/>
        </p:nvCxnSpPr>
        <p:spPr>
          <a:xfrm>
            <a:off x="2066666" y="5040000"/>
            <a:ext cx="1666667" cy="1020000"/>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cxnSp>
        <p:nvCxnSpPr>
          <p:cNvPr id="10" name="Connector 9"/>
          <p:cNvCxnSpPr/>
          <p:nvPr/>
        </p:nvCxnSpPr>
        <p:spPr>
          <a:xfrm flipV="1">
            <a:off x="2066666" y="5040000"/>
            <a:ext cx="1666667" cy="340000"/>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cxnSp>
        <p:nvCxnSpPr>
          <p:cNvPr id="11" name="Connector 10"/>
          <p:cNvCxnSpPr/>
          <p:nvPr/>
        </p:nvCxnSpPr>
        <p:spPr>
          <a:xfrm>
            <a:off x="2066666" y="5380000"/>
            <a:ext cx="1666667" cy="340000"/>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cxnSp>
        <p:nvCxnSpPr>
          <p:cNvPr id="12" name="Connector 11"/>
          <p:cNvCxnSpPr/>
          <p:nvPr/>
        </p:nvCxnSpPr>
        <p:spPr>
          <a:xfrm>
            <a:off x="2066666" y="5380000"/>
            <a:ext cx="1666667" cy="680000"/>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cxnSp>
        <p:nvCxnSpPr>
          <p:cNvPr id="13" name="Connector 12"/>
          <p:cNvCxnSpPr/>
          <p:nvPr/>
        </p:nvCxnSpPr>
        <p:spPr>
          <a:xfrm flipV="1">
            <a:off x="2066666" y="5040000"/>
            <a:ext cx="1666667" cy="680000"/>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cxnSp>
        <p:nvCxnSpPr>
          <p:cNvPr id="14" name="Connector 13"/>
          <p:cNvCxnSpPr/>
          <p:nvPr/>
        </p:nvCxnSpPr>
        <p:spPr>
          <a:xfrm flipV="1">
            <a:off x="2066666" y="5380000"/>
            <a:ext cx="1666667" cy="340000"/>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cxnSp>
        <p:nvCxnSpPr>
          <p:cNvPr id="15" name="Connector 14"/>
          <p:cNvCxnSpPr/>
          <p:nvPr/>
        </p:nvCxnSpPr>
        <p:spPr>
          <a:xfrm>
            <a:off x="2066666" y="5720000"/>
            <a:ext cx="1666667" cy="0"/>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cxnSp>
        <p:nvCxnSpPr>
          <p:cNvPr id="16" name="Connector 15"/>
          <p:cNvCxnSpPr/>
          <p:nvPr/>
        </p:nvCxnSpPr>
        <p:spPr>
          <a:xfrm flipV="1">
            <a:off x="2066666" y="5040000"/>
            <a:ext cx="1666667" cy="1020000"/>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cxnSp>
        <p:nvCxnSpPr>
          <p:cNvPr id="17" name="Connector 16"/>
          <p:cNvCxnSpPr/>
          <p:nvPr/>
        </p:nvCxnSpPr>
        <p:spPr>
          <a:xfrm flipV="1">
            <a:off x="2066666" y="5380000"/>
            <a:ext cx="1666667" cy="680000"/>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cxnSp>
        <p:nvCxnSpPr>
          <p:cNvPr id="18" name="Connector 17"/>
          <p:cNvCxnSpPr/>
          <p:nvPr/>
        </p:nvCxnSpPr>
        <p:spPr>
          <a:xfrm flipV="1">
            <a:off x="2066666" y="5720000"/>
            <a:ext cx="1666667" cy="340000"/>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cxnSp>
        <p:nvCxnSpPr>
          <p:cNvPr id="19" name="Connector 18"/>
          <p:cNvCxnSpPr/>
          <p:nvPr/>
        </p:nvCxnSpPr>
        <p:spPr>
          <a:xfrm>
            <a:off x="2066666" y="6060000"/>
            <a:ext cx="1666667" cy="0"/>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cxnSp>
        <p:nvCxnSpPr>
          <p:cNvPr id="20" name="Connector 19"/>
          <p:cNvCxnSpPr/>
          <p:nvPr/>
        </p:nvCxnSpPr>
        <p:spPr>
          <a:xfrm>
            <a:off x="3733333" y="5040000"/>
            <a:ext cx="1666667" cy="226666"/>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cxnSp>
        <p:nvCxnSpPr>
          <p:cNvPr id="21" name="Connector 20"/>
          <p:cNvCxnSpPr/>
          <p:nvPr/>
        </p:nvCxnSpPr>
        <p:spPr>
          <a:xfrm>
            <a:off x="3733333" y="5040000"/>
            <a:ext cx="1666667" cy="793333"/>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cxnSp>
        <p:nvCxnSpPr>
          <p:cNvPr id="22" name="Connector 21"/>
          <p:cNvCxnSpPr/>
          <p:nvPr/>
        </p:nvCxnSpPr>
        <p:spPr>
          <a:xfrm flipV="1">
            <a:off x="3733333" y="5266666"/>
            <a:ext cx="1666667" cy="113334"/>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cxnSp>
        <p:nvCxnSpPr>
          <p:cNvPr id="23" name="Connector 22"/>
          <p:cNvCxnSpPr/>
          <p:nvPr/>
        </p:nvCxnSpPr>
        <p:spPr>
          <a:xfrm flipV="1">
            <a:off x="3733333" y="5266666"/>
            <a:ext cx="1666667" cy="453334"/>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cxnSp>
        <p:nvCxnSpPr>
          <p:cNvPr id="24" name="Connector 23"/>
          <p:cNvCxnSpPr/>
          <p:nvPr/>
        </p:nvCxnSpPr>
        <p:spPr>
          <a:xfrm>
            <a:off x="3733333" y="5720000"/>
            <a:ext cx="1666667" cy="113333"/>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cxnSp>
        <p:nvCxnSpPr>
          <p:cNvPr id="25" name="Connector 24"/>
          <p:cNvCxnSpPr/>
          <p:nvPr/>
        </p:nvCxnSpPr>
        <p:spPr>
          <a:xfrm flipV="1">
            <a:off x="3733333" y="5266666"/>
            <a:ext cx="1666667" cy="793334"/>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sp>
        <p:nvSpPr>
          <p:cNvPr id="26" name="Oval 25"/>
          <p:cNvSpPr/>
          <p:nvPr/>
        </p:nvSpPr>
        <p:spPr>
          <a:xfrm>
            <a:off x="330000" y="5196666"/>
            <a:ext cx="140000" cy="140000"/>
          </a:xfrm>
          <a:prstGeom prst="ellipse">
            <a:avLst/>
          </a:prstGeom>
          <a:solidFill>
            <a:srgbClr val="3B4C8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Oval 26"/>
          <p:cNvSpPr/>
          <p:nvPr/>
        </p:nvSpPr>
        <p:spPr>
          <a:xfrm>
            <a:off x="330000" y="5763333"/>
            <a:ext cx="140000" cy="140000"/>
          </a:xfrm>
          <a:prstGeom prst="ellipse">
            <a:avLst/>
          </a:prstGeom>
          <a:solidFill>
            <a:srgbClr val="3B4C8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Oval 27"/>
          <p:cNvSpPr/>
          <p:nvPr/>
        </p:nvSpPr>
        <p:spPr>
          <a:xfrm>
            <a:off x="1996666" y="4970000"/>
            <a:ext cx="140000" cy="140000"/>
          </a:xfrm>
          <a:prstGeom prst="ellipse">
            <a:avLst/>
          </a:prstGeom>
          <a:solidFill>
            <a:srgbClr val="3B4C8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Oval 28"/>
          <p:cNvSpPr/>
          <p:nvPr/>
        </p:nvSpPr>
        <p:spPr>
          <a:xfrm>
            <a:off x="1996666" y="5310000"/>
            <a:ext cx="140000" cy="140000"/>
          </a:xfrm>
          <a:prstGeom prst="ellipse">
            <a:avLst/>
          </a:prstGeom>
          <a:solidFill>
            <a:srgbClr val="3B4C8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 name="Oval 29"/>
          <p:cNvSpPr/>
          <p:nvPr/>
        </p:nvSpPr>
        <p:spPr>
          <a:xfrm>
            <a:off x="1996666" y="5650000"/>
            <a:ext cx="140000" cy="140000"/>
          </a:xfrm>
          <a:prstGeom prst="ellipse">
            <a:avLst/>
          </a:prstGeom>
          <a:solidFill>
            <a:srgbClr val="3B4C8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1" name="Oval 30"/>
          <p:cNvSpPr/>
          <p:nvPr/>
        </p:nvSpPr>
        <p:spPr>
          <a:xfrm>
            <a:off x="1996666" y="5990000"/>
            <a:ext cx="140000" cy="140000"/>
          </a:xfrm>
          <a:prstGeom prst="ellipse">
            <a:avLst/>
          </a:prstGeom>
          <a:solidFill>
            <a:srgbClr val="3B4C8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2" name="Oval 31"/>
          <p:cNvSpPr/>
          <p:nvPr/>
        </p:nvSpPr>
        <p:spPr>
          <a:xfrm>
            <a:off x="3663333" y="4970000"/>
            <a:ext cx="140000" cy="140000"/>
          </a:xfrm>
          <a:prstGeom prst="ellipse">
            <a:avLst/>
          </a:prstGeom>
          <a:solidFill>
            <a:srgbClr val="3B4C8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3" name="Oval 32"/>
          <p:cNvSpPr/>
          <p:nvPr/>
        </p:nvSpPr>
        <p:spPr>
          <a:xfrm>
            <a:off x="3663333" y="5310000"/>
            <a:ext cx="140000" cy="140000"/>
          </a:xfrm>
          <a:prstGeom prst="ellipse">
            <a:avLst/>
          </a:prstGeom>
          <a:solidFill>
            <a:srgbClr val="3B4C8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4" name="Oval 33"/>
          <p:cNvSpPr/>
          <p:nvPr/>
        </p:nvSpPr>
        <p:spPr>
          <a:xfrm>
            <a:off x="3663333" y="5650000"/>
            <a:ext cx="140000" cy="140000"/>
          </a:xfrm>
          <a:prstGeom prst="ellipse">
            <a:avLst/>
          </a:prstGeom>
          <a:solidFill>
            <a:srgbClr val="3B4C8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5" name="Oval 34"/>
          <p:cNvSpPr/>
          <p:nvPr/>
        </p:nvSpPr>
        <p:spPr>
          <a:xfrm>
            <a:off x="3663333" y="5990000"/>
            <a:ext cx="140000" cy="140000"/>
          </a:xfrm>
          <a:prstGeom prst="ellipse">
            <a:avLst/>
          </a:prstGeom>
          <a:solidFill>
            <a:srgbClr val="3B4C8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6" name="Oval 35"/>
          <p:cNvSpPr/>
          <p:nvPr/>
        </p:nvSpPr>
        <p:spPr>
          <a:xfrm>
            <a:off x="5330000" y="5196666"/>
            <a:ext cx="140000" cy="140000"/>
          </a:xfrm>
          <a:prstGeom prst="ellipse">
            <a:avLst/>
          </a:prstGeom>
          <a:solidFill>
            <a:srgbClr val="3B4C8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7" name="Oval 36"/>
          <p:cNvSpPr/>
          <p:nvPr/>
        </p:nvSpPr>
        <p:spPr>
          <a:xfrm>
            <a:off x="5330000" y="5763333"/>
            <a:ext cx="140000" cy="140000"/>
          </a:xfrm>
          <a:prstGeom prst="ellipse">
            <a:avLst/>
          </a:prstGeom>
          <a:solidFill>
            <a:srgbClr val="3B4C8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8" name="Rounded Rectangle 37"/>
          <p:cNvSpPr/>
          <p:nvPr/>
        </p:nvSpPr>
        <p:spPr>
          <a:xfrm>
            <a:off x="6150000" y="650000"/>
            <a:ext cx="5600000" cy="5250000"/>
          </a:xfrm>
          <a:prstGeom prst="roundRect">
            <a:avLst>
              <a:gd name="adj" fmla="val 6000"/>
            </a:avLst>
          </a:prstGeom>
          <a:noFill/>
          <a:ln w="19050">
            <a:solidFill>
              <a:srgbClr val="8B5CF6"/>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39" name="Picture 38" descr="a33838272d42119d.jpg"/>
          <p:cNvPicPr>
            <a:picLocks noChangeAspect="1"/>
          </p:cNvPicPr>
          <p:nvPr/>
        </p:nvPicPr>
        <p:blipFill>
          <a:blip r:embed="rId2"/>
          <a:srcRect l="4527" r="4527"/>
          <a:stretch>
            <a:fillRect/>
          </a:stretch>
        </p:blipFill>
        <p:spPr>
          <a:xfrm>
            <a:off x="6300000" y="800000"/>
            <a:ext cx="5300000" cy="4950000"/>
          </a:xfrm>
          <a:prstGeom prst="roundRect">
            <a:avLst/>
          </a:prstGeom>
          <a:ln w="19050">
            <a:solidFill>
              <a:srgbClr val="22D3EE"/>
            </a:solidFill>
          </a:ln>
        </p:spPr>
      </p:pic>
      <p:sp>
        <p:nvSpPr>
          <p:cNvPr id="40" name="TextBox 39"/>
          <p:cNvSpPr txBox="1"/>
          <p:nvPr/>
        </p:nvSpPr>
        <p:spPr>
          <a:xfrm>
            <a:off x="6300000" y="5780000"/>
            <a:ext cx="5300000" cy="260000"/>
          </a:xfrm>
          <a:prstGeom prst="rect">
            <a:avLst/>
          </a:prstGeom>
          <a:noFill/>
        </p:spPr>
        <p:txBody>
          <a:bodyPr wrap="square" anchor="t" lIns="50800" rIns="50800">
            <a:spAutoFit/>
          </a:bodyPr>
          <a:lstStyle/>
          <a:p>
            <a:pPr algn="l"/>
            <a:r>
              <a:rPr sz="800" b="0">
                <a:solidFill>
                  <a:srgbClr val="707EAA"/>
                </a:solidFill>
                <a:latin typeface="Segoe UI"/>
              </a:rPr>
              <a:t>Rasm: FxJ · Wikimedia Commons · Public domain</a:t>
            </a:r>
          </a:p>
        </p:txBody>
      </p:sp>
      <p:sp>
        <p:nvSpPr>
          <p:cNvPr id="41" name="TextBox 40"/>
          <p:cNvSpPr txBox="1"/>
          <p:nvPr/>
        </p:nvSpPr>
        <p:spPr>
          <a:xfrm>
            <a:off x="600000" y="700000"/>
            <a:ext cx="3500000" cy="1600000"/>
          </a:xfrm>
          <a:prstGeom prst="rect">
            <a:avLst/>
          </a:prstGeom>
          <a:noFill/>
        </p:spPr>
        <p:txBody>
          <a:bodyPr wrap="square" anchor="t" lIns="50800" rIns="50800">
            <a:spAutoFit/>
          </a:bodyPr>
          <a:lstStyle/>
          <a:p>
            <a:pPr algn="l"/>
            <a:r>
              <a:rPr sz="8800" b="1">
                <a:solidFill>
                  <a:srgbClr val="22D3EE"/>
                </a:solidFill>
                <a:latin typeface="Segoe UI"/>
              </a:rPr>
              <a:t>05</a:t>
            </a:r>
          </a:p>
        </p:txBody>
      </p:sp>
      <p:sp>
        <p:nvSpPr>
          <p:cNvPr id="42" name="TextBox 41"/>
          <p:cNvSpPr txBox="1"/>
          <p:nvPr/>
        </p:nvSpPr>
        <p:spPr>
          <a:xfrm>
            <a:off x="650000" y="2250000"/>
            <a:ext cx="5200000" cy="350000"/>
          </a:xfrm>
          <a:prstGeom prst="rect">
            <a:avLst/>
          </a:prstGeom>
          <a:noFill/>
        </p:spPr>
        <p:txBody>
          <a:bodyPr wrap="square" anchor="t" lIns="50800" rIns="50800">
            <a:spAutoFit/>
          </a:bodyPr>
          <a:lstStyle/>
          <a:p>
            <a:pPr algn="l"/>
            <a:r>
              <a:rPr sz="1200" b="1">
                <a:solidFill>
                  <a:srgbClr val="8B5CF6"/>
                </a:solidFill>
                <a:latin typeface="Segoe UI"/>
              </a:rPr>
              <a:t>REJA BANDI</a:t>
            </a:r>
          </a:p>
        </p:txBody>
      </p:sp>
      <p:sp>
        <p:nvSpPr>
          <p:cNvPr id="43" name="TextBox 42"/>
          <p:cNvSpPr txBox="1"/>
          <p:nvPr/>
        </p:nvSpPr>
        <p:spPr>
          <a:xfrm>
            <a:off x="600000" y="2650000"/>
            <a:ext cx="5400000" cy="1800000"/>
          </a:xfrm>
          <a:prstGeom prst="rect">
            <a:avLst/>
          </a:prstGeom>
          <a:noFill/>
        </p:spPr>
        <p:txBody>
          <a:bodyPr wrap="square" anchor="t" lIns="50800" rIns="50800">
            <a:spAutoFit/>
          </a:bodyPr>
          <a:lstStyle/>
          <a:p>
            <a:pPr algn="l"/>
            <a:r>
              <a:rPr sz="3200" b="1">
                <a:solidFill>
                  <a:srgbClr val="E8EEFA"/>
                </a:solidFill>
                <a:latin typeface="Segoe UI"/>
              </a:rPr>
              <a:t>Trusted Computing va Secure AI</a:t>
            </a:r>
          </a:p>
        </p:txBody>
      </p:sp>
      <p:sp>
        <p:nvSpPr>
          <p:cNvPr id="44" name="Rectangle 43"/>
          <p:cNvSpPr/>
          <p:nvPr/>
        </p:nvSpPr>
        <p:spPr>
          <a:xfrm>
            <a:off x="660000" y="4450000"/>
            <a:ext cx="2200000" cy="60000"/>
          </a:xfrm>
          <a:prstGeom prst="rect">
            <a:avLst/>
          </a:prstGeom>
          <a:gradFill rotWithShape="1">
            <a:gsLst>
              <a:gs pos="0">
                <a:srgbClr val="22D3EE"/>
              </a:gs>
              <a:gs pos="100000">
                <a:srgbClr val="8B5CF6"/>
              </a:gs>
            </a:gsLst>
            <a:lin scaled="0" ang="0"/>
          </a:gra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Tree>
  </p:cSld>
  <p:clrMapOvr>
    <a:masterClrMapping/>
  </p:clrMapOvr>
  <p:transition spd="med">
    <p:push dir="u"/>
  </p:transition>
  <p:timing>
    <p:tnLst>
      <p:par>
        <p:cTn id="1" dur="indefinite" restart="never" nodeType="tmRoot">
          <p:childTnLst>
            <p:seq concurrent="1" nextAc="seek">
              <p:cTn id="2" dur="indefinite" nodeType="mainSeq">
                <p:childTnLst>
                  <p:par>
                    <p:cTn id="180" fill="hold">
                      <p:stCondLst>
                        <p:cond delay="indefinite"/>
                        <p:cond evt="onBegin" delay="0">
                          <p:tn val="2"/>
                        </p:cond>
                      </p:stCondLst>
                      <p:childTnLst>
                        <p:par>
                          <p:cTn id="3" fill="hold">
                            <p:stCondLst>
                              <p:cond delay="0"/>
                            </p:stCondLst>
                            <p:childTnLst>
                              <p:par>
                                <p:cTn id="4" presetID="10" presetClass="entr" presetSubtype="0" fill="hold" grpId="0" nodeType="withEffect">
                                  <p:stCondLst>
                                    <p:cond delay="0"/>
                                  </p:stCondLst>
                                  <p:childTnLst>
                                    <p:set>
                                      <p:cBhvr>
                                        <p:cTn id="5" dur="1" fill="hold">
                                          <p:stCondLst>
                                            <p:cond delay="0"/>
                                          </p:stCondLst>
                                        </p:cTn>
                                        <p:tgtEl>
                                          <p:spTgt spid="3"/>
                                        </p:tgtEl>
                                        <p:attrNameLst>
                                          <p:attrName>style.visibility</p:attrName>
                                        </p:attrNameLst>
                                      </p:cBhvr>
                                      <p:to>
                                        <p:strVal val="visible"/>
                                      </p:to>
                                    </p:set>
                                    <p:animEffect transition="in" filter="fade">
                                      <p:cBhvr>
                                        <p:cTn id="6" dur="550"/>
                                        <p:tgtEl>
                                          <p:spTgt spid="3"/>
                                        </p:tgtEl>
                                      </p:cBhvr>
                                    </p:animEffect>
                                  </p:childTnLst>
                                </p:cTn>
                              </p:par>
                            </p:childTnLst>
                          </p:cTn>
                        </p:par>
                        <p:par>
                          <p:cTn id="7" fill="hold">
                            <p:stCondLst>
                              <p:cond delay="0"/>
                            </p:stCondLst>
                            <p:childTnLst>
                              <p:par>
                                <p:cTn id="8" presetID="10" presetClass="entr" presetSubtype="0" fill="hold" grpId="0" nodeType="afterEffect">
                                  <p:stCondLst>
                                    <p:cond delay="0"/>
                                  </p:stCondLst>
                                  <p:childTnLst>
                                    <p:set>
                                      <p:cBhvr>
                                        <p:cTn id="9" dur="1" fill="hold">
                                          <p:stCondLst>
                                            <p:cond delay="0"/>
                                          </p:stCondLst>
                                        </p:cTn>
                                        <p:tgtEl>
                                          <p:spTgt spid="4"/>
                                        </p:tgtEl>
                                        <p:attrNameLst>
                                          <p:attrName>style.visibility</p:attrName>
                                        </p:attrNameLst>
                                      </p:cBhvr>
                                      <p:to>
                                        <p:strVal val="visible"/>
                                      </p:to>
                                    </p:set>
                                    <p:animEffect transition="in" filter="fade">
                                      <p:cBhvr>
                                        <p:cTn id="10" dur="550"/>
                                        <p:tgtEl>
                                          <p:spTgt spid="4"/>
                                        </p:tgtEl>
                                      </p:cBhvr>
                                    </p:animEffect>
                                  </p:childTnLst>
                                </p:cTn>
                              </p:par>
                            </p:childTnLst>
                          </p:cTn>
                        </p:par>
                        <p:par>
                          <p:cTn id="11" fill="hold">
                            <p:stCondLst>
                              <p:cond delay="0"/>
                            </p:stCondLst>
                            <p:childTnLst>
                              <p:par>
                                <p:cTn id="12" presetID="10" presetClass="entr" presetSubtype="0" fill="hold" grpId="0" nodeType="afterEffect">
                                  <p:stCondLst>
                                    <p:cond delay="0"/>
                                  </p:stCondLst>
                                  <p:childTnLst>
                                    <p:set>
                                      <p:cBhvr>
                                        <p:cTn id="13" dur="1" fill="hold">
                                          <p:stCondLst>
                                            <p:cond delay="0"/>
                                          </p:stCondLst>
                                        </p:cTn>
                                        <p:tgtEl>
                                          <p:spTgt spid="5"/>
                                        </p:tgtEl>
                                        <p:attrNameLst>
                                          <p:attrName>style.visibility</p:attrName>
                                        </p:attrNameLst>
                                      </p:cBhvr>
                                      <p:to>
                                        <p:strVal val="visible"/>
                                      </p:to>
                                    </p:set>
                                    <p:animEffect transition="in" filter="fade">
                                      <p:cBhvr>
                                        <p:cTn id="14" dur="550"/>
                                        <p:tgtEl>
                                          <p:spTgt spid="5"/>
                                        </p:tgtEl>
                                      </p:cBhvr>
                                    </p:animEffect>
                                  </p:childTnLst>
                                </p:cTn>
                              </p:par>
                            </p:childTnLst>
                          </p:cTn>
                        </p:par>
                        <p:par>
                          <p:cTn id="15" fill="hold">
                            <p:stCondLst>
                              <p:cond delay="0"/>
                            </p:stCondLst>
                            <p:childTnLst>
                              <p:par>
                                <p:cTn id="16" presetID="10" presetClass="entr" presetSubtype="0" fill="hold" grpId="0" nodeType="afterEffect">
                                  <p:stCondLst>
                                    <p:cond delay="0"/>
                                  </p:stCondLst>
                                  <p:childTnLst>
                                    <p:set>
                                      <p:cBhvr>
                                        <p:cTn id="17" dur="1" fill="hold">
                                          <p:stCondLst>
                                            <p:cond delay="0"/>
                                          </p:stCondLst>
                                        </p:cTn>
                                        <p:tgtEl>
                                          <p:spTgt spid="6"/>
                                        </p:tgtEl>
                                        <p:attrNameLst>
                                          <p:attrName>style.visibility</p:attrName>
                                        </p:attrNameLst>
                                      </p:cBhvr>
                                      <p:to>
                                        <p:strVal val="visible"/>
                                      </p:to>
                                    </p:set>
                                    <p:animEffect transition="in" filter="fade">
                                      <p:cBhvr>
                                        <p:cTn id="18" dur="550"/>
                                        <p:tgtEl>
                                          <p:spTgt spid="6"/>
                                        </p:tgtEl>
                                      </p:cBhvr>
                                    </p:animEffect>
                                  </p:childTnLst>
                                </p:cTn>
                              </p:par>
                            </p:childTnLst>
                          </p:cTn>
                        </p:par>
                        <p:par>
                          <p:cTn id="19" fill="hold">
                            <p:stCondLst>
                              <p:cond delay="0"/>
                            </p:stCondLst>
                            <p:childTnLst>
                              <p:par>
                                <p:cTn id="20" presetID="10" presetClass="entr" presetSubtype="0" fill="hold" grpId="0" nodeType="afterEffect">
                                  <p:stCondLst>
                                    <p:cond delay="0"/>
                                  </p:stCondLst>
                                  <p:childTnLst>
                                    <p:set>
                                      <p:cBhvr>
                                        <p:cTn id="21" dur="1" fill="hold">
                                          <p:stCondLst>
                                            <p:cond delay="0"/>
                                          </p:stCondLst>
                                        </p:cTn>
                                        <p:tgtEl>
                                          <p:spTgt spid="7"/>
                                        </p:tgtEl>
                                        <p:attrNameLst>
                                          <p:attrName>style.visibility</p:attrName>
                                        </p:attrNameLst>
                                      </p:cBhvr>
                                      <p:to>
                                        <p:strVal val="visible"/>
                                      </p:to>
                                    </p:set>
                                    <p:animEffect transition="in" filter="fade">
                                      <p:cBhvr>
                                        <p:cTn id="22" dur="550"/>
                                        <p:tgtEl>
                                          <p:spTgt spid="7"/>
                                        </p:tgtEl>
                                      </p:cBhvr>
                                    </p:animEffect>
                                  </p:childTnLst>
                                </p:cTn>
                              </p:par>
                            </p:childTnLst>
                          </p:cTn>
                        </p:par>
                        <p:par>
                          <p:cTn id="23" fill="hold">
                            <p:stCondLst>
                              <p:cond delay="0"/>
                            </p:stCondLst>
                            <p:childTnLst>
                              <p:par>
                                <p:cTn id="24" presetID="10" presetClass="entr" presetSubtype="0" fill="hold" grpId="0" nodeType="afterEffect">
                                  <p:stCondLst>
                                    <p:cond delay="0"/>
                                  </p:stCondLst>
                                  <p:childTnLst>
                                    <p:set>
                                      <p:cBhvr>
                                        <p:cTn id="25" dur="1" fill="hold">
                                          <p:stCondLst>
                                            <p:cond delay="0"/>
                                          </p:stCondLst>
                                        </p:cTn>
                                        <p:tgtEl>
                                          <p:spTgt spid="8"/>
                                        </p:tgtEl>
                                        <p:attrNameLst>
                                          <p:attrName>style.visibility</p:attrName>
                                        </p:attrNameLst>
                                      </p:cBhvr>
                                      <p:to>
                                        <p:strVal val="visible"/>
                                      </p:to>
                                    </p:set>
                                    <p:animEffect transition="in" filter="fade">
                                      <p:cBhvr>
                                        <p:cTn id="26" dur="550"/>
                                        <p:tgtEl>
                                          <p:spTgt spid="8"/>
                                        </p:tgtEl>
                                      </p:cBhvr>
                                    </p:animEffect>
                                  </p:childTnLst>
                                </p:cTn>
                              </p:par>
                            </p:childTnLst>
                          </p:cTn>
                        </p:par>
                        <p:par>
                          <p:cTn id="27" fill="hold">
                            <p:stCondLst>
                              <p:cond delay="0"/>
                            </p:stCondLst>
                            <p:childTnLst>
                              <p:par>
                                <p:cTn id="28" presetID="10" presetClass="entr" presetSubtype="0" fill="hold" grpId="0" nodeType="afterEffect">
                                  <p:stCondLst>
                                    <p:cond delay="0"/>
                                  </p:stCondLst>
                                  <p:childTnLst>
                                    <p:set>
                                      <p:cBhvr>
                                        <p:cTn id="29" dur="1" fill="hold">
                                          <p:stCondLst>
                                            <p:cond delay="0"/>
                                          </p:stCondLst>
                                        </p:cTn>
                                        <p:tgtEl>
                                          <p:spTgt spid="9"/>
                                        </p:tgtEl>
                                        <p:attrNameLst>
                                          <p:attrName>style.visibility</p:attrName>
                                        </p:attrNameLst>
                                      </p:cBhvr>
                                      <p:to>
                                        <p:strVal val="visible"/>
                                      </p:to>
                                    </p:set>
                                    <p:animEffect transition="in" filter="fade">
                                      <p:cBhvr>
                                        <p:cTn id="30" dur="550"/>
                                        <p:tgtEl>
                                          <p:spTgt spid="9"/>
                                        </p:tgtEl>
                                      </p:cBhvr>
                                    </p:animEffect>
                                  </p:childTnLst>
                                </p:cTn>
                              </p:par>
                            </p:childTnLst>
                          </p:cTn>
                        </p:par>
                        <p:par>
                          <p:cTn id="31" fill="hold">
                            <p:stCondLst>
                              <p:cond delay="0"/>
                            </p:stCondLst>
                            <p:childTnLst>
                              <p:par>
                                <p:cTn id="32" presetID="10" presetClass="entr" presetSubtype="0" fill="hold" grpId="0" nodeType="afterEffect">
                                  <p:stCondLst>
                                    <p:cond delay="0"/>
                                  </p:stCondLst>
                                  <p:childTnLst>
                                    <p:set>
                                      <p:cBhvr>
                                        <p:cTn id="33" dur="1" fill="hold">
                                          <p:stCondLst>
                                            <p:cond delay="0"/>
                                          </p:stCondLst>
                                        </p:cTn>
                                        <p:tgtEl>
                                          <p:spTgt spid="10"/>
                                        </p:tgtEl>
                                        <p:attrNameLst>
                                          <p:attrName>style.visibility</p:attrName>
                                        </p:attrNameLst>
                                      </p:cBhvr>
                                      <p:to>
                                        <p:strVal val="visible"/>
                                      </p:to>
                                    </p:set>
                                    <p:animEffect transition="in" filter="fade">
                                      <p:cBhvr>
                                        <p:cTn id="34" dur="550"/>
                                        <p:tgtEl>
                                          <p:spTgt spid="10"/>
                                        </p:tgtEl>
                                      </p:cBhvr>
                                    </p:animEffect>
                                  </p:childTnLst>
                                </p:cTn>
                              </p:par>
                            </p:childTnLst>
                          </p:cTn>
                        </p:par>
                        <p:par>
                          <p:cTn id="35" fill="hold">
                            <p:stCondLst>
                              <p:cond delay="0"/>
                            </p:stCondLst>
                            <p:childTnLst>
                              <p:par>
                                <p:cTn id="36" presetID="10" presetClass="entr" presetSubtype="0" fill="hold" grpId="0" nodeType="afterEffect">
                                  <p:stCondLst>
                                    <p:cond delay="0"/>
                                  </p:stCondLst>
                                  <p:childTnLst>
                                    <p:set>
                                      <p:cBhvr>
                                        <p:cTn id="37" dur="1" fill="hold">
                                          <p:stCondLst>
                                            <p:cond delay="0"/>
                                          </p:stCondLst>
                                        </p:cTn>
                                        <p:tgtEl>
                                          <p:spTgt spid="11"/>
                                        </p:tgtEl>
                                        <p:attrNameLst>
                                          <p:attrName>style.visibility</p:attrName>
                                        </p:attrNameLst>
                                      </p:cBhvr>
                                      <p:to>
                                        <p:strVal val="visible"/>
                                      </p:to>
                                    </p:set>
                                    <p:animEffect transition="in" filter="fade">
                                      <p:cBhvr>
                                        <p:cTn id="38" dur="550"/>
                                        <p:tgtEl>
                                          <p:spTgt spid="11"/>
                                        </p:tgtEl>
                                      </p:cBhvr>
                                    </p:animEffect>
                                  </p:childTnLst>
                                </p:cTn>
                              </p:par>
                            </p:childTnLst>
                          </p:cTn>
                        </p:par>
                        <p:par>
                          <p:cTn id="39" fill="hold">
                            <p:stCondLst>
                              <p:cond delay="0"/>
                            </p:stCondLst>
                            <p:childTnLst>
                              <p:par>
                                <p:cTn id="40" presetID="10" presetClass="entr" presetSubtype="0" fill="hold" grpId="0" nodeType="afterEffect">
                                  <p:stCondLst>
                                    <p:cond delay="0"/>
                                  </p:stCondLst>
                                  <p:childTnLst>
                                    <p:set>
                                      <p:cBhvr>
                                        <p:cTn id="41" dur="1" fill="hold">
                                          <p:stCondLst>
                                            <p:cond delay="0"/>
                                          </p:stCondLst>
                                        </p:cTn>
                                        <p:tgtEl>
                                          <p:spTgt spid="12"/>
                                        </p:tgtEl>
                                        <p:attrNameLst>
                                          <p:attrName>style.visibility</p:attrName>
                                        </p:attrNameLst>
                                      </p:cBhvr>
                                      <p:to>
                                        <p:strVal val="visible"/>
                                      </p:to>
                                    </p:set>
                                    <p:animEffect transition="in" filter="fade">
                                      <p:cBhvr>
                                        <p:cTn id="42" dur="550"/>
                                        <p:tgtEl>
                                          <p:spTgt spid="12"/>
                                        </p:tgtEl>
                                      </p:cBhvr>
                                    </p:animEffect>
                                  </p:childTnLst>
                                </p:cTn>
                              </p:par>
                            </p:childTnLst>
                          </p:cTn>
                        </p:par>
                        <p:par>
                          <p:cTn id="43" fill="hold">
                            <p:stCondLst>
                              <p:cond delay="0"/>
                            </p:stCondLst>
                            <p:childTnLst>
                              <p:par>
                                <p:cTn id="44" presetID="10" presetClass="entr" presetSubtype="0" fill="hold" grpId="0" nodeType="afterEffect">
                                  <p:stCondLst>
                                    <p:cond delay="0"/>
                                  </p:stCondLst>
                                  <p:childTnLst>
                                    <p:set>
                                      <p:cBhvr>
                                        <p:cTn id="45" dur="1" fill="hold">
                                          <p:stCondLst>
                                            <p:cond delay="0"/>
                                          </p:stCondLst>
                                        </p:cTn>
                                        <p:tgtEl>
                                          <p:spTgt spid="13"/>
                                        </p:tgtEl>
                                        <p:attrNameLst>
                                          <p:attrName>style.visibility</p:attrName>
                                        </p:attrNameLst>
                                      </p:cBhvr>
                                      <p:to>
                                        <p:strVal val="visible"/>
                                      </p:to>
                                    </p:set>
                                    <p:animEffect transition="in" filter="fade">
                                      <p:cBhvr>
                                        <p:cTn id="46" dur="550"/>
                                        <p:tgtEl>
                                          <p:spTgt spid="13"/>
                                        </p:tgtEl>
                                      </p:cBhvr>
                                    </p:animEffect>
                                  </p:childTnLst>
                                </p:cTn>
                              </p:par>
                            </p:childTnLst>
                          </p:cTn>
                        </p:par>
                        <p:par>
                          <p:cTn id="47" fill="hold">
                            <p:stCondLst>
                              <p:cond delay="0"/>
                            </p:stCondLst>
                            <p:childTnLst>
                              <p:par>
                                <p:cTn id="48" presetID="10" presetClass="entr" presetSubtype="0" fill="hold" grpId="0" nodeType="afterEffect">
                                  <p:stCondLst>
                                    <p:cond delay="0"/>
                                  </p:stCondLst>
                                  <p:childTnLst>
                                    <p:set>
                                      <p:cBhvr>
                                        <p:cTn id="49" dur="1" fill="hold">
                                          <p:stCondLst>
                                            <p:cond delay="0"/>
                                          </p:stCondLst>
                                        </p:cTn>
                                        <p:tgtEl>
                                          <p:spTgt spid="14"/>
                                        </p:tgtEl>
                                        <p:attrNameLst>
                                          <p:attrName>style.visibility</p:attrName>
                                        </p:attrNameLst>
                                      </p:cBhvr>
                                      <p:to>
                                        <p:strVal val="visible"/>
                                      </p:to>
                                    </p:set>
                                    <p:animEffect transition="in" filter="fade">
                                      <p:cBhvr>
                                        <p:cTn id="50" dur="550"/>
                                        <p:tgtEl>
                                          <p:spTgt spid="14"/>
                                        </p:tgtEl>
                                      </p:cBhvr>
                                    </p:animEffect>
                                  </p:childTnLst>
                                </p:cTn>
                              </p:par>
                            </p:childTnLst>
                          </p:cTn>
                        </p:par>
                        <p:par>
                          <p:cTn id="51" fill="hold">
                            <p:stCondLst>
                              <p:cond delay="0"/>
                            </p:stCondLst>
                            <p:childTnLst>
                              <p:par>
                                <p:cTn id="52" presetID="10" presetClass="entr" presetSubtype="0" fill="hold" grpId="0" nodeType="afterEffect">
                                  <p:stCondLst>
                                    <p:cond delay="0"/>
                                  </p:stCondLst>
                                  <p:childTnLst>
                                    <p:set>
                                      <p:cBhvr>
                                        <p:cTn id="53" dur="1" fill="hold">
                                          <p:stCondLst>
                                            <p:cond delay="0"/>
                                          </p:stCondLst>
                                        </p:cTn>
                                        <p:tgtEl>
                                          <p:spTgt spid="15"/>
                                        </p:tgtEl>
                                        <p:attrNameLst>
                                          <p:attrName>style.visibility</p:attrName>
                                        </p:attrNameLst>
                                      </p:cBhvr>
                                      <p:to>
                                        <p:strVal val="visible"/>
                                      </p:to>
                                    </p:set>
                                    <p:animEffect transition="in" filter="fade">
                                      <p:cBhvr>
                                        <p:cTn id="54" dur="550"/>
                                        <p:tgtEl>
                                          <p:spTgt spid="15"/>
                                        </p:tgtEl>
                                      </p:cBhvr>
                                    </p:animEffect>
                                  </p:childTnLst>
                                </p:cTn>
                              </p:par>
                            </p:childTnLst>
                          </p:cTn>
                        </p:par>
                        <p:par>
                          <p:cTn id="55" fill="hold">
                            <p:stCondLst>
                              <p:cond delay="0"/>
                            </p:stCondLst>
                            <p:childTnLst>
                              <p:par>
                                <p:cTn id="56" presetID="10" presetClass="entr" presetSubtype="0" fill="hold" grpId="0" nodeType="afterEffect">
                                  <p:stCondLst>
                                    <p:cond delay="0"/>
                                  </p:stCondLst>
                                  <p:childTnLst>
                                    <p:set>
                                      <p:cBhvr>
                                        <p:cTn id="57" dur="1" fill="hold">
                                          <p:stCondLst>
                                            <p:cond delay="0"/>
                                          </p:stCondLst>
                                        </p:cTn>
                                        <p:tgtEl>
                                          <p:spTgt spid="16"/>
                                        </p:tgtEl>
                                        <p:attrNameLst>
                                          <p:attrName>style.visibility</p:attrName>
                                        </p:attrNameLst>
                                      </p:cBhvr>
                                      <p:to>
                                        <p:strVal val="visible"/>
                                      </p:to>
                                    </p:set>
                                    <p:animEffect transition="in" filter="fade">
                                      <p:cBhvr>
                                        <p:cTn id="58" dur="550"/>
                                        <p:tgtEl>
                                          <p:spTgt spid="16"/>
                                        </p:tgtEl>
                                      </p:cBhvr>
                                    </p:animEffect>
                                  </p:childTnLst>
                                </p:cTn>
                              </p:par>
                            </p:childTnLst>
                          </p:cTn>
                        </p:par>
                        <p:par>
                          <p:cTn id="59" fill="hold">
                            <p:stCondLst>
                              <p:cond delay="0"/>
                            </p:stCondLst>
                            <p:childTnLst>
                              <p:par>
                                <p:cTn id="60" presetID="10" presetClass="entr" presetSubtype="0" fill="hold" grpId="0" nodeType="afterEffect">
                                  <p:stCondLst>
                                    <p:cond delay="0"/>
                                  </p:stCondLst>
                                  <p:childTnLst>
                                    <p:set>
                                      <p:cBhvr>
                                        <p:cTn id="61" dur="1" fill="hold">
                                          <p:stCondLst>
                                            <p:cond delay="0"/>
                                          </p:stCondLst>
                                        </p:cTn>
                                        <p:tgtEl>
                                          <p:spTgt spid="17"/>
                                        </p:tgtEl>
                                        <p:attrNameLst>
                                          <p:attrName>style.visibility</p:attrName>
                                        </p:attrNameLst>
                                      </p:cBhvr>
                                      <p:to>
                                        <p:strVal val="visible"/>
                                      </p:to>
                                    </p:set>
                                    <p:animEffect transition="in" filter="fade">
                                      <p:cBhvr>
                                        <p:cTn id="62" dur="550"/>
                                        <p:tgtEl>
                                          <p:spTgt spid="17"/>
                                        </p:tgtEl>
                                      </p:cBhvr>
                                    </p:animEffect>
                                  </p:childTnLst>
                                </p:cTn>
                              </p:par>
                            </p:childTnLst>
                          </p:cTn>
                        </p:par>
                        <p:par>
                          <p:cTn id="63" fill="hold">
                            <p:stCondLst>
                              <p:cond delay="0"/>
                            </p:stCondLst>
                            <p:childTnLst>
                              <p:par>
                                <p:cTn id="64" presetID="10" presetClass="entr" presetSubtype="0" fill="hold" grpId="0" nodeType="afterEffect">
                                  <p:stCondLst>
                                    <p:cond delay="0"/>
                                  </p:stCondLst>
                                  <p:childTnLst>
                                    <p:set>
                                      <p:cBhvr>
                                        <p:cTn id="65" dur="1" fill="hold">
                                          <p:stCondLst>
                                            <p:cond delay="0"/>
                                          </p:stCondLst>
                                        </p:cTn>
                                        <p:tgtEl>
                                          <p:spTgt spid="18"/>
                                        </p:tgtEl>
                                        <p:attrNameLst>
                                          <p:attrName>style.visibility</p:attrName>
                                        </p:attrNameLst>
                                      </p:cBhvr>
                                      <p:to>
                                        <p:strVal val="visible"/>
                                      </p:to>
                                    </p:set>
                                    <p:animEffect transition="in" filter="fade">
                                      <p:cBhvr>
                                        <p:cTn id="66" dur="550"/>
                                        <p:tgtEl>
                                          <p:spTgt spid="18"/>
                                        </p:tgtEl>
                                      </p:cBhvr>
                                    </p:animEffect>
                                  </p:childTnLst>
                                </p:cTn>
                              </p:par>
                            </p:childTnLst>
                          </p:cTn>
                        </p:par>
                        <p:par>
                          <p:cTn id="67" fill="hold">
                            <p:stCondLst>
                              <p:cond delay="0"/>
                            </p:stCondLst>
                            <p:childTnLst>
                              <p:par>
                                <p:cTn id="68" presetID="10" presetClass="entr" presetSubtype="0" fill="hold" grpId="0" nodeType="afterEffect">
                                  <p:stCondLst>
                                    <p:cond delay="0"/>
                                  </p:stCondLst>
                                  <p:childTnLst>
                                    <p:set>
                                      <p:cBhvr>
                                        <p:cTn id="69" dur="1" fill="hold">
                                          <p:stCondLst>
                                            <p:cond delay="0"/>
                                          </p:stCondLst>
                                        </p:cTn>
                                        <p:tgtEl>
                                          <p:spTgt spid="19"/>
                                        </p:tgtEl>
                                        <p:attrNameLst>
                                          <p:attrName>style.visibility</p:attrName>
                                        </p:attrNameLst>
                                      </p:cBhvr>
                                      <p:to>
                                        <p:strVal val="visible"/>
                                      </p:to>
                                    </p:set>
                                    <p:animEffect transition="in" filter="fade">
                                      <p:cBhvr>
                                        <p:cTn id="70" dur="550"/>
                                        <p:tgtEl>
                                          <p:spTgt spid="19"/>
                                        </p:tgtEl>
                                      </p:cBhvr>
                                    </p:animEffect>
                                  </p:childTnLst>
                                </p:cTn>
                              </p:par>
                            </p:childTnLst>
                          </p:cTn>
                        </p:par>
                        <p:par>
                          <p:cTn id="71" fill="hold">
                            <p:stCondLst>
                              <p:cond delay="0"/>
                            </p:stCondLst>
                            <p:childTnLst>
                              <p:par>
                                <p:cTn id="72" presetID="10" presetClass="entr" presetSubtype="0" fill="hold" grpId="0" nodeType="afterEffect">
                                  <p:stCondLst>
                                    <p:cond delay="0"/>
                                  </p:stCondLst>
                                  <p:childTnLst>
                                    <p:set>
                                      <p:cBhvr>
                                        <p:cTn id="73" dur="1" fill="hold">
                                          <p:stCondLst>
                                            <p:cond delay="0"/>
                                          </p:stCondLst>
                                        </p:cTn>
                                        <p:tgtEl>
                                          <p:spTgt spid="20"/>
                                        </p:tgtEl>
                                        <p:attrNameLst>
                                          <p:attrName>style.visibility</p:attrName>
                                        </p:attrNameLst>
                                      </p:cBhvr>
                                      <p:to>
                                        <p:strVal val="visible"/>
                                      </p:to>
                                    </p:set>
                                    <p:animEffect transition="in" filter="fade">
                                      <p:cBhvr>
                                        <p:cTn id="74" dur="550"/>
                                        <p:tgtEl>
                                          <p:spTgt spid="20"/>
                                        </p:tgtEl>
                                      </p:cBhvr>
                                    </p:animEffect>
                                  </p:childTnLst>
                                </p:cTn>
                              </p:par>
                            </p:childTnLst>
                          </p:cTn>
                        </p:par>
                        <p:par>
                          <p:cTn id="75" fill="hold">
                            <p:stCondLst>
                              <p:cond delay="0"/>
                            </p:stCondLst>
                            <p:childTnLst>
                              <p:par>
                                <p:cTn id="76" presetID="10" presetClass="entr" presetSubtype="0" fill="hold" grpId="0" nodeType="afterEffect">
                                  <p:stCondLst>
                                    <p:cond delay="0"/>
                                  </p:stCondLst>
                                  <p:childTnLst>
                                    <p:set>
                                      <p:cBhvr>
                                        <p:cTn id="77" dur="1" fill="hold">
                                          <p:stCondLst>
                                            <p:cond delay="0"/>
                                          </p:stCondLst>
                                        </p:cTn>
                                        <p:tgtEl>
                                          <p:spTgt spid="21"/>
                                        </p:tgtEl>
                                        <p:attrNameLst>
                                          <p:attrName>style.visibility</p:attrName>
                                        </p:attrNameLst>
                                      </p:cBhvr>
                                      <p:to>
                                        <p:strVal val="visible"/>
                                      </p:to>
                                    </p:set>
                                    <p:animEffect transition="in" filter="fade">
                                      <p:cBhvr>
                                        <p:cTn id="78" dur="550"/>
                                        <p:tgtEl>
                                          <p:spTgt spid="21"/>
                                        </p:tgtEl>
                                      </p:cBhvr>
                                    </p:animEffect>
                                  </p:childTnLst>
                                </p:cTn>
                              </p:par>
                            </p:childTnLst>
                          </p:cTn>
                        </p:par>
                        <p:par>
                          <p:cTn id="79" fill="hold">
                            <p:stCondLst>
                              <p:cond delay="0"/>
                            </p:stCondLst>
                            <p:childTnLst>
                              <p:par>
                                <p:cTn id="80" presetID="10" presetClass="entr" presetSubtype="0" fill="hold" grpId="0" nodeType="afterEffect">
                                  <p:stCondLst>
                                    <p:cond delay="0"/>
                                  </p:stCondLst>
                                  <p:childTnLst>
                                    <p:set>
                                      <p:cBhvr>
                                        <p:cTn id="81" dur="1" fill="hold">
                                          <p:stCondLst>
                                            <p:cond delay="0"/>
                                          </p:stCondLst>
                                        </p:cTn>
                                        <p:tgtEl>
                                          <p:spTgt spid="22"/>
                                        </p:tgtEl>
                                        <p:attrNameLst>
                                          <p:attrName>style.visibility</p:attrName>
                                        </p:attrNameLst>
                                      </p:cBhvr>
                                      <p:to>
                                        <p:strVal val="visible"/>
                                      </p:to>
                                    </p:set>
                                    <p:animEffect transition="in" filter="fade">
                                      <p:cBhvr>
                                        <p:cTn id="82" dur="550"/>
                                        <p:tgtEl>
                                          <p:spTgt spid="22"/>
                                        </p:tgtEl>
                                      </p:cBhvr>
                                    </p:animEffect>
                                  </p:childTnLst>
                                </p:cTn>
                              </p:par>
                            </p:childTnLst>
                          </p:cTn>
                        </p:par>
                        <p:par>
                          <p:cTn id="83" fill="hold">
                            <p:stCondLst>
                              <p:cond delay="0"/>
                            </p:stCondLst>
                            <p:childTnLst>
                              <p:par>
                                <p:cTn id="84" presetID="10" presetClass="entr" presetSubtype="0" fill="hold" grpId="0" nodeType="afterEffect">
                                  <p:stCondLst>
                                    <p:cond delay="0"/>
                                  </p:stCondLst>
                                  <p:childTnLst>
                                    <p:set>
                                      <p:cBhvr>
                                        <p:cTn id="85" dur="1" fill="hold">
                                          <p:stCondLst>
                                            <p:cond delay="0"/>
                                          </p:stCondLst>
                                        </p:cTn>
                                        <p:tgtEl>
                                          <p:spTgt spid="23"/>
                                        </p:tgtEl>
                                        <p:attrNameLst>
                                          <p:attrName>style.visibility</p:attrName>
                                        </p:attrNameLst>
                                      </p:cBhvr>
                                      <p:to>
                                        <p:strVal val="visible"/>
                                      </p:to>
                                    </p:set>
                                    <p:animEffect transition="in" filter="fade">
                                      <p:cBhvr>
                                        <p:cTn id="86" dur="550"/>
                                        <p:tgtEl>
                                          <p:spTgt spid="23"/>
                                        </p:tgtEl>
                                      </p:cBhvr>
                                    </p:animEffect>
                                  </p:childTnLst>
                                </p:cTn>
                              </p:par>
                            </p:childTnLst>
                          </p:cTn>
                        </p:par>
                        <p:par>
                          <p:cTn id="87" fill="hold">
                            <p:stCondLst>
                              <p:cond delay="0"/>
                            </p:stCondLst>
                            <p:childTnLst>
                              <p:par>
                                <p:cTn id="88" presetID="10" presetClass="entr" presetSubtype="0" fill="hold" grpId="0" nodeType="afterEffect">
                                  <p:stCondLst>
                                    <p:cond delay="0"/>
                                  </p:stCondLst>
                                  <p:childTnLst>
                                    <p:set>
                                      <p:cBhvr>
                                        <p:cTn id="89" dur="1" fill="hold">
                                          <p:stCondLst>
                                            <p:cond delay="0"/>
                                          </p:stCondLst>
                                        </p:cTn>
                                        <p:tgtEl>
                                          <p:spTgt spid="24"/>
                                        </p:tgtEl>
                                        <p:attrNameLst>
                                          <p:attrName>style.visibility</p:attrName>
                                        </p:attrNameLst>
                                      </p:cBhvr>
                                      <p:to>
                                        <p:strVal val="visible"/>
                                      </p:to>
                                    </p:set>
                                    <p:animEffect transition="in" filter="fade">
                                      <p:cBhvr>
                                        <p:cTn id="90" dur="550"/>
                                        <p:tgtEl>
                                          <p:spTgt spid="24"/>
                                        </p:tgtEl>
                                      </p:cBhvr>
                                    </p:animEffect>
                                  </p:childTnLst>
                                </p:cTn>
                              </p:par>
                            </p:childTnLst>
                          </p:cTn>
                        </p:par>
                        <p:par>
                          <p:cTn id="91" fill="hold">
                            <p:stCondLst>
                              <p:cond delay="0"/>
                            </p:stCondLst>
                            <p:childTnLst>
                              <p:par>
                                <p:cTn id="92" presetID="10" presetClass="entr" presetSubtype="0" fill="hold" grpId="0" nodeType="afterEffect">
                                  <p:stCondLst>
                                    <p:cond delay="0"/>
                                  </p:stCondLst>
                                  <p:childTnLst>
                                    <p:set>
                                      <p:cBhvr>
                                        <p:cTn id="93" dur="1" fill="hold">
                                          <p:stCondLst>
                                            <p:cond delay="0"/>
                                          </p:stCondLst>
                                        </p:cTn>
                                        <p:tgtEl>
                                          <p:spTgt spid="25"/>
                                        </p:tgtEl>
                                        <p:attrNameLst>
                                          <p:attrName>style.visibility</p:attrName>
                                        </p:attrNameLst>
                                      </p:cBhvr>
                                      <p:to>
                                        <p:strVal val="visible"/>
                                      </p:to>
                                    </p:set>
                                    <p:animEffect transition="in" filter="fade">
                                      <p:cBhvr>
                                        <p:cTn id="94" dur="550"/>
                                        <p:tgtEl>
                                          <p:spTgt spid="25"/>
                                        </p:tgtEl>
                                      </p:cBhvr>
                                    </p:animEffect>
                                  </p:childTnLst>
                                </p:cTn>
                              </p:par>
                            </p:childTnLst>
                          </p:cTn>
                        </p:par>
                        <p:par>
                          <p:cTn id="95" fill="hold">
                            <p:stCondLst>
                              <p:cond delay="0"/>
                            </p:stCondLst>
                            <p:childTnLst>
                              <p:par>
                                <p:cTn id="96" presetID="10" presetClass="entr" presetSubtype="0" fill="hold" grpId="0" nodeType="afterEffect">
                                  <p:stCondLst>
                                    <p:cond delay="0"/>
                                  </p:stCondLst>
                                  <p:childTnLst>
                                    <p:set>
                                      <p:cBhvr>
                                        <p:cTn id="97" dur="1" fill="hold">
                                          <p:stCondLst>
                                            <p:cond delay="0"/>
                                          </p:stCondLst>
                                        </p:cTn>
                                        <p:tgtEl>
                                          <p:spTgt spid="26"/>
                                        </p:tgtEl>
                                        <p:attrNameLst>
                                          <p:attrName>style.visibility</p:attrName>
                                        </p:attrNameLst>
                                      </p:cBhvr>
                                      <p:to>
                                        <p:strVal val="visible"/>
                                      </p:to>
                                    </p:set>
                                    <p:animEffect transition="in" filter="fade">
                                      <p:cBhvr>
                                        <p:cTn id="98" dur="550"/>
                                        <p:tgtEl>
                                          <p:spTgt spid="26"/>
                                        </p:tgtEl>
                                      </p:cBhvr>
                                    </p:animEffect>
                                  </p:childTnLst>
                                </p:cTn>
                              </p:par>
                            </p:childTnLst>
                          </p:cTn>
                        </p:par>
                        <p:par>
                          <p:cTn id="99" fill="hold">
                            <p:stCondLst>
                              <p:cond delay="0"/>
                            </p:stCondLst>
                            <p:childTnLst>
                              <p:par>
                                <p:cTn id="100" presetID="10" presetClass="entr" presetSubtype="0" fill="hold" grpId="0" nodeType="afterEffect">
                                  <p:stCondLst>
                                    <p:cond delay="0"/>
                                  </p:stCondLst>
                                  <p:childTnLst>
                                    <p:set>
                                      <p:cBhvr>
                                        <p:cTn id="101" dur="1" fill="hold">
                                          <p:stCondLst>
                                            <p:cond delay="0"/>
                                          </p:stCondLst>
                                        </p:cTn>
                                        <p:tgtEl>
                                          <p:spTgt spid="27"/>
                                        </p:tgtEl>
                                        <p:attrNameLst>
                                          <p:attrName>style.visibility</p:attrName>
                                        </p:attrNameLst>
                                      </p:cBhvr>
                                      <p:to>
                                        <p:strVal val="visible"/>
                                      </p:to>
                                    </p:set>
                                    <p:animEffect transition="in" filter="fade">
                                      <p:cBhvr>
                                        <p:cTn id="102" dur="550"/>
                                        <p:tgtEl>
                                          <p:spTgt spid="27"/>
                                        </p:tgtEl>
                                      </p:cBhvr>
                                    </p:animEffect>
                                  </p:childTnLst>
                                </p:cTn>
                              </p:par>
                            </p:childTnLst>
                          </p:cTn>
                        </p:par>
                        <p:par>
                          <p:cTn id="103" fill="hold">
                            <p:stCondLst>
                              <p:cond delay="0"/>
                            </p:stCondLst>
                            <p:childTnLst>
                              <p:par>
                                <p:cTn id="104" presetID="10" presetClass="entr" presetSubtype="0" fill="hold" grpId="0" nodeType="afterEffect">
                                  <p:stCondLst>
                                    <p:cond delay="0"/>
                                  </p:stCondLst>
                                  <p:childTnLst>
                                    <p:set>
                                      <p:cBhvr>
                                        <p:cTn id="105" dur="1" fill="hold">
                                          <p:stCondLst>
                                            <p:cond delay="0"/>
                                          </p:stCondLst>
                                        </p:cTn>
                                        <p:tgtEl>
                                          <p:spTgt spid="28"/>
                                        </p:tgtEl>
                                        <p:attrNameLst>
                                          <p:attrName>style.visibility</p:attrName>
                                        </p:attrNameLst>
                                      </p:cBhvr>
                                      <p:to>
                                        <p:strVal val="visible"/>
                                      </p:to>
                                    </p:set>
                                    <p:animEffect transition="in" filter="fade">
                                      <p:cBhvr>
                                        <p:cTn id="106" dur="550"/>
                                        <p:tgtEl>
                                          <p:spTgt spid="28"/>
                                        </p:tgtEl>
                                      </p:cBhvr>
                                    </p:animEffect>
                                  </p:childTnLst>
                                </p:cTn>
                              </p:par>
                            </p:childTnLst>
                          </p:cTn>
                        </p:par>
                        <p:par>
                          <p:cTn id="107" fill="hold">
                            <p:stCondLst>
                              <p:cond delay="0"/>
                            </p:stCondLst>
                            <p:childTnLst>
                              <p:par>
                                <p:cTn id="108" presetID="10" presetClass="entr" presetSubtype="0" fill="hold" grpId="0" nodeType="afterEffect">
                                  <p:stCondLst>
                                    <p:cond delay="0"/>
                                  </p:stCondLst>
                                  <p:childTnLst>
                                    <p:set>
                                      <p:cBhvr>
                                        <p:cTn id="109" dur="1" fill="hold">
                                          <p:stCondLst>
                                            <p:cond delay="0"/>
                                          </p:stCondLst>
                                        </p:cTn>
                                        <p:tgtEl>
                                          <p:spTgt spid="29"/>
                                        </p:tgtEl>
                                        <p:attrNameLst>
                                          <p:attrName>style.visibility</p:attrName>
                                        </p:attrNameLst>
                                      </p:cBhvr>
                                      <p:to>
                                        <p:strVal val="visible"/>
                                      </p:to>
                                    </p:set>
                                    <p:animEffect transition="in" filter="fade">
                                      <p:cBhvr>
                                        <p:cTn id="110" dur="550"/>
                                        <p:tgtEl>
                                          <p:spTgt spid="29"/>
                                        </p:tgtEl>
                                      </p:cBhvr>
                                    </p:animEffect>
                                  </p:childTnLst>
                                </p:cTn>
                              </p:par>
                            </p:childTnLst>
                          </p:cTn>
                        </p:par>
                        <p:par>
                          <p:cTn id="111" fill="hold">
                            <p:stCondLst>
                              <p:cond delay="0"/>
                            </p:stCondLst>
                            <p:childTnLst>
                              <p:par>
                                <p:cTn id="112" presetID="10" presetClass="entr" presetSubtype="0" fill="hold" grpId="0" nodeType="afterEffect">
                                  <p:stCondLst>
                                    <p:cond delay="0"/>
                                  </p:stCondLst>
                                  <p:childTnLst>
                                    <p:set>
                                      <p:cBhvr>
                                        <p:cTn id="113" dur="1" fill="hold">
                                          <p:stCondLst>
                                            <p:cond delay="0"/>
                                          </p:stCondLst>
                                        </p:cTn>
                                        <p:tgtEl>
                                          <p:spTgt spid="30"/>
                                        </p:tgtEl>
                                        <p:attrNameLst>
                                          <p:attrName>style.visibility</p:attrName>
                                        </p:attrNameLst>
                                      </p:cBhvr>
                                      <p:to>
                                        <p:strVal val="visible"/>
                                      </p:to>
                                    </p:set>
                                    <p:animEffect transition="in" filter="fade">
                                      <p:cBhvr>
                                        <p:cTn id="114" dur="550"/>
                                        <p:tgtEl>
                                          <p:spTgt spid="30"/>
                                        </p:tgtEl>
                                      </p:cBhvr>
                                    </p:animEffect>
                                  </p:childTnLst>
                                </p:cTn>
                              </p:par>
                            </p:childTnLst>
                          </p:cTn>
                        </p:par>
                        <p:par>
                          <p:cTn id="115" fill="hold">
                            <p:stCondLst>
                              <p:cond delay="0"/>
                            </p:stCondLst>
                            <p:childTnLst>
                              <p:par>
                                <p:cTn id="116" presetID="10" presetClass="entr" presetSubtype="0" fill="hold" grpId="0" nodeType="afterEffect">
                                  <p:stCondLst>
                                    <p:cond delay="0"/>
                                  </p:stCondLst>
                                  <p:childTnLst>
                                    <p:set>
                                      <p:cBhvr>
                                        <p:cTn id="117" dur="1" fill="hold">
                                          <p:stCondLst>
                                            <p:cond delay="0"/>
                                          </p:stCondLst>
                                        </p:cTn>
                                        <p:tgtEl>
                                          <p:spTgt spid="31"/>
                                        </p:tgtEl>
                                        <p:attrNameLst>
                                          <p:attrName>style.visibility</p:attrName>
                                        </p:attrNameLst>
                                      </p:cBhvr>
                                      <p:to>
                                        <p:strVal val="visible"/>
                                      </p:to>
                                    </p:set>
                                    <p:animEffect transition="in" filter="fade">
                                      <p:cBhvr>
                                        <p:cTn id="118" dur="550"/>
                                        <p:tgtEl>
                                          <p:spTgt spid="31"/>
                                        </p:tgtEl>
                                      </p:cBhvr>
                                    </p:animEffect>
                                  </p:childTnLst>
                                </p:cTn>
                              </p:par>
                            </p:childTnLst>
                          </p:cTn>
                        </p:par>
                        <p:par>
                          <p:cTn id="119" fill="hold">
                            <p:stCondLst>
                              <p:cond delay="0"/>
                            </p:stCondLst>
                            <p:childTnLst>
                              <p:par>
                                <p:cTn id="120" presetID="10" presetClass="entr" presetSubtype="0" fill="hold" grpId="0" nodeType="afterEffect">
                                  <p:stCondLst>
                                    <p:cond delay="0"/>
                                  </p:stCondLst>
                                  <p:childTnLst>
                                    <p:set>
                                      <p:cBhvr>
                                        <p:cTn id="121" dur="1" fill="hold">
                                          <p:stCondLst>
                                            <p:cond delay="0"/>
                                          </p:stCondLst>
                                        </p:cTn>
                                        <p:tgtEl>
                                          <p:spTgt spid="32"/>
                                        </p:tgtEl>
                                        <p:attrNameLst>
                                          <p:attrName>style.visibility</p:attrName>
                                        </p:attrNameLst>
                                      </p:cBhvr>
                                      <p:to>
                                        <p:strVal val="visible"/>
                                      </p:to>
                                    </p:set>
                                    <p:animEffect transition="in" filter="fade">
                                      <p:cBhvr>
                                        <p:cTn id="122" dur="550"/>
                                        <p:tgtEl>
                                          <p:spTgt spid="32"/>
                                        </p:tgtEl>
                                      </p:cBhvr>
                                    </p:animEffect>
                                  </p:childTnLst>
                                </p:cTn>
                              </p:par>
                            </p:childTnLst>
                          </p:cTn>
                        </p:par>
                        <p:par>
                          <p:cTn id="123" fill="hold">
                            <p:stCondLst>
                              <p:cond delay="0"/>
                            </p:stCondLst>
                            <p:childTnLst>
                              <p:par>
                                <p:cTn id="124" presetID="10" presetClass="entr" presetSubtype="0" fill="hold" grpId="0" nodeType="afterEffect">
                                  <p:stCondLst>
                                    <p:cond delay="0"/>
                                  </p:stCondLst>
                                  <p:childTnLst>
                                    <p:set>
                                      <p:cBhvr>
                                        <p:cTn id="125" dur="1" fill="hold">
                                          <p:stCondLst>
                                            <p:cond delay="0"/>
                                          </p:stCondLst>
                                        </p:cTn>
                                        <p:tgtEl>
                                          <p:spTgt spid="33"/>
                                        </p:tgtEl>
                                        <p:attrNameLst>
                                          <p:attrName>style.visibility</p:attrName>
                                        </p:attrNameLst>
                                      </p:cBhvr>
                                      <p:to>
                                        <p:strVal val="visible"/>
                                      </p:to>
                                    </p:set>
                                    <p:animEffect transition="in" filter="fade">
                                      <p:cBhvr>
                                        <p:cTn id="126" dur="550"/>
                                        <p:tgtEl>
                                          <p:spTgt spid="33"/>
                                        </p:tgtEl>
                                      </p:cBhvr>
                                    </p:animEffect>
                                  </p:childTnLst>
                                </p:cTn>
                              </p:par>
                            </p:childTnLst>
                          </p:cTn>
                        </p:par>
                        <p:par>
                          <p:cTn id="127" fill="hold">
                            <p:stCondLst>
                              <p:cond delay="0"/>
                            </p:stCondLst>
                            <p:childTnLst>
                              <p:par>
                                <p:cTn id="128" presetID="10" presetClass="entr" presetSubtype="0" fill="hold" grpId="0" nodeType="afterEffect">
                                  <p:stCondLst>
                                    <p:cond delay="0"/>
                                  </p:stCondLst>
                                  <p:childTnLst>
                                    <p:set>
                                      <p:cBhvr>
                                        <p:cTn id="129" dur="1" fill="hold">
                                          <p:stCondLst>
                                            <p:cond delay="0"/>
                                          </p:stCondLst>
                                        </p:cTn>
                                        <p:tgtEl>
                                          <p:spTgt spid="34"/>
                                        </p:tgtEl>
                                        <p:attrNameLst>
                                          <p:attrName>style.visibility</p:attrName>
                                        </p:attrNameLst>
                                      </p:cBhvr>
                                      <p:to>
                                        <p:strVal val="visible"/>
                                      </p:to>
                                    </p:set>
                                    <p:animEffect transition="in" filter="fade">
                                      <p:cBhvr>
                                        <p:cTn id="130" dur="550"/>
                                        <p:tgtEl>
                                          <p:spTgt spid="34"/>
                                        </p:tgtEl>
                                      </p:cBhvr>
                                    </p:animEffect>
                                  </p:childTnLst>
                                </p:cTn>
                              </p:par>
                            </p:childTnLst>
                          </p:cTn>
                        </p:par>
                        <p:par>
                          <p:cTn id="131" fill="hold">
                            <p:stCondLst>
                              <p:cond delay="0"/>
                            </p:stCondLst>
                            <p:childTnLst>
                              <p:par>
                                <p:cTn id="132" presetID="10" presetClass="entr" presetSubtype="0" fill="hold" grpId="0" nodeType="afterEffect">
                                  <p:stCondLst>
                                    <p:cond delay="0"/>
                                  </p:stCondLst>
                                  <p:childTnLst>
                                    <p:set>
                                      <p:cBhvr>
                                        <p:cTn id="133" dur="1" fill="hold">
                                          <p:stCondLst>
                                            <p:cond delay="0"/>
                                          </p:stCondLst>
                                        </p:cTn>
                                        <p:tgtEl>
                                          <p:spTgt spid="35"/>
                                        </p:tgtEl>
                                        <p:attrNameLst>
                                          <p:attrName>style.visibility</p:attrName>
                                        </p:attrNameLst>
                                      </p:cBhvr>
                                      <p:to>
                                        <p:strVal val="visible"/>
                                      </p:to>
                                    </p:set>
                                    <p:animEffect transition="in" filter="fade">
                                      <p:cBhvr>
                                        <p:cTn id="134" dur="550"/>
                                        <p:tgtEl>
                                          <p:spTgt spid="35"/>
                                        </p:tgtEl>
                                      </p:cBhvr>
                                    </p:animEffect>
                                  </p:childTnLst>
                                </p:cTn>
                              </p:par>
                            </p:childTnLst>
                          </p:cTn>
                        </p:par>
                        <p:par>
                          <p:cTn id="135" fill="hold">
                            <p:stCondLst>
                              <p:cond delay="0"/>
                            </p:stCondLst>
                            <p:childTnLst>
                              <p:par>
                                <p:cTn id="136" presetID="10" presetClass="entr" presetSubtype="0" fill="hold" grpId="0" nodeType="afterEffect">
                                  <p:stCondLst>
                                    <p:cond delay="0"/>
                                  </p:stCondLst>
                                  <p:childTnLst>
                                    <p:set>
                                      <p:cBhvr>
                                        <p:cTn id="137" dur="1" fill="hold">
                                          <p:stCondLst>
                                            <p:cond delay="0"/>
                                          </p:stCondLst>
                                        </p:cTn>
                                        <p:tgtEl>
                                          <p:spTgt spid="36"/>
                                        </p:tgtEl>
                                        <p:attrNameLst>
                                          <p:attrName>style.visibility</p:attrName>
                                        </p:attrNameLst>
                                      </p:cBhvr>
                                      <p:to>
                                        <p:strVal val="visible"/>
                                      </p:to>
                                    </p:set>
                                    <p:animEffect transition="in" filter="fade">
                                      <p:cBhvr>
                                        <p:cTn id="138" dur="550"/>
                                        <p:tgtEl>
                                          <p:spTgt spid="36"/>
                                        </p:tgtEl>
                                      </p:cBhvr>
                                    </p:animEffect>
                                  </p:childTnLst>
                                </p:cTn>
                              </p:par>
                            </p:childTnLst>
                          </p:cTn>
                        </p:par>
                        <p:par>
                          <p:cTn id="139" fill="hold">
                            <p:stCondLst>
                              <p:cond delay="0"/>
                            </p:stCondLst>
                            <p:childTnLst>
                              <p:par>
                                <p:cTn id="140" presetID="10" presetClass="entr" presetSubtype="0" fill="hold" grpId="0" nodeType="afterEffect">
                                  <p:stCondLst>
                                    <p:cond delay="0"/>
                                  </p:stCondLst>
                                  <p:childTnLst>
                                    <p:set>
                                      <p:cBhvr>
                                        <p:cTn id="141" dur="1" fill="hold">
                                          <p:stCondLst>
                                            <p:cond delay="0"/>
                                          </p:stCondLst>
                                        </p:cTn>
                                        <p:tgtEl>
                                          <p:spTgt spid="37"/>
                                        </p:tgtEl>
                                        <p:attrNameLst>
                                          <p:attrName>style.visibility</p:attrName>
                                        </p:attrNameLst>
                                      </p:cBhvr>
                                      <p:to>
                                        <p:strVal val="visible"/>
                                      </p:to>
                                    </p:set>
                                    <p:animEffect transition="in" filter="fade">
                                      <p:cBhvr>
                                        <p:cTn id="142" dur="550"/>
                                        <p:tgtEl>
                                          <p:spTgt spid="37"/>
                                        </p:tgtEl>
                                      </p:cBhvr>
                                    </p:animEffect>
                                  </p:childTnLst>
                                </p:cTn>
                              </p:par>
                            </p:childTnLst>
                          </p:cTn>
                        </p:par>
                        <p:par>
                          <p:cTn id="143" fill="hold">
                            <p:stCondLst>
                              <p:cond delay="150"/>
                            </p:stCondLst>
                            <p:childTnLst>
                              <p:par>
                                <p:cTn id="144" presetID="53" presetClass="entr" presetSubtype="16" fill="hold" grpId="0" nodeType="afterEffect">
                                  <p:stCondLst>
                                    <p:cond delay="0"/>
                                  </p:stCondLst>
                                  <p:childTnLst>
                                    <p:set>
                                      <p:cBhvr>
                                        <p:cTn id="145" dur="1" fill="hold">
                                          <p:stCondLst>
                                            <p:cond delay="0"/>
                                          </p:stCondLst>
                                        </p:cTn>
                                        <p:tgtEl>
                                          <p:spTgt spid="38"/>
                                        </p:tgtEl>
                                        <p:attrNameLst>
                                          <p:attrName>style.visibility</p:attrName>
                                        </p:attrNameLst>
                                      </p:cBhvr>
                                      <p:to>
                                        <p:strVal val="visible"/>
                                      </p:to>
                                    </p:set>
                                    <p:animEffect transition="in" filter="fade">
                                      <p:cBhvr>
                                        <p:cTn id="146" dur="550"/>
                                        <p:tgtEl>
                                          <p:spTgt spid="38"/>
                                        </p:tgtEl>
                                      </p:cBhvr>
                                    </p:animEffect>
                                    <p:anim calcmode="lin" valueType="num">
                                      <p:cBhvr additive="base">
                                        <p:cTn id="147" dur="550" fill="hold"/>
                                        <p:tgtEl>
                                          <p:spTgt spid="38"/>
                                        </p:tgtEl>
                                        <p:attrNameLst>
                                          <p:attrName>ppt_w</p:attrName>
                                        </p:attrNameLst>
                                      </p:cBhvr>
                                      <p:tavLst>
                                        <p:tav tm="0">
                                          <p:val>
                                            <p:strVal val="0"/>
                                          </p:val>
                                        </p:tav>
                                        <p:tav tm="100000">
                                          <p:val>
                                            <p:strVal val="#ppt_w"/>
                                          </p:val>
                                        </p:tav>
                                      </p:tavLst>
                                    </p:anim>
                                    <p:anim calcmode="lin" valueType="num">
                                      <p:cBhvr additive="base">
                                        <p:cTn id="148" dur="550" fill="hold"/>
                                        <p:tgtEl>
                                          <p:spTgt spid="38"/>
                                        </p:tgtEl>
                                        <p:attrNameLst>
                                          <p:attrName>ppt_h</p:attrName>
                                        </p:attrNameLst>
                                      </p:cBhvr>
                                      <p:tavLst>
                                        <p:tav tm="0">
                                          <p:val>
                                            <p:strVal val="0"/>
                                          </p:val>
                                        </p:tav>
                                        <p:tav tm="100000">
                                          <p:val>
                                            <p:strVal val="#ppt_h"/>
                                          </p:val>
                                        </p:tav>
                                      </p:tavLst>
                                    </p:anim>
                                  </p:childTnLst>
                                </p:cTn>
                              </p:par>
                            </p:childTnLst>
                          </p:cTn>
                        </p:par>
                        <p:par>
                          <p:cTn id="149" fill="hold">
                            <p:stCondLst>
                              <p:cond delay="150"/>
                            </p:stCondLst>
                            <p:childTnLst>
                              <p:par>
                                <p:cTn id="150" presetID="53" presetClass="entr" presetSubtype="16" fill="hold" grpId="0" nodeType="afterEffect">
                                  <p:stCondLst>
                                    <p:cond delay="0"/>
                                  </p:stCondLst>
                                  <p:childTnLst>
                                    <p:set>
                                      <p:cBhvr>
                                        <p:cTn id="151" dur="1" fill="hold">
                                          <p:stCondLst>
                                            <p:cond delay="0"/>
                                          </p:stCondLst>
                                        </p:cTn>
                                        <p:tgtEl>
                                          <p:spTgt spid="39"/>
                                        </p:tgtEl>
                                        <p:attrNameLst>
                                          <p:attrName>style.visibility</p:attrName>
                                        </p:attrNameLst>
                                      </p:cBhvr>
                                      <p:to>
                                        <p:strVal val="visible"/>
                                      </p:to>
                                    </p:set>
                                    <p:animEffect transition="in" filter="fade">
                                      <p:cBhvr>
                                        <p:cTn id="152" dur="550"/>
                                        <p:tgtEl>
                                          <p:spTgt spid="39"/>
                                        </p:tgtEl>
                                      </p:cBhvr>
                                    </p:animEffect>
                                    <p:anim calcmode="lin" valueType="num">
                                      <p:cBhvr additive="base">
                                        <p:cTn id="153" dur="550" fill="hold"/>
                                        <p:tgtEl>
                                          <p:spTgt spid="39"/>
                                        </p:tgtEl>
                                        <p:attrNameLst>
                                          <p:attrName>ppt_w</p:attrName>
                                        </p:attrNameLst>
                                      </p:cBhvr>
                                      <p:tavLst>
                                        <p:tav tm="0">
                                          <p:val>
                                            <p:strVal val="0"/>
                                          </p:val>
                                        </p:tav>
                                        <p:tav tm="100000">
                                          <p:val>
                                            <p:strVal val="#ppt_w"/>
                                          </p:val>
                                        </p:tav>
                                      </p:tavLst>
                                    </p:anim>
                                    <p:anim calcmode="lin" valueType="num">
                                      <p:cBhvr additive="base">
                                        <p:cTn id="154" dur="550" fill="hold"/>
                                        <p:tgtEl>
                                          <p:spTgt spid="39"/>
                                        </p:tgtEl>
                                        <p:attrNameLst>
                                          <p:attrName>ppt_h</p:attrName>
                                        </p:attrNameLst>
                                      </p:cBhvr>
                                      <p:tavLst>
                                        <p:tav tm="0">
                                          <p:val>
                                            <p:strVal val="0"/>
                                          </p:val>
                                        </p:tav>
                                        <p:tav tm="100000">
                                          <p:val>
                                            <p:strVal val="#ppt_h"/>
                                          </p:val>
                                        </p:tav>
                                      </p:tavLst>
                                    </p:anim>
                                  </p:childTnLst>
                                </p:cTn>
                              </p:par>
                            </p:childTnLst>
                          </p:cTn>
                        </p:par>
                        <p:par>
                          <p:cTn id="155" fill="hold">
                            <p:stCondLst>
                              <p:cond delay="150"/>
                            </p:stCondLst>
                            <p:childTnLst>
                              <p:par>
                                <p:cTn id="156" presetID="10" presetClass="entr" presetSubtype="0" fill="hold" grpId="0" nodeType="afterEffect">
                                  <p:stCondLst>
                                    <p:cond delay="0"/>
                                  </p:stCondLst>
                                  <p:childTnLst>
                                    <p:set>
                                      <p:cBhvr>
                                        <p:cTn id="157" dur="1" fill="hold">
                                          <p:stCondLst>
                                            <p:cond delay="0"/>
                                          </p:stCondLst>
                                        </p:cTn>
                                        <p:tgtEl>
                                          <p:spTgt spid="40"/>
                                        </p:tgtEl>
                                        <p:attrNameLst>
                                          <p:attrName>style.visibility</p:attrName>
                                        </p:attrNameLst>
                                      </p:cBhvr>
                                      <p:to>
                                        <p:strVal val="visible"/>
                                      </p:to>
                                    </p:set>
                                    <p:animEffect transition="in" filter="fade">
                                      <p:cBhvr>
                                        <p:cTn id="158" dur="550"/>
                                        <p:tgtEl>
                                          <p:spTgt spid="40"/>
                                        </p:tgtEl>
                                      </p:cBhvr>
                                    </p:animEffect>
                                  </p:childTnLst>
                                </p:cTn>
                              </p:par>
                            </p:childTnLst>
                          </p:cTn>
                        </p:par>
                        <p:par>
                          <p:cTn id="159" fill="hold">
                            <p:stCondLst>
                              <p:cond delay="350"/>
                            </p:stCondLst>
                            <p:childTnLst>
                              <p:par>
                                <p:cTn id="160" presetID="53" presetClass="entr" presetSubtype="16" fill="hold" grpId="0" nodeType="afterEffect">
                                  <p:stCondLst>
                                    <p:cond delay="0"/>
                                  </p:stCondLst>
                                  <p:childTnLst>
                                    <p:set>
                                      <p:cBhvr>
                                        <p:cTn id="161" dur="1" fill="hold">
                                          <p:stCondLst>
                                            <p:cond delay="0"/>
                                          </p:stCondLst>
                                        </p:cTn>
                                        <p:tgtEl>
                                          <p:spTgt spid="41"/>
                                        </p:tgtEl>
                                        <p:attrNameLst>
                                          <p:attrName>style.visibility</p:attrName>
                                        </p:attrNameLst>
                                      </p:cBhvr>
                                      <p:to>
                                        <p:strVal val="visible"/>
                                      </p:to>
                                    </p:set>
                                    <p:animEffect transition="in" filter="fade">
                                      <p:cBhvr>
                                        <p:cTn id="162" dur="550"/>
                                        <p:tgtEl>
                                          <p:spTgt spid="41"/>
                                        </p:tgtEl>
                                      </p:cBhvr>
                                    </p:animEffect>
                                    <p:anim calcmode="lin" valueType="num">
                                      <p:cBhvr additive="base">
                                        <p:cTn id="163" dur="550" fill="hold"/>
                                        <p:tgtEl>
                                          <p:spTgt spid="41"/>
                                        </p:tgtEl>
                                        <p:attrNameLst>
                                          <p:attrName>ppt_w</p:attrName>
                                        </p:attrNameLst>
                                      </p:cBhvr>
                                      <p:tavLst>
                                        <p:tav tm="0">
                                          <p:val>
                                            <p:strVal val="0"/>
                                          </p:val>
                                        </p:tav>
                                        <p:tav tm="100000">
                                          <p:val>
                                            <p:strVal val="#ppt_w"/>
                                          </p:val>
                                        </p:tav>
                                      </p:tavLst>
                                    </p:anim>
                                    <p:anim calcmode="lin" valueType="num">
                                      <p:cBhvr additive="base">
                                        <p:cTn id="164" dur="550" fill="hold"/>
                                        <p:tgtEl>
                                          <p:spTgt spid="41"/>
                                        </p:tgtEl>
                                        <p:attrNameLst>
                                          <p:attrName>ppt_h</p:attrName>
                                        </p:attrNameLst>
                                      </p:cBhvr>
                                      <p:tavLst>
                                        <p:tav tm="0">
                                          <p:val>
                                            <p:strVal val="0"/>
                                          </p:val>
                                        </p:tav>
                                        <p:tav tm="100000">
                                          <p:val>
                                            <p:strVal val="#ppt_h"/>
                                          </p:val>
                                        </p:tav>
                                      </p:tavLst>
                                    </p:anim>
                                  </p:childTnLst>
                                </p:cTn>
                              </p:par>
                            </p:childTnLst>
                          </p:cTn>
                        </p:par>
                        <p:par>
                          <p:cTn id="165" fill="hold">
                            <p:stCondLst>
                              <p:cond delay="450"/>
                            </p:stCondLst>
                            <p:childTnLst>
                              <p:par>
                                <p:cTn id="166" presetID="10" presetClass="entr" presetSubtype="0" fill="hold" grpId="0" nodeType="afterEffect">
                                  <p:stCondLst>
                                    <p:cond delay="0"/>
                                  </p:stCondLst>
                                  <p:childTnLst>
                                    <p:set>
                                      <p:cBhvr>
                                        <p:cTn id="167" dur="1" fill="hold">
                                          <p:stCondLst>
                                            <p:cond delay="0"/>
                                          </p:stCondLst>
                                        </p:cTn>
                                        <p:tgtEl>
                                          <p:spTgt spid="42"/>
                                        </p:tgtEl>
                                        <p:attrNameLst>
                                          <p:attrName>style.visibility</p:attrName>
                                        </p:attrNameLst>
                                      </p:cBhvr>
                                      <p:to>
                                        <p:strVal val="visible"/>
                                      </p:to>
                                    </p:set>
                                    <p:animEffect transition="in" filter="fade">
                                      <p:cBhvr>
                                        <p:cTn id="168" dur="550"/>
                                        <p:tgtEl>
                                          <p:spTgt spid="42"/>
                                        </p:tgtEl>
                                      </p:cBhvr>
                                    </p:animEffect>
                                  </p:childTnLst>
                                </p:cTn>
                              </p:par>
                            </p:childTnLst>
                          </p:cTn>
                        </p:par>
                        <p:par>
                          <p:cTn id="169" fill="hold">
                            <p:stCondLst>
                              <p:cond delay="550"/>
                            </p:stCondLst>
                            <p:childTnLst>
                              <p:par>
                                <p:cTn id="170" presetID="2" presetClass="entr" presetSubtype="8" fill="hold" grpId="0" nodeType="afterEffect">
                                  <p:stCondLst>
                                    <p:cond delay="0"/>
                                  </p:stCondLst>
                                  <p:childTnLst>
                                    <p:set>
                                      <p:cBhvr>
                                        <p:cTn id="171" dur="1" fill="hold">
                                          <p:stCondLst>
                                            <p:cond delay="0"/>
                                          </p:stCondLst>
                                        </p:cTn>
                                        <p:tgtEl>
                                          <p:spTgt spid="43"/>
                                        </p:tgtEl>
                                        <p:attrNameLst>
                                          <p:attrName>style.visibility</p:attrName>
                                        </p:attrNameLst>
                                      </p:cBhvr>
                                      <p:to>
                                        <p:strVal val="visible"/>
                                      </p:to>
                                    </p:set>
                                    <p:anim calcmode="lin" valueType="num">
                                      <p:cBhvr additive="base">
                                        <p:cTn id="173" dur="550" fill="hold"/>
                                        <p:tgtEl>
                                          <p:spTgt spid="43"/>
                                        </p:tgtEl>
                                        <p:attrNameLst>
                                          <p:attrName>ppt_x</p:attrName>
                                        </p:attrNameLst>
                                      </p:cBhvr>
                                      <p:tavLst>
                                        <p:tav tm="0">
                                          <p:val>
                                            <p:strVal val="0-#ppt_w/2"/>
                                          </p:val>
                                        </p:tav>
                                        <p:tav tm="100000">
                                          <p:val>
                                            <p:strVal val="#ppt_x"/>
                                          </p:val>
                                        </p:tav>
                                      </p:tavLst>
                                    </p:anim>
                                    <p:anim calcmode="lin" valueType="num">
                                      <p:cBhvr additive="base">
                                        <p:cTn id="174" dur="550" fill="hold"/>
                                        <p:tgtEl>
                                          <p:spTgt spid="43"/>
                                        </p:tgtEl>
                                        <p:attrNameLst>
                                          <p:attrName>ppt_y</p:attrName>
                                        </p:attrNameLst>
                                      </p:cBhvr>
                                      <p:tavLst>
                                        <p:tav tm="0">
                                          <p:val>
                                            <p:strVal val="#ppt_y"/>
                                          </p:val>
                                        </p:tav>
                                        <p:tav tm="100000">
                                          <p:val>
                                            <p:strVal val="#ppt_y"/>
                                          </p:val>
                                        </p:tav>
                                      </p:tavLst>
                                    </p:anim>
                                  </p:childTnLst>
                                </p:cTn>
                              </p:par>
                            </p:childTnLst>
                          </p:cTn>
                        </p:par>
                        <p:par>
                          <p:cTn id="175" fill="hold">
                            <p:stCondLst>
                              <p:cond delay="650"/>
                            </p:stCondLst>
                            <p:childTnLst>
                              <p:par>
                                <p:cTn id="176" presetID="22" presetClass="entr" presetSubtype="8" fill="hold" grpId="0" nodeType="afterEffect">
                                  <p:stCondLst>
                                    <p:cond delay="0"/>
                                  </p:stCondLst>
                                  <p:childTnLst>
                                    <p:set>
                                      <p:cBhvr>
                                        <p:cTn id="177" dur="1" fill="hold">
                                          <p:stCondLst>
                                            <p:cond delay="0"/>
                                          </p:stCondLst>
                                        </p:cTn>
                                        <p:tgtEl>
                                          <p:spTgt spid="44"/>
                                        </p:tgtEl>
                                        <p:attrNameLst>
                                          <p:attrName>style.visibility</p:attrName>
                                        </p:attrNameLst>
                                      </p:cBhvr>
                                      <p:to>
                                        <p:strVal val="visible"/>
                                      </p:to>
                                    </p:set>
                                    <p:animEffect transition="in" filter="wipe(left)">
                                      <p:cBhvr>
                                        <p:cTn id="179" dur="800"/>
                                        <p:tgtEl>
                                          <p:spTgt spid="44"/>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26" grpId="0" animBg="1"/>
      <p:bldP spid="27" grpId="0" animBg="1"/>
      <p:bldP spid="28" grpId="0" animBg="1"/>
      <p:bldP spid="29" grpId="0" animBg="1"/>
      <p:bldP spid="30" grpId="0" animBg="1"/>
      <p:bldP spid="31" grpId="0" animBg="1"/>
      <p:bldP spid="32" grpId="0" animBg="1"/>
      <p:bldP spid="33" grpId="0" animBg="1"/>
      <p:bldP spid="34" grpId="0" animBg="1"/>
      <p:bldP spid="35" grpId="0" animBg="1"/>
      <p:bldP spid="36" grpId="0" animBg="1"/>
      <p:bldP spid="37" grpId="0" animBg="1"/>
      <p:bldP spid="38" grpId="0" animBg="1"/>
      <p:bldP spid="40" grpId="0" animBg="1"/>
      <p:bldP spid="41" grpId="0" animBg="1"/>
      <p:bldP spid="42" grpId="0" animBg="1"/>
      <p:bldP spid="43" grpId="0" animBg="1"/>
      <p:bldP spid="44" grpId="0" animBg="1"/>
    </p:bldLst>
  </p:timing>
</p:sld>
</file>

<file path=ppt/slides/slide2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2000" cy="6858000"/>
          </a:xfrm>
          <a:prstGeom prst="rect">
            <a:avLst/>
          </a:prstGeom>
          <a:gradFill rotWithShape="1">
            <a:gsLst>
              <a:gs pos="0">
                <a:srgbClr val="070B1A"/>
              </a:gs>
              <a:gs pos="100000">
                <a:srgbClr val="141C44"/>
              </a:gs>
            </a:gsLst>
            <a:lin scaled="0" ang="13500000"/>
          </a:gra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cxnSp>
        <p:nvCxnSpPr>
          <p:cNvPr id="3" name="Connector 2"/>
          <p:cNvCxnSpPr/>
          <p:nvPr/>
        </p:nvCxnSpPr>
        <p:spPr>
          <a:xfrm flipV="1">
            <a:off x="10350000" y="305000"/>
            <a:ext cx="750000" cy="75000"/>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cxnSp>
        <p:nvCxnSpPr>
          <p:cNvPr id="4" name="Connector 3"/>
          <p:cNvCxnSpPr/>
          <p:nvPr/>
        </p:nvCxnSpPr>
        <p:spPr>
          <a:xfrm>
            <a:off x="10350000" y="380000"/>
            <a:ext cx="750000" cy="150000"/>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cxnSp>
        <p:nvCxnSpPr>
          <p:cNvPr id="5" name="Connector 4"/>
          <p:cNvCxnSpPr/>
          <p:nvPr/>
        </p:nvCxnSpPr>
        <p:spPr>
          <a:xfrm>
            <a:off x="10350000" y="380000"/>
            <a:ext cx="750000" cy="375000"/>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cxnSp>
        <p:nvCxnSpPr>
          <p:cNvPr id="6" name="Connector 5"/>
          <p:cNvCxnSpPr/>
          <p:nvPr/>
        </p:nvCxnSpPr>
        <p:spPr>
          <a:xfrm flipV="1">
            <a:off x="10350000" y="305000"/>
            <a:ext cx="750000" cy="375000"/>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cxnSp>
        <p:nvCxnSpPr>
          <p:cNvPr id="7" name="Connector 6"/>
          <p:cNvCxnSpPr/>
          <p:nvPr/>
        </p:nvCxnSpPr>
        <p:spPr>
          <a:xfrm flipV="1">
            <a:off x="10350000" y="530000"/>
            <a:ext cx="750000" cy="150000"/>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cxnSp>
        <p:nvCxnSpPr>
          <p:cNvPr id="8" name="Connector 7"/>
          <p:cNvCxnSpPr/>
          <p:nvPr/>
        </p:nvCxnSpPr>
        <p:spPr>
          <a:xfrm>
            <a:off x="10350000" y="680000"/>
            <a:ext cx="750000" cy="75000"/>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cxnSp>
        <p:nvCxnSpPr>
          <p:cNvPr id="9" name="Connector 8"/>
          <p:cNvCxnSpPr/>
          <p:nvPr/>
        </p:nvCxnSpPr>
        <p:spPr>
          <a:xfrm>
            <a:off x="11100000" y="305000"/>
            <a:ext cx="750000" cy="75000"/>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cxnSp>
        <p:nvCxnSpPr>
          <p:cNvPr id="10" name="Connector 9"/>
          <p:cNvCxnSpPr/>
          <p:nvPr/>
        </p:nvCxnSpPr>
        <p:spPr>
          <a:xfrm flipV="1">
            <a:off x="11100000" y="380000"/>
            <a:ext cx="750000" cy="150000"/>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cxnSp>
        <p:nvCxnSpPr>
          <p:cNvPr id="11" name="Connector 10"/>
          <p:cNvCxnSpPr/>
          <p:nvPr/>
        </p:nvCxnSpPr>
        <p:spPr>
          <a:xfrm>
            <a:off x="11100000" y="530000"/>
            <a:ext cx="750000" cy="150000"/>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cxnSp>
        <p:nvCxnSpPr>
          <p:cNvPr id="12" name="Connector 11"/>
          <p:cNvCxnSpPr/>
          <p:nvPr/>
        </p:nvCxnSpPr>
        <p:spPr>
          <a:xfrm flipV="1">
            <a:off x="11100000" y="680000"/>
            <a:ext cx="750000" cy="75000"/>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sp>
        <p:nvSpPr>
          <p:cNvPr id="13" name="Oval 12"/>
          <p:cNvSpPr/>
          <p:nvPr/>
        </p:nvSpPr>
        <p:spPr>
          <a:xfrm>
            <a:off x="10280000" y="310000"/>
            <a:ext cx="140000" cy="140000"/>
          </a:xfrm>
          <a:prstGeom prst="ellipse">
            <a:avLst/>
          </a:prstGeom>
          <a:solidFill>
            <a:srgbClr val="3B4C8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Oval 13"/>
          <p:cNvSpPr/>
          <p:nvPr/>
        </p:nvSpPr>
        <p:spPr>
          <a:xfrm>
            <a:off x="10280000" y="610000"/>
            <a:ext cx="140000" cy="140000"/>
          </a:xfrm>
          <a:prstGeom prst="ellipse">
            <a:avLst/>
          </a:prstGeom>
          <a:solidFill>
            <a:srgbClr val="3B4C8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Oval 14"/>
          <p:cNvSpPr/>
          <p:nvPr/>
        </p:nvSpPr>
        <p:spPr>
          <a:xfrm>
            <a:off x="11030000" y="235000"/>
            <a:ext cx="140000" cy="140000"/>
          </a:xfrm>
          <a:prstGeom prst="ellipse">
            <a:avLst/>
          </a:prstGeom>
          <a:solidFill>
            <a:srgbClr val="3B4C8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Oval 15"/>
          <p:cNvSpPr/>
          <p:nvPr/>
        </p:nvSpPr>
        <p:spPr>
          <a:xfrm>
            <a:off x="11030000" y="460000"/>
            <a:ext cx="140000" cy="140000"/>
          </a:xfrm>
          <a:prstGeom prst="ellipse">
            <a:avLst/>
          </a:prstGeom>
          <a:solidFill>
            <a:srgbClr val="3B4C8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Oval 16"/>
          <p:cNvSpPr/>
          <p:nvPr/>
        </p:nvSpPr>
        <p:spPr>
          <a:xfrm>
            <a:off x="11030000" y="685000"/>
            <a:ext cx="140000" cy="140000"/>
          </a:xfrm>
          <a:prstGeom prst="ellipse">
            <a:avLst/>
          </a:prstGeom>
          <a:solidFill>
            <a:srgbClr val="3B4C8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Oval 17"/>
          <p:cNvSpPr/>
          <p:nvPr/>
        </p:nvSpPr>
        <p:spPr>
          <a:xfrm>
            <a:off x="11780000" y="310000"/>
            <a:ext cx="140000" cy="140000"/>
          </a:xfrm>
          <a:prstGeom prst="ellipse">
            <a:avLst/>
          </a:prstGeom>
          <a:solidFill>
            <a:srgbClr val="3B4C8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Oval 18"/>
          <p:cNvSpPr/>
          <p:nvPr/>
        </p:nvSpPr>
        <p:spPr>
          <a:xfrm>
            <a:off x="11780000" y="610000"/>
            <a:ext cx="140000" cy="140000"/>
          </a:xfrm>
          <a:prstGeom prst="ellipse">
            <a:avLst/>
          </a:prstGeom>
          <a:solidFill>
            <a:srgbClr val="3B4C8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500000" y="160000"/>
            <a:ext cx="9600000" cy="300000"/>
          </a:xfrm>
          <a:prstGeom prst="rect">
            <a:avLst/>
          </a:prstGeom>
          <a:noFill/>
        </p:spPr>
        <p:txBody>
          <a:bodyPr wrap="square" anchor="t" lIns="50800" rIns="50800">
            <a:spAutoFit/>
          </a:bodyPr>
          <a:lstStyle/>
          <a:p>
            <a:pPr algn="l"/>
            <a:r>
              <a:rPr sz="1100" b="1">
                <a:solidFill>
                  <a:srgbClr val="22D3EE"/>
                </a:solidFill>
                <a:latin typeface="Segoe UI"/>
              </a:rPr>
              <a:t>◆ 5-REJA</a:t>
            </a:r>
          </a:p>
        </p:txBody>
      </p:sp>
      <p:sp>
        <p:nvSpPr>
          <p:cNvPr id="21" name="TextBox 20"/>
          <p:cNvSpPr txBox="1"/>
          <p:nvPr/>
        </p:nvSpPr>
        <p:spPr>
          <a:xfrm>
            <a:off x="500000" y="400000"/>
            <a:ext cx="9800000" cy="650000"/>
          </a:xfrm>
          <a:prstGeom prst="rect">
            <a:avLst/>
          </a:prstGeom>
          <a:noFill/>
        </p:spPr>
        <p:txBody>
          <a:bodyPr wrap="square" anchor="ctr" lIns="50800" rIns="50800">
            <a:spAutoFit/>
          </a:bodyPr>
          <a:lstStyle/>
          <a:p>
            <a:pPr algn="l"/>
            <a:r>
              <a:rPr sz="2600" b="1">
                <a:solidFill>
                  <a:srgbClr val="E8EEFA"/>
                </a:solidFill>
                <a:latin typeface="Segoe UI"/>
              </a:rPr>
              <a:t>Trusted Computing va Secure AI</a:t>
            </a:r>
          </a:p>
        </p:txBody>
      </p:sp>
      <p:sp>
        <p:nvSpPr>
          <p:cNvPr id="22" name="Rectangle 21"/>
          <p:cNvSpPr/>
          <p:nvPr/>
        </p:nvSpPr>
        <p:spPr>
          <a:xfrm>
            <a:off x="560000" y="1080000"/>
            <a:ext cx="1700000" cy="45000"/>
          </a:xfrm>
          <a:prstGeom prst="rect">
            <a:avLst/>
          </a:prstGeom>
          <a:gradFill rotWithShape="1">
            <a:gsLst>
              <a:gs pos="0">
                <a:srgbClr val="22D3EE"/>
              </a:gs>
              <a:gs pos="100000">
                <a:srgbClr val="8B5CF6"/>
              </a:gs>
            </a:gsLst>
            <a:lin scaled="0" ang="0"/>
          </a:gra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TextBox 22"/>
          <p:cNvSpPr txBox="1"/>
          <p:nvPr/>
        </p:nvSpPr>
        <p:spPr>
          <a:xfrm>
            <a:off x="500000" y="6450000"/>
            <a:ext cx="9500000" cy="280000"/>
          </a:xfrm>
          <a:prstGeom prst="rect">
            <a:avLst/>
          </a:prstGeom>
          <a:noFill/>
        </p:spPr>
        <p:txBody>
          <a:bodyPr wrap="square" anchor="t" lIns="50800" rIns="50800">
            <a:spAutoFit/>
          </a:bodyPr>
          <a:lstStyle/>
          <a:p>
            <a:pPr algn="l"/>
            <a:r>
              <a:rPr sz="900" b="0">
                <a:solidFill>
                  <a:srgbClr val="707EAA"/>
                </a:solidFill>
                <a:latin typeface="Segoe UI"/>
              </a:rPr>
              <a:t>M9 · Tizimlarining ishonchliligi va axborot xavfsizligi</a:t>
            </a:r>
          </a:p>
        </p:txBody>
      </p:sp>
      <p:sp>
        <p:nvSpPr>
          <p:cNvPr id="24" name="Rounded Rectangle 23"/>
          <p:cNvSpPr/>
          <p:nvPr/>
        </p:nvSpPr>
        <p:spPr>
          <a:xfrm>
            <a:off x="11000000" y="6430000"/>
            <a:ext cx="700000" cy="270000"/>
          </a:xfrm>
          <a:prstGeom prst="roundRect">
            <a:avLst/>
          </a:prstGeom>
          <a:solidFill>
            <a:srgbClr val="121936"/>
          </a:solidFill>
          <a:ln w="12700">
            <a:solidFill>
              <a:srgbClr val="2A356E"/>
            </a:solidFill>
          </a:ln>
          <a:effectLst/>
        </p:spPr>
        <p:style>
          <a:lnRef idx="1">
            <a:schemeClr val="accent1"/>
          </a:lnRef>
          <a:fillRef idx="3">
            <a:schemeClr val="accent1"/>
          </a:fillRef>
          <a:effectRef idx="2">
            <a:schemeClr val="accent1"/>
          </a:effectRef>
          <a:fontRef idx="minor">
            <a:schemeClr val="lt1"/>
          </a:fontRef>
        </p:style>
        <p:txBody>
          <a:bodyPr rtlCol="0" anchor="ctr" tIns="0" bIns="0"/>
          <a:lstStyle/>
          <a:p>
            <a:pPr algn="ctr"/>
            <a:r>
              <a:rPr sz="1000" b="1">
                <a:solidFill>
                  <a:srgbClr val="22D3EE"/>
                </a:solidFill>
                <a:latin typeface="Segoe UI"/>
              </a:rPr>
              <a:t>28</a:t>
            </a:r>
          </a:p>
        </p:txBody>
      </p:sp>
      <p:sp>
        <p:nvSpPr>
          <p:cNvPr id="25" name="Rounded Rectangle 24"/>
          <p:cNvSpPr/>
          <p:nvPr/>
        </p:nvSpPr>
        <p:spPr>
          <a:xfrm>
            <a:off x="7520000" y="1330000"/>
            <a:ext cx="4250000" cy="4650000"/>
          </a:xfrm>
          <a:prstGeom prst="roundRect">
            <a:avLst>
              <a:gd name="adj" fmla="val 5000"/>
            </a:avLst>
          </a:prstGeom>
          <a:noFill/>
          <a:ln w="15875">
            <a:solidFill>
              <a:srgbClr val="8B5CF6"/>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26" name="Picture 25" descr="bb7bd69bee69eb7d.jpg"/>
          <p:cNvPicPr>
            <a:picLocks noChangeAspect="1"/>
          </p:cNvPicPr>
          <p:nvPr/>
        </p:nvPicPr>
        <p:blipFill>
          <a:blip r:embed="rId2"/>
          <a:srcRect l="18248" r="18248"/>
          <a:stretch>
            <a:fillRect/>
          </a:stretch>
        </p:blipFill>
        <p:spPr>
          <a:xfrm>
            <a:off x="7620000" y="1430000"/>
            <a:ext cx="4050000" cy="4250000"/>
          </a:xfrm>
          <a:prstGeom prst="roundRect">
            <a:avLst/>
          </a:prstGeom>
          <a:ln w="19050">
            <a:solidFill>
              <a:srgbClr val="22D3EE"/>
            </a:solidFill>
          </a:ln>
        </p:spPr>
      </p:pic>
      <p:sp>
        <p:nvSpPr>
          <p:cNvPr id="27" name="TextBox 26"/>
          <p:cNvSpPr txBox="1"/>
          <p:nvPr/>
        </p:nvSpPr>
        <p:spPr>
          <a:xfrm>
            <a:off x="7620000" y="5710000"/>
            <a:ext cx="4050000" cy="260000"/>
          </a:xfrm>
          <a:prstGeom prst="rect">
            <a:avLst/>
          </a:prstGeom>
          <a:noFill/>
        </p:spPr>
        <p:txBody>
          <a:bodyPr wrap="square" anchor="t" lIns="50800" rIns="50800">
            <a:spAutoFit/>
          </a:bodyPr>
          <a:lstStyle/>
          <a:p>
            <a:pPr algn="l"/>
            <a:r>
              <a:rPr sz="800" b="0">
                <a:solidFill>
                  <a:srgbClr val="707EAA"/>
                </a:solidFill>
                <a:latin typeface="Segoe UI"/>
              </a:rPr>
              <a:t>Rasm: Alexander Klink · Wikimedia Commons · CC BY 3.0</a:t>
            </a:r>
          </a:p>
        </p:txBody>
      </p:sp>
      <p:sp>
        <p:nvSpPr>
          <p:cNvPr id="28" name="Rounded Rectangle 27"/>
          <p:cNvSpPr/>
          <p:nvPr/>
        </p:nvSpPr>
        <p:spPr>
          <a:xfrm>
            <a:off x="7750000" y="1560000"/>
            <a:ext cx="1700000" cy="300000"/>
          </a:xfrm>
          <a:prstGeom prst="roundRect">
            <a:avLst/>
          </a:prstGeom>
          <a:solidFill>
            <a:srgbClr val="070B1A"/>
          </a:solidFill>
          <a:ln w="12700">
            <a:solidFill>
              <a:srgbClr val="22D3EE"/>
            </a:solidFill>
          </a:ln>
          <a:effectLst/>
        </p:spPr>
        <p:style>
          <a:lnRef idx="1">
            <a:schemeClr val="accent1"/>
          </a:lnRef>
          <a:fillRef idx="3">
            <a:schemeClr val="accent1"/>
          </a:fillRef>
          <a:effectRef idx="2">
            <a:schemeClr val="accent1"/>
          </a:effectRef>
          <a:fontRef idx="minor">
            <a:schemeClr val="lt1"/>
          </a:fontRef>
        </p:style>
        <p:txBody>
          <a:bodyPr rtlCol="0" anchor="ctr" tIns="0" bIns="0"/>
          <a:lstStyle/>
          <a:p>
            <a:pPr algn="ctr"/>
            <a:r>
              <a:rPr sz="900" b="1">
                <a:solidFill>
                  <a:srgbClr val="22D3EE"/>
                </a:solidFill>
                <a:latin typeface="Segoe UI"/>
              </a:rPr>
              <a:t>⚙ AMALIYOTDA</a:t>
            </a:r>
          </a:p>
        </p:txBody>
      </p:sp>
      <p:sp>
        <p:nvSpPr>
          <p:cNvPr id="29" name="Rounded Rectangle 28"/>
          <p:cNvSpPr/>
          <p:nvPr/>
        </p:nvSpPr>
        <p:spPr>
          <a:xfrm>
            <a:off x="550000" y="2954440"/>
            <a:ext cx="6750000" cy="1671120"/>
          </a:xfrm>
          <a:prstGeom prst="roundRect">
            <a:avLst>
              <a:gd name="adj" fmla="val 12000"/>
            </a:avLst>
          </a:prstGeom>
          <a:solidFill>
            <a:srgbClr val="121936"/>
          </a:solidFill>
          <a:ln w="12700">
            <a:solidFill>
              <a:srgbClr val="2A356E"/>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 name="Rectangle 29"/>
          <p:cNvSpPr/>
          <p:nvPr/>
        </p:nvSpPr>
        <p:spPr>
          <a:xfrm>
            <a:off x="550000" y="3034440"/>
            <a:ext cx="50000" cy="1511120"/>
          </a:xfrm>
          <a:prstGeom prst="rect">
            <a:avLst/>
          </a:prstGeom>
          <a:solidFill>
            <a:srgbClr val="22D3E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1" name="Oval 30"/>
          <p:cNvSpPr/>
          <p:nvPr/>
        </p:nvSpPr>
        <p:spPr>
          <a:xfrm>
            <a:off x="760000" y="3590000"/>
            <a:ext cx="400000" cy="400000"/>
          </a:xfrm>
          <a:prstGeom prst="ellipse">
            <a:avLst/>
          </a:prstGeom>
          <a:noFill/>
          <a:ln w="25400">
            <a:solidFill>
              <a:srgbClr val="22D3EE"/>
            </a:solidFill>
          </a:ln>
          <a:effectLst/>
        </p:spPr>
        <p:style>
          <a:lnRef idx="1">
            <a:schemeClr val="accent1"/>
          </a:lnRef>
          <a:fillRef idx="3">
            <a:schemeClr val="accent1"/>
          </a:fillRef>
          <a:effectRef idx="2">
            <a:schemeClr val="accent1"/>
          </a:effectRef>
          <a:fontRef idx="minor">
            <a:schemeClr val="lt1"/>
          </a:fontRef>
        </p:style>
        <p:txBody>
          <a:bodyPr rtlCol="0" anchor="ctr" lIns="0" rIns="0"/>
          <a:lstStyle/>
          <a:p>
            <a:pPr algn="ctr"/>
            <a:r>
              <a:rPr sz="1200" b="1">
                <a:solidFill>
                  <a:srgbClr val="22D3EE"/>
                </a:solidFill>
                <a:latin typeface="Segoe UI"/>
              </a:rPr>
              <a:t>01</a:t>
            </a:r>
          </a:p>
        </p:txBody>
      </p:sp>
      <p:sp>
        <p:nvSpPr>
          <p:cNvPr id="32" name="TextBox 31"/>
          <p:cNvSpPr txBox="1"/>
          <p:nvPr/>
        </p:nvSpPr>
        <p:spPr>
          <a:xfrm>
            <a:off x="1300000" y="2994440"/>
            <a:ext cx="5900000" cy="1591120"/>
          </a:xfrm>
          <a:prstGeom prst="rect">
            <a:avLst/>
          </a:prstGeom>
          <a:noFill/>
        </p:spPr>
        <p:txBody>
          <a:bodyPr wrap="square" anchor="ctr">
            <a:spAutoFit/>
          </a:bodyPr>
          <a:lstStyle/>
          <a:p>
            <a:r>
              <a:rPr sz="1600" b="0">
                <a:solidFill>
                  <a:srgbClr val="E8EEFA"/>
                </a:solidFill>
                <a:latin typeface="Segoe UI"/>
              </a:rPr>
              <a:t>Yuqoridagi usullar model va ma'lumot darajasida ishlaydi; Trusted Computing esa savolni platforma darajasiga ko'chiradi: hisoblash bajarilayotgan apparat va dasturiy muhitga qanchalik ishonish mumkin?</a:t>
            </a:r>
          </a:p>
        </p:txBody>
      </p:sp>
    </p:spTree>
  </p:cSld>
  <p:clrMapOvr>
    <a:masterClrMapping/>
  </p:clrMapOvr>
  <p:transition spd="med">
    <p:fade/>
  </p:transition>
  <p:timing>
    <p:tnLst>
      <p:par>
        <p:cTn id="1" dur="indefinite" restart="never" nodeType="tmRoot">
          <p:childTnLst>
            <p:seq concurrent="1" nextAc="seek">
              <p:cTn id="2" dur="indefinite" nodeType="mainSeq">
                <p:childTnLst>
                  <p:par>
                    <p:cTn id="56" fill="hold">
                      <p:stCondLst>
                        <p:cond delay="indefinite"/>
                        <p:cond evt="onBegin" delay="0">
                          <p:tn val="2"/>
                        </p:cond>
                      </p:stCondLst>
                      <p:childTnLst>
                        <p:par>
                          <p:cTn id="3" fill="hold">
                            <p:stCondLst>
                              <p:cond delay="0"/>
                            </p:stCondLst>
                            <p:childTnLst>
                              <p:par>
                                <p:cTn id="4" presetID="10" presetClass="entr" presetSubtype="0" fill="hold" grpId="0" nodeType="withEffect">
                                  <p:stCondLst>
                                    <p:cond delay="0"/>
                                  </p:stCondLst>
                                  <p:childTnLst>
                                    <p:set>
                                      <p:cBhvr>
                                        <p:cTn id="5" dur="1" fill="hold">
                                          <p:stCondLst>
                                            <p:cond delay="0"/>
                                          </p:stCondLst>
                                        </p:cTn>
                                        <p:tgtEl>
                                          <p:spTgt spid="21"/>
                                        </p:tgtEl>
                                        <p:attrNameLst>
                                          <p:attrName>style.visibility</p:attrName>
                                        </p:attrNameLst>
                                      </p:cBhvr>
                                      <p:to>
                                        <p:strVal val="visible"/>
                                      </p:to>
                                    </p:set>
                                    <p:animEffect transition="in" filter="fade">
                                      <p:cBhvr>
                                        <p:cTn id="6" dur="550"/>
                                        <p:tgtEl>
                                          <p:spTgt spid="21"/>
                                        </p:tgtEl>
                                      </p:cBhvr>
                                    </p:animEffect>
                                  </p:childTnLst>
                                </p:cTn>
                              </p:par>
                            </p:childTnLst>
                          </p:cTn>
                        </p:par>
                        <p:par>
                          <p:cTn id="7" fill="hold">
                            <p:stCondLst>
                              <p:cond delay="0"/>
                            </p:stCondLst>
                            <p:childTnLst>
                              <p:par>
                                <p:cTn id="8" presetID="22" presetClass="entr" presetSubtype="8" fill="hold" grpId="0" nodeType="afterEffect">
                                  <p:stCondLst>
                                    <p:cond delay="0"/>
                                  </p:stCondLst>
                                  <p:childTnLst>
                                    <p:set>
                                      <p:cBhvr>
                                        <p:cTn id="9" dur="1" fill="hold">
                                          <p:stCondLst>
                                            <p:cond delay="0"/>
                                          </p:stCondLst>
                                        </p:cTn>
                                        <p:tgtEl>
                                          <p:spTgt spid="22"/>
                                        </p:tgtEl>
                                        <p:attrNameLst>
                                          <p:attrName>style.visibility</p:attrName>
                                        </p:attrNameLst>
                                      </p:cBhvr>
                                      <p:to>
                                        <p:strVal val="visible"/>
                                      </p:to>
                                    </p:set>
                                    <p:animEffect transition="in" filter="wipe(left)">
                                      <p:cBhvr>
                                        <p:cTn id="11" dur="800"/>
                                        <p:tgtEl>
                                          <p:spTgt spid="22"/>
                                        </p:tgtEl>
                                      </p:cBhvr>
                                    </p:animEffect>
                                  </p:childTnLst>
                                </p:cTn>
                              </p:par>
                            </p:childTnLst>
                          </p:cTn>
                        </p:par>
                        <p:par>
                          <p:cTn id="12" fill="hold">
                            <p:stCondLst>
                              <p:cond delay="150"/>
                            </p:stCondLst>
                            <p:childTnLst>
                              <p:par>
                                <p:cTn id="13" presetID="53" presetClass="entr" presetSubtype="16" fill="hold" grpId="0" nodeType="afterEffect">
                                  <p:stCondLst>
                                    <p:cond delay="0"/>
                                  </p:stCondLst>
                                  <p:childTnLst>
                                    <p:set>
                                      <p:cBhvr>
                                        <p:cTn id="14" dur="1" fill="hold">
                                          <p:stCondLst>
                                            <p:cond delay="0"/>
                                          </p:stCondLst>
                                        </p:cTn>
                                        <p:tgtEl>
                                          <p:spTgt spid="25"/>
                                        </p:tgtEl>
                                        <p:attrNameLst>
                                          <p:attrName>style.visibility</p:attrName>
                                        </p:attrNameLst>
                                      </p:cBhvr>
                                      <p:to>
                                        <p:strVal val="visible"/>
                                      </p:to>
                                    </p:set>
                                    <p:animEffect transition="in" filter="fade">
                                      <p:cBhvr>
                                        <p:cTn id="15" dur="550"/>
                                        <p:tgtEl>
                                          <p:spTgt spid="25"/>
                                        </p:tgtEl>
                                      </p:cBhvr>
                                    </p:animEffect>
                                    <p:anim calcmode="lin" valueType="num">
                                      <p:cBhvr additive="base">
                                        <p:cTn id="16" dur="550" fill="hold"/>
                                        <p:tgtEl>
                                          <p:spTgt spid="25"/>
                                        </p:tgtEl>
                                        <p:attrNameLst>
                                          <p:attrName>ppt_w</p:attrName>
                                        </p:attrNameLst>
                                      </p:cBhvr>
                                      <p:tavLst>
                                        <p:tav tm="0">
                                          <p:val>
                                            <p:strVal val="0"/>
                                          </p:val>
                                        </p:tav>
                                        <p:tav tm="100000">
                                          <p:val>
                                            <p:strVal val="#ppt_w"/>
                                          </p:val>
                                        </p:tav>
                                      </p:tavLst>
                                    </p:anim>
                                    <p:anim calcmode="lin" valueType="num">
                                      <p:cBhvr additive="base">
                                        <p:cTn id="17" dur="550" fill="hold"/>
                                        <p:tgtEl>
                                          <p:spTgt spid="25"/>
                                        </p:tgtEl>
                                        <p:attrNameLst>
                                          <p:attrName>ppt_h</p:attrName>
                                        </p:attrNameLst>
                                      </p:cBhvr>
                                      <p:tavLst>
                                        <p:tav tm="0">
                                          <p:val>
                                            <p:strVal val="0"/>
                                          </p:val>
                                        </p:tav>
                                        <p:tav tm="100000">
                                          <p:val>
                                            <p:strVal val="#ppt_h"/>
                                          </p:val>
                                        </p:tav>
                                      </p:tavLst>
                                    </p:anim>
                                  </p:childTnLst>
                                </p:cTn>
                              </p:par>
                            </p:childTnLst>
                          </p:cTn>
                        </p:par>
                        <p:par>
                          <p:cTn id="18" fill="hold">
                            <p:stCondLst>
                              <p:cond delay="150"/>
                            </p:stCondLst>
                            <p:childTnLst>
                              <p:par>
                                <p:cTn id="19" presetID="53" presetClass="entr" presetSubtype="16" fill="hold" grpId="0" nodeType="afterEffect">
                                  <p:stCondLst>
                                    <p:cond delay="0"/>
                                  </p:stCondLst>
                                  <p:childTnLst>
                                    <p:set>
                                      <p:cBhvr>
                                        <p:cTn id="20" dur="1" fill="hold">
                                          <p:stCondLst>
                                            <p:cond delay="0"/>
                                          </p:stCondLst>
                                        </p:cTn>
                                        <p:tgtEl>
                                          <p:spTgt spid="26"/>
                                        </p:tgtEl>
                                        <p:attrNameLst>
                                          <p:attrName>style.visibility</p:attrName>
                                        </p:attrNameLst>
                                      </p:cBhvr>
                                      <p:to>
                                        <p:strVal val="visible"/>
                                      </p:to>
                                    </p:set>
                                    <p:animEffect transition="in" filter="fade">
                                      <p:cBhvr>
                                        <p:cTn id="21" dur="550"/>
                                        <p:tgtEl>
                                          <p:spTgt spid="26"/>
                                        </p:tgtEl>
                                      </p:cBhvr>
                                    </p:animEffect>
                                    <p:anim calcmode="lin" valueType="num">
                                      <p:cBhvr additive="base">
                                        <p:cTn id="22" dur="550" fill="hold"/>
                                        <p:tgtEl>
                                          <p:spTgt spid="26"/>
                                        </p:tgtEl>
                                        <p:attrNameLst>
                                          <p:attrName>ppt_w</p:attrName>
                                        </p:attrNameLst>
                                      </p:cBhvr>
                                      <p:tavLst>
                                        <p:tav tm="0">
                                          <p:val>
                                            <p:strVal val="0"/>
                                          </p:val>
                                        </p:tav>
                                        <p:tav tm="100000">
                                          <p:val>
                                            <p:strVal val="#ppt_w"/>
                                          </p:val>
                                        </p:tav>
                                      </p:tavLst>
                                    </p:anim>
                                    <p:anim calcmode="lin" valueType="num">
                                      <p:cBhvr additive="base">
                                        <p:cTn id="23" dur="550" fill="hold"/>
                                        <p:tgtEl>
                                          <p:spTgt spid="26"/>
                                        </p:tgtEl>
                                        <p:attrNameLst>
                                          <p:attrName>ppt_h</p:attrName>
                                        </p:attrNameLst>
                                      </p:cBhvr>
                                      <p:tavLst>
                                        <p:tav tm="0">
                                          <p:val>
                                            <p:strVal val="0"/>
                                          </p:val>
                                        </p:tav>
                                        <p:tav tm="100000">
                                          <p:val>
                                            <p:strVal val="#ppt_h"/>
                                          </p:val>
                                        </p:tav>
                                      </p:tavLst>
                                    </p:anim>
                                  </p:childTnLst>
                                </p:cTn>
                              </p:par>
                            </p:childTnLst>
                          </p:cTn>
                        </p:par>
                        <p:par>
                          <p:cTn id="24" fill="hold">
                            <p:stCondLst>
                              <p:cond delay="150"/>
                            </p:stCondLst>
                            <p:childTnLst>
                              <p:par>
                                <p:cTn id="25" presetID="10" presetClass="entr" presetSubtype="0" fill="hold" grpId="0" nodeType="afterEffect">
                                  <p:stCondLst>
                                    <p:cond delay="0"/>
                                  </p:stCondLst>
                                  <p:childTnLst>
                                    <p:set>
                                      <p:cBhvr>
                                        <p:cTn id="26" dur="1" fill="hold">
                                          <p:stCondLst>
                                            <p:cond delay="0"/>
                                          </p:stCondLst>
                                        </p:cTn>
                                        <p:tgtEl>
                                          <p:spTgt spid="28"/>
                                        </p:tgtEl>
                                        <p:attrNameLst>
                                          <p:attrName>style.visibility</p:attrName>
                                        </p:attrNameLst>
                                      </p:cBhvr>
                                      <p:to>
                                        <p:strVal val="visible"/>
                                      </p:to>
                                    </p:set>
                                    <p:animEffect transition="in" filter="fade">
                                      <p:cBhvr>
                                        <p:cTn id="27" dur="550"/>
                                        <p:tgtEl>
                                          <p:spTgt spid="28"/>
                                        </p:tgtEl>
                                      </p:cBhvr>
                                    </p:animEffect>
                                  </p:childTnLst>
                                </p:cTn>
                              </p:par>
                            </p:childTnLst>
                          </p:cTn>
                        </p:par>
                        <p:par>
                          <p:cTn id="28" fill="hold">
                            <p:stCondLst>
                              <p:cond delay="150"/>
                            </p:stCondLst>
                            <p:childTnLst>
                              <p:par>
                                <p:cTn id="29" presetID="10" presetClass="entr" presetSubtype="0" fill="hold" grpId="0" nodeType="afterEffect">
                                  <p:stCondLst>
                                    <p:cond delay="0"/>
                                  </p:stCondLst>
                                  <p:childTnLst>
                                    <p:set>
                                      <p:cBhvr>
                                        <p:cTn id="30" dur="1" fill="hold">
                                          <p:stCondLst>
                                            <p:cond delay="0"/>
                                          </p:stCondLst>
                                        </p:cTn>
                                        <p:tgtEl>
                                          <p:spTgt spid="27"/>
                                        </p:tgtEl>
                                        <p:attrNameLst>
                                          <p:attrName>style.visibility</p:attrName>
                                        </p:attrNameLst>
                                      </p:cBhvr>
                                      <p:to>
                                        <p:strVal val="visible"/>
                                      </p:to>
                                    </p:set>
                                    <p:animEffect transition="in" filter="fade">
                                      <p:cBhvr>
                                        <p:cTn id="31" dur="550"/>
                                        <p:tgtEl>
                                          <p:spTgt spid="27"/>
                                        </p:tgtEl>
                                      </p:cBhvr>
                                    </p:animEffect>
                                  </p:childTnLst>
                                </p:cTn>
                              </p:par>
                            </p:childTnLst>
                          </p:cTn>
                        </p:par>
                        <p:par>
                          <p:cTn id="32" fill="hold">
                            <p:stCondLst>
                              <p:cond delay="350"/>
                            </p:stCondLst>
                            <p:childTnLst>
                              <p:par>
                                <p:cTn id="33" presetID="42" presetClass="entr" presetSubtype="0" fill="hold" grpId="0" nodeType="afterEffect">
                                  <p:stCondLst>
                                    <p:cond delay="0"/>
                                  </p:stCondLst>
                                  <p:childTnLst>
                                    <p:set>
                                      <p:cBhvr>
                                        <p:cTn id="34" dur="1" fill="hold">
                                          <p:stCondLst>
                                            <p:cond delay="0"/>
                                          </p:stCondLst>
                                        </p:cTn>
                                        <p:tgtEl>
                                          <p:spTgt spid="29"/>
                                        </p:tgtEl>
                                        <p:attrNameLst>
                                          <p:attrName>style.visibility</p:attrName>
                                        </p:attrNameLst>
                                      </p:cBhvr>
                                      <p:to>
                                        <p:strVal val="visible"/>
                                      </p:to>
                                    </p:set>
                                    <p:animEffect transition="in" filter="fade">
                                      <p:cBhvr>
                                        <p:cTn id="35" dur="550"/>
                                        <p:tgtEl>
                                          <p:spTgt spid="29"/>
                                        </p:tgtEl>
                                      </p:cBhvr>
                                    </p:animEffect>
                                    <p:anim calcmode="lin" valueType="num">
                                      <p:cBhvr additive="base">
                                        <p:cTn id="36" dur="550" fill="hold"/>
                                        <p:tgtEl>
                                          <p:spTgt spid="29"/>
                                        </p:tgtEl>
                                        <p:attrNameLst>
                                          <p:attrName>ppt_x</p:attrName>
                                        </p:attrNameLst>
                                      </p:cBhvr>
                                      <p:tavLst>
                                        <p:tav tm="0">
                                          <p:val>
                                            <p:strVal val="#ppt_x"/>
                                          </p:val>
                                        </p:tav>
                                        <p:tav tm="100000">
                                          <p:val>
                                            <p:strVal val="#ppt_x"/>
                                          </p:val>
                                        </p:tav>
                                      </p:tavLst>
                                    </p:anim>
                                    <p:anim calcmode="lin" valueType="num">
                                      <p:cBhvr additive="base">
                                        <p:cTn id="37" dur="550" fill="hold"/>
                                        <p:tgtEl>
                                          <p:spTgt spid="29"/>
                                        </p:tgtEl>
                                        <p:attrNameLst>
                                          <p:attrName>ppt_y</p:attrName>
                                        </p:attrNameLst>
                                      </p:cBhvr>
                                      <p:tavLst>
                                        <p:tav tm="0">
                                          <p:val>
                                            <p:strVal val="#ppt_y+.08"/>
                                          </p:val>
                                        </p:tav>
                                        <p:tav tm="100000">
                                          <p:val>
                                            <p:strVal val="#ppt_y"/>
                                          </p:val>
                                        </p:tav>
                                      </p:tavLst>
                                    </p:anim>
                                  </p:childTnLst>
                                </p:cTn>
                              </p:par>
                            </p:childTnLst>
                          </p:cTn>
                        </p:par>
                        <p:par>
                          <p:cTn id="38" fill="hold">
                            <p:stCondLst>
                              <p:cond delay="350"/>
                            </p:stCondLst>
                            <p:childTnLst>
                              <p:par>
                                <p:cTn id="39" presetID="42" presetClass="entr" presetSubtype="0" fill="hold" grpId="0" nodeType="afterEffect">
                                  <p:stCondLst>
                                    <p:cond delay="0"/>
                                  </p:stCondLst>
                                  <p:childTnLst>
                                    <p:set>
                                      <p:cBhvr>
                                        <p:cTn id="40" dur="1" fill="hold">
                                          <p:stCondLst>
                                            <p:cond delay="0"/>
                                          </p:stCondLst>
                                        </p:cTn>
                                        <p:tgtEl>
                                          <p:spTgt spid="30"/>
                                        </p:tgtEl>
                                        <p:attrNameLst>
                                          <p:attrName>style.visibility</p:attrName>
                                        </p:attrNameLst>
                                      </p:cBhvr>
                                      <p:to>
                                        <p:strVal val="visible"/>
                                      </p:to>
                                    </p:set>
                                    <p:animEffect transition="in" filter="fade">
                                      <p:cBhvr>
                                        <p:cTn id="41" dur="550"/>
                                        <p:tgtEl>
                                          <p:spTgt spid="30"/>
                                        </p:tgtEl>
                                      </p:cBhvr>
                                    </p:animEffect>
                                    <p:anim calcmode="lin" valueType="num">
                                      <p:cBhvr additive="base">
                                        <p:cTn id="42" dur="550" fill="hold"/>
                                        <p:tgtEl>
                                          <p:spTgt spid="30"/>
                                        </p:tgtEl>
                                        <p:attrNameLst>
                                          <p:attrName>ppt_x</p:attrName>
                                        </p:attrNameLst>
                                      </p:cBhvr>
                                      <p:tavLst>
                                        <p:tav tm="0">
                                          <p:val>
                                            <p:strVal val="#ppt_x"/>
                                          </p:val>
                                        </p:tav>
                                        <p:tav tm="100000">
                                          <p:val>
                                            <p:strVal val="#ppt_x"/>
                                          </p:val>
                                        </p:tav>
                                      </p:tavLst>
                                    </p:anim>
                                    <p:anim calcmode="lin" valueType="num">
                                      <p:cBhvr additive="base">
                                        <p:cTn id="43" dur="550" fill="hold"/>
                                        <p:tgtEl>
                                          <p:spTgt spid="30"/>
                                        </p:tgtEl>
                                        <p:attrNameLst>
                                          <p:attrName>ppt_y</p:attrName>
                                        </p:attrNameLst>
                                      </p:cBhvr>
                                      <p:tavLst>
                                        <p:tav tm="0">
                                          <p:val>
                                            <p:strVal val="#ppt_y+.08"/>
                                          </p:val>
                                        </p:tav>
                                        <p:tav tm="100000">
                                          <p:val>
                                            <p:strVal val="#ppt_y"/>
                                          </p:val>
                                        </p:tav>
                                      </p:tavLst>
                                    </p:anim>
                                  </p:childTnLst>
                                </p:cTn>
                              </p:par>
                            </p:childTnLst>
                          </p:cTn>
                        </p:par>
                        <p:par>
                          <p:cTn id="44" fill="hold">
                            <p:stCondLst>
                              <p:cond delay="350"/>
                            </p:stCondLst>
                            <p:childTnLst>
                              <p:par>
                                <p:cTn id="45" presetID="53" presetClass="entr" presetSubtype="16" fill="hold" grpId="0" nodeType="afterEffect">
                                  <p:stCondLst>
                                    <p:cond delay="0"/>
                                  </p:stCondLst>
                                  <p:childTnLst>
                                    <p:set>
                                      <p:cBhvr>
                                        <p:cTn id="46" dur="1" fill="hold">
                                          <p:stCondLst>
                                            <p:cond delay="0"/>
                                          </p:stCondLst>
                                        </p:cTn>
                                        <p:tgtEl>
                                          <p:spTgt spid="31"/>
                                        </p:tgtEl>
                                        <p:attrNameLst>
                                          <p:attrName>style.visibility</p:attrName>
                                        </p:attrNameLst>
                                      </p:cBhvr>
                                      <p:to>
                                        <p:strVal val="visible"/>
                                      </p:to>
                                    </p:set>
                                    <p:animEffect transition="in" filter="fade">
                                      <p:cBhvr>
                                        <p:cTn id="47" dur="550"/>
                                        <p:tgtEl>
                                          <p:spTgt spid="31"/>
                                        </p:tgtEl>
                                      </p:cBhvr>
                                    </p:animEffect>
                                    <p:anim calcmode="lin" valueType="num">
                                      <p:cBhvr additive="base">
                                        <p:cTn id="48" dur="550" fill="hold"/>
                                        <p:tgtEl>
                                          <p:spTgt spid="31"/>
                                        </p:tgtEl>
                                        <p:attrNameLst>
                                          <p:attrName>ppt_w</p:attrName>
                                        </p:attrNameLst>
                                      </p:cBhvr>
                                      <p:tavLst>
                                        <p:tav tm="0">
                                          <p:val>
                                            <p:strVal val="0"/>
                                          </p:val>
                                        </p:tav>
                                        <p:tav tm="100000">
                                          <p:val>
                                            <p:strVal val="#ppt_w"/>
                                          </p:val>
                                        </p:tav>
                                      </p:tavLst>
                                    </p:anim>
                                    <p:anim calcmode="lin" valueType="num">
                                      <p:cBhvr additive="base">
                                        <p:cTn id="49" dur="550" fill="hold"/>
                                        <p:tgtEl>
                                          <p:spTgt spid="31"/>
                                        </p:tgtEl>
                                        <p:attrNameLst>
                                          <p:attrName>ppt_h</p:attrName>
                                        </p:attrNameLst>
                                      </p:cBhvr>
                                      <p:tavLst>
                                        <p:tav tm="0">
                                          <p:val>
                                            <p:strVal val="0"/>
                                          </p:val>
                                        </p:tav>
                                        <p:tav tm="100000">
                                          <p:val>
                                            <p:strVal val="#ppt_h"/>
                                          </p:val>
                                        </p:tav>
                                      </p:tavLst>
                                    </p:anim>
                                  </p:childTnLst>
                                </p:cTn>
                              </p:par>
                            </p:childTnLst>
                          </p:cTn>
                        </p:par>
                        <p:par>
                          <p:cTn id="50" fill="hold">
                            <p:stCondLst>
                              <p:cond delay="350"/>
                            </p:stCondLst>
                            <p:childTnLst>
                              <p:par>
                                <p:cTn id="51" presetID="42" presetClass="entr" presetSubtype="0" fill="hold" grpId="0" nodeType="afterEffect">
                                  <p:stCondLst>
                                    <p:cond delay="0"/>
                                  </p:stCondLst>
                                  <p:childTnLst>
                                    <p:set>
                                      <p:cBhvr>
                                        <p:cTn id="52" dur="1" fill="hold">
                                          <p:stCondLst>
                                            <p:cond delay="0"/>
                                          </p:stCondLst>
                                        </p:cTn>
                                        <p:tgtEl>
                                          <p:spTgt spid="32"/>
                                        </p:tgtEl>
                                        <p:attrNameLst>
                                          <p:attrName>style.visibility</p:attrName>
                                        </p:attrNameLst>
                                      </p:cBhvr>
                                      <p:to>
                                        <p:strVal val="visible"/>
                                      </p:to>
                                    </p:set>
                                    <p:animEffect transition="in" filter="fade">
                                      <p:cBhvr>
                                        <p:cTn id="53" dur="550"/>
                                        <p:tgtEl>
                                          <p:spTgt spid="32"/>
                                        </p:tgtEl>
                                      </p:cBhvr>
                                    </p:animEffect>
                                    <p:anim calcmode="lin" valueType="num">
                                      <p:cBhvr additive="base">
                                        <p:cTn id="54" dur="550" fill="hold"/>
                                        <p:tgtEl>
                                          <p:spTgt spid="32"/>
                                        </p:tgtEl>
                                        <p:attrNameLst>
                                          <p:attrName>ppt_x</p:attrName>
                                        </p:attrNameLst>
                                      </p:cBhvr>
                                      <p:tavLst>
                                        <p:tav tm="0">
                                          <p:val>
                                            <p:strVal val="#ppt_x"/>
                                          </p:val>
                                        </p:tav>
                                        <p:tav tm="100000">
                                          <p:val>
                                            <p:strVal val="#ppt_x"/>
                                          </p:val>
                                        </p:tav>
                                      </p:tavLst>
                                    </p:anim>
                                    <p:anim calcmode="lin" valueType="num">
                                      <p:cBhvr additive="base">
                                        <p:cTn id="55" dur="550" fill="hold"/>
                                        <p:tgtEl>
                                          <p:spTgt spid="32"/>
                                        </p:tgtEl>
                                        <p:attrNameLst>
                                          <p:attrName>ppt_y</p:attrName>
                                        </p:attrNameLst>
                                      </p:cBhvr>
                                      <p:tavLst>
                                        <p:tav tm="0">
                                          <p:val>
                                            <p:strVal val="#ppt_y+.08"/>
                                          </p:val>
                                        </p:tav>
                                        <p:tav tm="100000">
                                          <p:val>
                                            <p:strVal val="#ppt_y"/>
                                          </p:val>
                                        </p:tav>
                                      </p:tavLst>
                                    </p:anim>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21" grpId="0" animBg="1"/>
      <p:bldP spid="22" grpId="0" animBg="1"/>
      <p:bldP spid="25" grpId="0" animBg="1"/>
      <p:bldP spid="28" grpId="0" animBg="1"/>
      <p:bldP spid="27" grpId="0" animBg="1"/>
      <p:bldP spid="29" grpId="0" animBg="1"/>
      <p:bldP spid="30" grpId="0" animBg="1"/>
      <p:bldP spid="31" grpId="0" animBg="1"/>
      <p:bldP spid="32" grpId="0" animBg="1"/>
    </p:bldLst>
  </p:timing>
</p:sld>
</file>

<file path=ppt/slides/slide2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2000" cy="6858000"/>
          </a:xfrm>
          <a:prstGeom prst="rect">
            <a:avLst/>
          </a:prstGeom>
          <a:gradFill rotWithShape="1">
            <a:gsLst>
              <a:gs pos="0">
                <a:srgbClr val="070B1A"/>
              </a:gs>
              <a:gs pos="100000">
                <a:srgbClr val="141C44"/>
              </a:gs>
            </a:gsLst>
            <a:lin scaled="0" ang="13500000"/>
          </a:gra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cxnSp>
        <p:nvCxnSpPr>
          <p:cNvPr id="3" name="Connector 2"/>
          <p:cNvCxnSpPr/>
          <p:nvPr/>
        </p:nvCxnSpPr>
        <p:spPr>
          <a:xfrm flipV="1">
            <a:off x="10350000" y="305000"/>
            <a:ext cx="750000" cy="75000"/>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cxnSp>
        <p:nvCxnSpPr>
          <p:cNvPr id="4" name="Connector 3"/>
          <p:cNvCxnSpPr/>
          <p:nvPr/>
        </p:nvCxnSpPr>
        <p:spPr>
          <a:xfrm>
            <a:off x="10350000" y="380000"/>
            <a:ext cx="750000" cy="150000"/>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cxnSp>
        <p:nvCxnSpPr>
          <p:cNvPr id="5" name="Connector 4"/>
          <p:cNvCxnSpPr/>
          <p:nvPr/>
        </p:nvCxnSpPr>
        <p:spPr>
          <a:xfrm>
            <a:off x="10350000" y="380000"/>
            <a:ext cx="750000" cy="375000"/>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cxnSp>
        <p:nvCxnSpPr>
          <p:cNvPr id="6" name="Connector 5"/>
          <p:cNvCxnSpPr/>
          <p:nvPr/>
        </p:nvCxnSpPr>
        <p:spPr>
          <a:xfrm flipV="1">
            <a:off x="10350000" y="305000"/>
            <a:ext cx="750000" cy="375000"/>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cxnSp>
        <p:nvCxnSpPr>
          <p:cNvPr id="7" name="Connector 6"/>
          <p:cNvCxnSpPr/>
          <p:nvPr/>
        </p:nvCxnSpPr>
        <p:spPr>
          <a:xfrm flipV="1">
            <a:off x="10350000" y="530000"/>
            <a:ext cx="750000" cy="150000"/>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cxnSp>
        <p:nvCxnSpPr>
          <p:cNvPr id="8" name="Connector 7"/>
          <p:cNvCxnSpPr/>
          <p:nvPr/>
        </p:nvCxnSpPr>
        <p:spPr>
          <a:xfrm>
            <a:off x="10350000" y="680000"/>
            <a:ext cx="750000" cy="75000"/>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cxnSp>
        <p:nvCxnSpPr>
          <p:cNvPr id="9" name="Connector 8"/>
          <p:cNvCxnSpPr/>
          <p:nvPr/>
        </p:nvCxnSpPr>
        <p:spPr>
          <a:xfrm>
            <a:off x="11100000" y="305000"/>
            <a:ext cx="750000" cy="75000"/>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cxnSp>
        <p:nvCxnSpPr>
          <p:cNvPr id="10" name="Connector 9"/>
          <p:cNvCxnSpPr/>
          <p:nvPr/>
        </p:nvCxnSpPr>
        <p:spPr>
          <a:xfrm>
            <a:off x="11100000" y="305000"/>
            <a:ext cx="750000" cy="375000"/>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cxnSp>
        <p:nvCxnSpPr>
          <p:cNvPr id="11" name="Connector 10"/>
          <p:cNvCxnSpPr/>
          <p:nvPr/>
        </p:nvCxnSpPr>
        <p:spPr>
          <a:xfrm>
            <a:off x="11100000" y="530000"/>
            <a:ext cx="750000" cy="150000"/>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cxnSp>
        <p:nvCxnSpPr>
          <p:cNvPr id="12" name="Connector 11"/>
          <p:cNvCxnSpPr/>
          <p:nvPr/>
        </p:nvCxnSpPr>
        <p:spPr>
          <a:xfrm flipV="1">
            <a:off x="11100000" y="680000"/>
            <a:ext cx="750000" cy="75000"/>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sp>
        <p:nvSpPr>
          <p:cNvPr id="13" name="Oval 12"/>
          <p:cNvSpPr/>
          <p:nvPr/>
        </p:nvSpPr>
        <p:spPr>
          <a:xfrm>
            <a:off x="10280000" y="310000"/>
            <a:ext cx="140000" cy="140000"/>
          </a:xfrm>
          <a:prstGeom prst="ellipse">
            <a:avLst/>
          </a:prstGeom>
          <a:solidFill>
            <a:srgbClr val="3B4C8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Oval 13"/>
          <p:cNvSpPr/>
          <p:nvPr/>
        </p:nvSpPr>
        <p:spPr>
          <a:xfrm>
            <a:off x="10280000" y="610000"/>
            <a:ext cx="140000" cy="140000"/>
          </a:xfrm>
          <a:prstGeom prst="ellipse">
            <a:avLst/>
          </a:prstGeom>
          <a:solidFill>
            <a:srgbClr val="3B4C8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Oval 14"/>
          <p:cNvSpPr/>
          <p:nvPr/>
        </p:nvSpPr>
        <p:spPr>
          <a:xfrm>
            <a:off x="11030000" y="235000"/>
            <a:ext cx="140000" cy="140000"/>
          </a:xfrm>
          <a:prstGeom prst="ellipse">
            <a:avLst/>
          </a:prstGeom>
          <a:solidFill>
            <a:srgbClr val="3B4C8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Oval 15"/>
          <p:cNvSpPr/>
          <p:nvPr/>
        </p:nvSpPr>
        <p:spPr>
          <a:xfrm>
            <a:off x="11030000" y="460000"/>
            <a:ext cx="140000" cy="140000"/>
          </a:xfrm>
          <a:prstGeom prst="ellipse">
            <a:avLst/>
          </a:prstGeom>
          <a:solidFill>
            <a:srgbClr val="3B4C8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Oval 16"/>
          <p:cNvSpPr/>
          <p:nvPr/>
        </p:nvSpPr>
        <p:spPr>
          <a:xfrm>
            <a:off x="11030000" y="685000"/>
            <a:ext cx="140000" cy="140000"/>
          </a:xfrm>
          <a:prstGeom prst="ellipse">
            <a:avLst/>
          </a:prstGeom>
          <a:solidFill>
            <a:srgbClr val="3B4C8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Oval 17"/>
          <p:cNvSpPr/>
          <p:nvPr/>
        </p:nvSpPr>
        <p:spPr>
          <a:xfrm>
            <a:off x="11780000" y="310000"/>
            <a:ext cx="140000" cy="140000"/>
          </a:xfrm>
          <a:prstGeom prst="ellipse">
            <a:avLst/>
          </a:prstGeom>
          <a:solidFill>
            <a:srgbClr val="3B4C8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Oval 18"/>
          <p:cNvSpPr/>
          <p:nvPr/>
        </p:nvSpPr>
        <p:spPr>
          <a:xfrm>
            <a:off x="11780000" y="610000"/>
            <a:ext cx="140000" cy="140000"/>
          </a:xfrm>
          <a:prstGeom prst="ellipse">
            <a:avLst/>
          </a:prstGeom>
          <a:solidFill>
            <a:srgbClr val="3B4C8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500000" y="160000"/>
            <a:ext cx="9600000" cy="300000"/>
          </a:xfrm>
          <a:prstGeom prst="rect">
            <a:avLst/>
          </a:prstGeom>
          <a:noFill/>
        </p:spPr>
        <p:txBody>
          <a:bodyPr wrap="square" anchor="t" lIns="50800" rIns="50800">
            <a:spAutoFit/>
          </a:bodyPr>
          <a:lstStyle/>
          <a:p>
            <a:pPr algn="l"/>
            <a:r>
              <a:rPr sz="1100" b="1">
                <a:solidFill>
                  <a:srgbClr val="22D3EE"/>
                </a:solidFill>
                <a:latin typeface="Segoe UI"/>
              </a:rPr>
              <a:t>◆ 5-REJA</a:t>
            </a:r>
          </a:p>
        </p:txBody>
      </p:sp>
      <p:sp>
        <p:nvSpPr>
          <p:cNvPr id="21" name="TextBox 20"/>
          <p:cNvSpPr txBox="1"/>
          <p:nvPr/>
        </p:nvSpPr>
        <p:spPr>
          <a:xfrm>
            <a:off x="500000" y="400000"/>
            <a:ext cx="9800000" cy="650000"/>
          </a:xfrm>
          <a:prstGeom prst="rect">
            <a:avLst/>
          </a:prstGeom>
          <a:noFill/>
        </p:spPr>
        <p:txBody>
          <a:bodyPr wrap="square" anchor="ctr" lIns="50800" rIns="50800">
            <a:spAutoFit/>
          </a:bodyPr>
          <a:lstStyle/>
          <a:p>
            <a:pPr algn="l"/>
            <a:r>
              <a:rPr sz="2600" b="1">
                <a:solidFill>
                  <a:srgbClr val="E8EEFA"/>
                </a:solidFill>
                <a:latin typeface="Segoe UI"/>
              </a:rPr>
              <a:t>Trusted Computing va Secure AI</a:t>
            </a:r>
          </a:p>
        </p:txBody>
      </p:sp>
      <p:sp>
        <p:nvSpPr>
          <p:cNvPr id="22" name="Rectangle 21"/>
          <p:cNvSpPr/>
          <p:nvPr/>
        </p:nvSpPr>
        <p:spPr>
          <a:xfrm>
            <a:off x="560000" y="1080000"/>
            <a:ext cx="1700000" cy="45000"/>
          </a:xfrm>
          <a:prstGeom prst="rect">
            <a:avLst/>
          </a:prstGeom>
          <a:gradFill rotWithShape="1">
            <a:gsLst>
              <a:gs pos="0">
                <a:srgbClr val="22D3EE"/>
              </a:gs>
              <a:gs pos="100000">
                <a:srgbClr val="8B5CF6"/>
              </a:gs>
            </a:gsLst>
            <a:lin scaled="0" ang="0"/>
          </a:gra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TextBox 22"/>
          <p:cNvSpPr txBox="1"/>
          <p:nvPr/>
        </p:nvSpPr>
        <p:spPr>
          <a:xfrm>
            <a:off x="500000" y="6450000"/>
            <a:ext cx="9500000" cy="280000"/>
          </a:xfrm>
          <a:prstGeom prst="rect">
            <a:avLst/>
          </a:prstGeom>
          <a:noFill/>
        </p:spPr>
        <p:txBody>
          <a:bodyPr wrap="square" anchor="t" lIns="50800" rIns="50800">
            <a:spAutoFit/>
          </a:bodyPr>
          <a:lstStyle/>
          <a:p>
            <a:pPr algn="l"/>
            <a:r>
              <a:rPr sz="900" b="0">
                <a:solidFill>
                  <a:srgbClr val="707EAA"/>
                </a:solidFill>
                <a:latin typeface="Segoe UI"/>
              </a:rPr>
              <a:t>M9 · Tizimlarining ishonchliligi va axborot xavfsizligi</a:t>
            </a:r>
          </a:p>
        </p:txBody>
      </p:sp>
      <p:sp>
        <p:nvSpPr>
          <p:cNvPr id="24" name="Rounded Rectangle 23"/>
          <p:cNvSpPr/>
          <p:nvPr/>
        </p:nvSpPr>
        <p:spPr>
          <a:xfrm>
            <a:off x="11000000" y="6430000"/>
            <a:ext cx="700000" cy="270000"/>
          </a:xfrm>
          <a:prstGeom prst="roundRect">
            <a:avLst/>
          </a:prstGeom>
          <a:solidFill>
            <a:srgbClr val="121936"/>
          </a:solidFill>
          <a:ln w="12700">
            <a:solidFill>
              <a:srgbClr val="2A356E"/>
            </a:solidFill>
          </a:ln>
          <a:effectLst/>
        </p:spPr>
        <p:style>
          <a:lnRef idx="1">
            <a:schemeClr val="accent1"/>
          </a:lnRef>
          <a:fillRef idx="3">
            <a:schemeClr val="accent1"/>
          </a:fillRef>
          <a:effectRef idx="2">
            <a:schemeClr val="accent1"/>
          </a:effectRef>
          <a:fontRef idx="minor">
            <a:schemeClr val="lt1"/>
          </a:fontRef>
        </p:style>
        <p:txBody>
          <a:bodyPr rtlCol="0" anchor="ctr" tIns="0" bIns="0"/>
          <a:lstStyle/>
          <a:p>
            <a:pPr algn="ctr"/>
            <a:r>
              <a:rPr sz="1000" b="1">
                <a:solidFill>
                  <a:srgbClr val="22D3EE"/>
                </a:solidFill>
                <a:latin typeface="Segoe UI"/>
              </a:rPr>
              <a:t>29</a:t>
            </a:r>
          </a:p>
        </p:txBody>
      </p:sp>
      <p:sp>
        <p:nvSpPr>
          <p:cNvPr id="25" name="Rounded Rectangle 24"/>
          <p:cNvSpPr/>
          <p:nvPr/>
        </p:nvSpPr>
        <p:spPr>
          <a:xfrm>
            <a:off x="7520000" y="1330000"/>
            <a:ext cx="4250000" cy="4650000"/>
          </a:xfrm>
          <a:prstGeom prst="roundRect">
            <a:avLst>
              <a:gd name="adj" fmla="val 5000"/>
            </a:avLst>
          </a:prstGeom>
          <a:noFill/>
          <a:ln w="15875">
            <a:solidFill>
              <a:srgbClr val="8B5CF6"/>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26" name="Picture 25" descr="c3bf51a6fe71b1fc.jpg"/>
          <p:cNvPicPr>
            <a:picLocks noChangeAspect="1"/>
          </p:cNvPicPr>
          <p:nvPr/>
        </p:nvPicPr>
        <p:blipFill>
          <a:blip r:embed="rId2"/>
          <a:srcRect l="18285" r="18285"/>
          <a:stretch>
            <a:fillRect/>
          </a:stretch>
        </p:blipFill>
        <p:spPr>
          <a:xfrm>
            <a:off x="7620000" y="1430000"/>
            <a:ext cx="4050000" cy="4250000"/>
          </a:xfrm>
          <a:prstGeom prst="roundRect">
            <a:avLst/>
          </a:prstGeom>
          <a:ln w="19050">
            <a:solidFill>
              <a:srgbClr val="22D3EE"/>
            </a:solidFill>
          </a:ln>
        </p:spPr>
      </p:pic>
      <p:sp>
        <p:nvSpPr>
          <p:cNvPr id="27" name="TextBox 26"/>
          <p:cNvSpPr txBox="1"/>
          <p:nvPr/>
        </p:nvSpPr>
        <p:spPr>
          <a:xfrm>
            <a:off x="7620000" y="5710000"/>
            <a:ext cx="4050000" cy="260000"/>
          </a:xfrm>
          <a:prstGeom prst="rect">
            <a:avLst/>
          </a:prstGeom>
          <a:noFill/>
        </p:spPr>
        <p:txBody>
          <a:bodyPr wrap="square" anchor="t" lIns="50800" rIns="50800">
            <a:spAutoFit/>
          </a:bodyPr>
          <a:lstStyle/>
          <a:p>
            <a:pPr algn="l"/>
            <a:r>
              <a:rPr sz="800" b="0">
                <a:solidFill>
                  <a:srgbClr val="707EAA"/>
                </a:solidFill>
                <a:latin typeface="Segoe UI"/>
              </a:rPr>
              <a:t>Rasm: Aisart · Wikimedia Commons · CC BY-SA 3.0</a:t>
            </a:r>
          </a:p>
        </p:txBody>
      </p:sp>
      <p:sp>
        <p:nvSpPr>
          <p:cNvPr id="28" name="Rounded Rectangle 27"/>
          <p:cNvSpPr/>
          <p:nvPr/>
        </p:nvSpPr>
        <p:spPr>
          <a:xfrm>
            <a:off x="7750000" y="1560000"/>
            <a:ext cx="1700000" cy="300000"/>
          </a:xfrm>
          <a:prstGeom prst="roundRect">
            <a:avLst/>
          </a:prstGeom>
          <a:solidFill>
            <a:srgbClr val="070B1A"/>
          </a:solidFill>
          <a:ln w="12700">
            <a:solidFill>
              <a:srgbClr val="22D3EE"/>
            </a:solidFill>
          </a:ln>
          <a:effectLst/>
        </p:spPr>
        <p:style>
          <a:lnRef idx="1">
            <a:schemeClr val="accent1"/>
          </a:lnRef>
          <a:fillRef idx="3">
            <a:schemeClr val="accent1"/>
          </a:fillRef>
          <a:effectRef idx="2">
            <a:schemeClr val="accent1"/>
          </a:effectRef>
          <a:fontRef idx="minor">
            <a:schemeClr val="lt1"/>
          </a:fontRef>
        </p:style>
        <p:txBody>
          <a:bodyPr rtlCol="0" anchor="ctr" tIns="0" bIns="0"/>
          <a:lstStyle/>
          <a:p>
            <a:pPr algn="ctr"/>
            <a:r>
              <a:rPr sz="900" b="1">
                <a:solidFill>
                  <a:srgbClr val="22D3EE"/>
                </a:solidFill>
                <a:latin typeface="Segoe UI"/>
              </a:rPr>
              <a:t>⚙ AMALIYOTDA</a:t>
            </a:r>
          </a:p>
        </p:txBody>
      </p:sp>
      <p:sp>
        <p:nvSpPr>
          <p:cNvPr id="29" name="Rounded Rectangle 28"/>
          <p:cNvSpPr/>
          <p:nvPr/>
        </p:nvSpPr>
        <p:spPr>
          <a:xfrm>
            <a:off x="550000" y="2568868"/>
            <a:ext cx="6750000" cy="2442264"/>
          </a:xfrm>
          <a:prstGeom prst="roundRect">
            <a:avLst>
              <a:gd name="adj" fmla="val 12000"/>
            </a:avLst>
          </a:prstGeom>
          <a:solidFill>
            <a:srgbClr val="121936"/>
          </a:solidFill>
          <a:ln w="12700">
            <a:solidFill>
              <a:srgbClr val="2A356E"/>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 name="Rectangle 29"/>
          <p:cNvSpPr/>
          <p:nvPr/>
        </p:nvSpPr>
        <p:spPr>
          <a:xfrm>
            <a:off x="550000" y="2648868"/>
            <a:ext cx="50000" cy="2282264"/>
          </a:xfrm>
          <a:prstGeom prst="rect">
            <a:avLst/>
          </a:prstGeom>
          <a:solidFill>
            <a:srgbClr val="8B5CF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1" name="Oval 30"/>
          <p:cNvSpPr/>
          <p:nvPr/>
        </p:nvSpPr>
        <p:spPr>
          <a:xfrm>
            <a:off x="760000" y="3590000"/>
            <a:ext cx="400000" cy="400000"/>
          </a:xfrm>
          <a:prstGeom prst="ellipse">
            <a:avLst/>
          </a:prstGeom>
          <a:noFill/>
          <a:ln w="25400">
            <a:solidFill>
              <a:srgbClr val="8B5CF6"/>
            </a:solidFill>
          </a:ln>
          <a:effectLst/>
        </p:spPr>
        <p:style>
          <a:lnRef idx="1">
            <a:schemeClr val="accent1"/>
          </a:lnRef>
          <a:fillRef idx="3">
            <a:schemeClr val="accent1"/>
          </a:fillRef>
          <a:effectRef idx="2">
            <a:schemeClr val="accent1"/>
          </a:effectRef>
          <a:fontRef idx="minor">
            <a:schemeClr val="lt1"/>
          </a:fontRef>
        </p:style>
        <p:txBody>
          <a:bodyPr rtlCol="0" anchor="ctr" lIns="0" rIns="0"/>
          <a:lstStyle/>
          <a:p>
            <a:pPr algn="ctr"/>
            <a:r>
              <a:rPr sz="1200" b="1">
                <a:solidFill>
                  <a:srgbClr val="8B5CF6"/>
                </a:solidFill>
                <a:latin typeface="Segoe UI"/>
              </a:rPr>
              <a:t>02</a:t>
            </a:r>
          </a:p>
        </p:txBody>
      </p:sp>
      <p:sp>
        <p:nvSpPr>
          <p:cNvPr id="32" name="TextBox 31"/>
          <p:cNvSpPr txBox="1"/>
          <p:nvPr/>
        </p:nvSpPr>
        <p:spPr>
          <a:xfrm>
            <a:off x="1300000" y="2608868"/>
            <a:ext cx="5900000" cy="2362264"/>
          </a:xfrm>
          <a:prstGeom prst="rect">
            <a:avLst/>
          </a:prstGeom>
          <a:noFill/>
        </p:spPr>
        <p:txBody>
          <a:bodyPr wrap="square" anchor="ctr">
            <a:spAutoFit/>
          </a:bodyPr>
          <a:lstStyle/>
          <a:p>
            <a:r>
              <a:rPr sz="1500" b="1">
                <a:solidFill>
                  <a:srgbClr val="E8EEFA"/>
                </a:solidFill>
                <a:latin typeface="Segoe UI"/>
              </a:rPr>
              <a:t>Ishonchli bajarish muhiti (Trusted Execution Environment, TEE) protsessor ichida xotirasi shifrlangan va hatto operatsion tizim yoki gipervizor ham kira olmaydigan izolyatsiyalangan hudud yaratadi.</a:t>
            </a:r>
          </a:p>
          <a:p>
            <a:pPr>
              <a:spcBef>
                <a:spcPts val="400"/>
              </a:spcBef>
            </a:pPr>
            <a:r>
              <a:rPr sz="1400">
                <a:solidFill>
                  <a:srgbClr val="AEBBD9"/>
                </a:solidFill>
                <a:latin typeface="Segoe UI"/>
              </a:rPr>
              <a:t>Intel SGX (Software Guard Extensions) ilova darajasidagi «enklav»lar beradi (dastlab 128–256 MB cheklangan xotira bilan), Intel TDX va AMD SEV-SNP esa butun virtual mashinani himoyalaydi va bulut provayderlarida «konfidensial hisoblash» (confidential computing) xizmatlarining asosidir.</a:t>
            </a:r>
          </a:p>
        </p:txBody>
      </p:sp>
    </p:spTree>
  </p:cSld>
  <p:clrMapOvr>
    <a:masterClrMapping/>
  </p:clrMapOvr>
  <p:transition spd="med">
    <p:fade/>
  </p:transition>
  <p:timing>
    <p:tnLst>
      <p:par>
        <p:cTn id="1" dur="indefinite" restart="never" nodeType="tmRoot">
          <p:childTnLst>
            <p:seq concurrent="1" nextAc="seek">
              <p:cTn id="2" dur="indefinite" nodeType="mainSeq">
                <p:childTnLst>
                  <p:par>
                    <p:cTn id="56" fill="hold">
                      <p:stCondLst>
                        <p:cond delay="indefinite"/>
                        <p:cond evt="onBegin" delay="0">
                          <p:tn val="2"/>
                        </p:cond>
                      </p:stCondLst>
                      <p:childTnLst>
                        <p:par>
                          <p:cTn id="3" fill="hold">
                            <p:stCondLst>
                              <p:cond delay="0"/>
                            </p:stCondLst>
                            <p:childTnLst>
                              <p:par>
                                <p:cTn id="4" presetID="10" presetClass="entr" presetSubtype="0" fill="hold" grpId="0" nodeType="withEffect">
                                  <p:stCondLst>
                                    <p:cond delay="0"/>
                                  </p:stCondLst>
                                  <p:childTnLst>
                                    <p:set>
                                      <p:cBhvr>
                                        <p:cTn id="5" dur="1" fill="hold">
                                          <p:stCondLst>
                                            <p:cond delay="0"/>
                                          </p:stCondLst>
                                        </p:cTn>
                                        <p:tgtEl>
                                          <p:spTgt spid="21"/>
                                        </p:tgtEl>
                                        <p:attrNameLst>
                                          <p:attrName>style.visibility</p:attrName>
                                        </p:attrNameLst>
                                      </p:cBhvr>
                                      <p:to>
                                        <p:strVal val="visible"/>
                                      </p:to>
                                    </p:set>
                                    <p:animEffect transition="in" filter="fade">
                                      <p:cBhvr>
                                        <p:cTn id="6" dur="550"/>
                                        <p:tgtEl>
                                          <p:spTgt spid="21"/>
                                        </p:tgtEl>
                                      </p:cBhvr>
                                    </p:animEffect>
                                  </p:childTnLst>
                                </p:cTn>
                              </p:par>
                            </p:childTnLst>
                          </p:cTn>
                        </p:par>
                        <p:par>
                          <p:cTn id="7" fill="hold">
                            <p:stCondLst>
                              <p:cond delay="0"/>
                            </p:stCondLst>
                            <p:childTnLst>
                              <p:par>
                                <p:cTn id="8" presetID="22" presetClass="entr" presetSubtype="8" fill="hold" grpId="0" nodeType="afterEffect">
                                  <p:stCondLst>
                                    <p:cond delay="0"/>
                                  </p:stCondLst>
                                  <p:childTnLst>
                                    <p:set>
                                      <p:cBhvr>
                                        <p:cTn id="9" dur="1" fill="hold">
                                          <p:stCondLst>
                                            <p:cond delay="0"/>
                                          </p:stCondLst>
                                        </p:cTn>
                                        <p:tgtEl>
                                          <p:spTgt spid="22"/>
                                        </p:tgtEl>
                                        <p:attrNameLst>
                                          <p:attrName>style.visibility</p:attrName>
                                        </p:attrNameLst>
                                      </p:cBhvr>
                                      <p:to>
                                        <p:strVal val="visible"/>
                                      </p:to>
                                    </p:set>
                                    <p:animEffect transition="in" filter="wipe(left)">
                                      <p:cBhvr>
                                        <p:cTn id="11" dur="800"/>
                                        <p:tgtEl>
                                          <p:spTgt spid="22"/>
                                        </p:tgtEl>
                                      </p:cBhvr>
                                    </p:animEffect>
                                  </p:childTnLst>
                                </p:cTn>
                              </p:par>
                            </p:childTnLst>
                          </p:cTn>
                        </p:par>
                        <p:par>
                          <p:cTn id="12" fill="hold">
                            <p:stCondLst>
                              <p:cond delay="150"/>
                            </p:stCondLst>
                            <p:childTnLst>
                              <p:par>
                                <p:cTn id="13" presetID="53" presetClass="entr" presetSubtype="16" fill="hold" grpId="0" nodeType="afterEffect">
                                  <p:stCondLst>
                                    <p:cond delay="0"/>
                                  </p:stCondLst>
                                  <p:childTnLst>
                                    <p:set>
                                      <p:cBhvr>
                                        <p:cTn id="14" dur="1" fill="hold">
                                          <p:stCondLst>
                                            <p:cond delay="0"/>
                                          </p:stCondLst>
                                        </p:cTn>
                                        <p:tgtEl>
                                          <p:spTgt spid="25"/>
                                        </p:tgtEl>
                                        <p:attrNameLst>
                                          <p:attrName>style.visibility</p:attrName>
                                        </p:attrNameLst>
                                      </p:cBhvr>
                                      <p:to>
                                        <p:strVal val="visible"/>
                                      </p:to>
                                    </p:set>
                                    <p:animEffect transition="in" filter="fade">
                                      <p:cBhvr>
                                        <p:cTn id="15" dur="550"/>
                                        <p:tgtEl>
                                          <p:spTgt spid="25"/>
                                        </p:tgtEl>
                                      </p:cBhvr>
                                    </p:animEffect>
                                    <p:anim calcmode="lin" valueType="num">
                                      <p:cBhvr additive="base">
                                        <p:cTn id="16" dur="550" fill="hold"/>
                                        <p:tgtEl>
                                          <p:spTgt spid="25"/>
                                        </p:tgtEl>
                                        <p:attrNameLst>
                                          <p:attrName>ppt_w</p:attrName>
                                        </p:attrNameLst>
                                      </p:cBhvr>
                                      <p:tavLst>
                                        <p:tav tm="0">
                                          <p:val>
                                            <p:strVal val="0"/>
                                          </p:val>
                                        </p:tav>
                                        <p:tav tm="100000">
                                          <p:val>
                                            <p:strVal val="#ppt_w"/>
                                          </p:val>
                                        </p:tav>
                                      </p:tavLst>
                                    </p:anim>
                                    <p:anim calcmode="lin" valueType="num">
                                      <p:cBhvr additive="base">
                                        <p:cTn id="17" dur="550" fill="hold"/>
                                        <p:tgtEl>
                                          <p:spTgt spid="25"/>
                                        </p:tgtEl>
                                        <p:attrNameLst>
                                          <p:attrName>ppt_h</p:attrName>
                                        </p:attrNameLst>
                                      </p:cBhvr>
                                      <p:tavLst>
                                        <p:tav tm="0">
                                          <p:val>
                                            <p:strVal val="0"/>
                                          </p:val>
                                        </p:tav>
                                        <p:tav tm="100000">
                                          <p:val>
                                            <p:strVal val="#ppt_h"/>
                                          </p:val>
                                        </p:tav>
                                      </p:tavLst>
                                    </p:anim>
                                  </p:childTnLst>
                                </p:cTn>
                              </p:par>
                            </p:childTnLst>
                          </p:cTn>
                        </p:par>
                        <p:par>
                          <p:cTn id="18" fill="hold">
                            <p:stCondLst>
                              <p:cond delay="150"/>
                            </p:stCondLst>
                            <p:childTnLst>
                              <p:par>
                                <p:cTn id="19" presetID="53" presetClass="entr" presetSubtype="16" fill="hold" grpId="0" nodeType="afterEffect">
                                  <p:stCondLst>
                                    <p:cond delay="0"/>
                                  </p:stCondLst>
                                  <p:childTnLst>
                                    <p:set>
                                      <p:cBhvr>
                                        <p:cTn id="20" dur="1" fill="hold">
                                          <p:stCondLst>
                                            <p:cond delay="0"/>
                                          </p:stCondLst>
                                        </p:cTn>
                                        <p:tgtEl>
                                          <p:spTgt spid="26"/>
                                        </p:tgtEl>
                                        <p:attrNameLst>
                                          <p:attrName>style.visibility</p:attrName>
                                        </p:attrNameLst>
                                      </p:cBhvr>
                                      <p:to>
                                        <p:strVal val="visible"/>
                                      </p:to>
                                    </p:set>
                                    <p:animEffect transition="in" filter="fade">
                                      <p:cBhvr>
                                        <p:cTn id="21" dur="550"/>
                                        <p:tgtEl>
                                          <p:spTgt spid="26"/>
                                        </p:tgtEl>
                                      </p:cBhvr>
                                    </p:animEffect>
                                    <p:anim calcmode="lin" valueType="num">
                                      <p:cBhvr additive="base">
                                        <p:cTn id="22" dur="550" fill="hold"/>
                                        <p:tgtEl>
                                          <p:spTgt spid="26"/>
                                        </p:tgtEl>
                                        <p:attrNameLst>
                                          <p:attrName>ppt_w</p:attrName>
                                        </p:attrNameLst>
                                      </p:cBhvr>
                                      <p:tavLst>
                                        <p:tav tm="0">
                                          <p:val>
                                            <p:strVal val="0"/>
                                          </p:val>
                                        </p:tav>
                                        <p:tav tm="100000">
                                          <p:val>
                                            <p:strVal val="#ppt_w"/>
                                          </p:val>
                                        </p:tav>
                                      </p:tavLst>
                                    </p:anim>
                                    <p:anim calcmode="lin" valueType="num">
                                      <p:cBhvr additive="base">
                                        <p:cTn id="23" dur="550" fill="hold"/>
                                        <p:tgtEl>
                                          <p:spTgt spid="26"/>
                                        </p:tgtEl>
                                        <p:attrNameLst>
                                          <p:attrName>ppt_h</p:attrName>
                                        </p:attrNameLst>
                                      </p:cBhvr>
                                      <p:tavLst>
                                        <p:tav tm="0">
                                          <p:val>
                                            <p:strVal val="0"/>
                                          </p:val>
                                        </p:tav>
                                        <p:tav tm="100000">
                                          <p:val>
                                            <p:strVal val="#ppt_h"/>
                                          </p:val>
                                        </p:tav>
                                      </p:tavLst>
                                    </p:anim>
                                  </p:childTnLst>
                                </p:cTn>
                              </p:par>
                            </p:childTnLst>
                          </p:cTn>
                        </p:par>
                        <p:par>
                          <p:cTn id="24" fill="hold">
                            <p:stCondLst>
                              <p:cond delay="150"/>
                            </p:stCondLst>
                            <p:childTnLst>
                              <p:par>
                                <p:cTn id="25" presetID="10" presetClass="entr" presetSubtype="0" fill="hold" grpId="0" nodeType="afterEffect">
                                  <p:stCondLst>
                                    <p:cond delay="0"/>
                                  </p:stCondLst>
                                  <p:childTnLst>
                                    <p:set>
                                      <p:cBhvr>
                                        <p:cTn id="26" dur="1" fill="hold">
                                          <p:stCondLst>
                                            <p:cond delay="0"/>
                                          </p:stCondLst>
                                        </p:cTn>
                                        <p:tgtEl>
                                          <p:spTgt spid="28"/>
                                        </p:tgtEl>
                                        <p:attrNameLst>
                                          <p:attrName>style.visibility</p:attrName>
                                        </p:attrNameLst>
                                      </p:cBhvr>
                                      <p:to>
                                        <p:strVal val="visible"/>
                                      </p:to>
                                    </p:set>
                                    <p:animEffect transition="in" filter="fade">
                                      <p:cBhvr>
                                        <p:cTn id="27" dur="550"/>
                                        <p:tgtEl>
                                          <p:spTgt spid="28"/>
                                        </p:tgtEl>
                                      </p:cBhvr>
                                    </p:animEffect>
                                  </p:childTnLst>
                                </p:cTn>
                              </p:par>
                            </p:childTnLst>
                          </p:cTn>
                        </p:par>
                        <p:par>
                          <p:cTn id="28" fill="hold">
                            <p:stCondLst>
                              <p:cond delay="150"/>
                            </p:stCondLst>
                            <p:childTnLst>
                              <p:par>
                                <p:cTn id="29" presetID="10" presetClass="entr" presetSubtype="0" fill="hold" grpId="0" nodeType="afterEffect">
                                  <p:stCondLst>
                                    <p:cond delay="0"/>
                                  </p:stCondLst>
                                  <p:childTnLst>
                                    <p:set>
                                      <p:cBhvr>
                                        <p:cTn id="30" dur="1" fill="hold">
                                          <p:stCondLst>
                                            <p:cond delay="0"/>
                                          </p:stCondLst>
                                        </p:cTn>
                                        <p:tgtEl>
                                          <p:spTgt spid="27"/>
                                        </p:tgtEl>
                                        <p:attrNameLst>
                                          <p:attrName>style.visibility</p:attrName>
                                        </p:attrNameLst>
                                      </p:cBhvr>
                                      <p:to>
                                        <p:strVal val="visible"/>
                                      </p:to>
                                    </p:set>
                                    <p:animEffect transition="in" filter="fade">
                                      <p:cBhvr>
                                        <p:cTn id="31" dur="550"/>
                                        <p:tgtEl>
                                          <p:spTgt spid="27"/>
                                        </p:tgtEl>
                                      </p:cBhvr>
                                    </p:animEffect>
                                  </p:childTnLst>
                                </p:cTn>
                              </p:par>
                            </p:childTnLst>
                          </p:cTn>
                        </p:par>
                        <p:par>
                          <p:cTn id="32" fill="hold">
                            <p:stCondLst>
                              <p:cond delay="350"/>
                            </p:stCondLst>
                            <p:childTnLst>
                              <p:par>
                                <p:cTn id="33" presetID="42" presetClass="entr" presetSubtype="0" fill="hold" grpId="0" nodeType="afterEffect">
                                  <p:stCondLst>
                                    <p:cond delay="0"/>
                                  </p:stCondLst>
                                  <p:childTnLst>
                                    <p:set>
                                      <p:cBhvr>
                                        <p:cTn id="34" dur="1" fill="hold">
                                          <p:stCondLst>
                                            <p:cond delay="0"/>
                                          </p:stCondLst>
                                        </p:cTn>
                                        <p:tgtEl>
                                          <p:spTgt spid="29"/>
                                        </p:tgtEl>
                                        <p:attrNameLst>
                                          <p:attrName>style.visibility</p:attrName>
                                        </p:attrNameLst>
                                      </p:cBhvr>
                                      <p:to>
                                        <p:strVal val="visible"/>
                                      </p:to>
                                    </p:set>
                                    <p:animEffect transition="in" filter="fade">
                                      <p:cBhvr>
                                        <p:cTn id="35" dur="550"/>
                                        <p:tgtEl>
                                          <p:spTgt spid="29"/>
                                        </p:tgtEl>
                                      </p:cBhvr>
                                    </p:animEffect>
                                    <p:anim calcmode="lin" valueType="num">
                                      <p:cBhvr additive="base">
                                        <p:cTn id="36" dur="550" fill="hold"/>
                                        <p:tgtEl>
                                          <p:spTgt spid="29"/>
                                        </p:tgtEl>
                                        <p:attrNameLst>
                                          <p:attrName>ppt_x</p:attrName>
                                        </p:attrNameLst>
                                      </p:cBhvr>
                                      <p:tavLst>
                                        <p:tav tm="0">
                                          <p:val>
                                            <p:strVal val="#ppt_x"/>
                                          </p:val>
                                        </p:tav>
                                        <p:tav tm="100000">
                                          <p:val>
                                            <p:strVal val="#ppt_x"/>
                                          </p:val>
                                        </p:tav>
                                      </p:tavLst>
                                    </p:anim>
                                    <p:anim calcmode="lin" valueType="num">
                                      <p:cBhvr additive="base">
                                        <p:cTn id="37" dur="550" fill="hold"/>
                                        <p:tgtEl>
                                          <p:spTgt spid="29"/>
                                        </p:tgtEl>
                                        <p:attrNameLst>
                                          <p:attrName>ppt_y</p:attrName>
                                        </p:attrNameLst>
                                      </p:cBhvr>
                                      <p:tavLst>
                                        <p:tav tm="0">
                                          <p:val>
                                            <p:strVal val="#ppt_y+.08"/>
                                          </p:val>
                                        </p:tav>
                                        <p:tav tm="100000">
                                          <p:val>
                                            <p:strVal val="#ppt_y"/>
                                          </p:val>
                                        </p:tav>
                                      </p:tavLst>
                                    </p:anim>
                                  </p:childTnLst>
                                </p:cTn>
                              </p:par>
                            </p:childTnLst>
                          </p:cTn>
                        </p:par>
                        <p:par>
                          <p:cTn id="38" fill="hold">
                            <p:stCondLst>
                              <p:cond delay="350"/>
                            </p:stCondLst>
                            <p:childTnLst>
                              <p:par>
                                <p:cTn id="39" presetID="42" presetClass="entr" presetSubtype="0" fill="hold" grpId="0" nodeType="afterEffect">
                                  <p:stCondLst>
                                    <p:cond delay="0"/>
                                  </p:stCondLst>
                                  <p:childTnLst>
                                    <p:set>
                                      <p:cBhvr>
                                        <p:cTn id="40" dur="1" fill="hold">
                                          <p:stCondLst>
                                            <p:cond delay="0"/>
                                          </p:stCondLst>
                                        </p:cTn>
                                        <p:tgtEl>
                                          <p:spTgt spid="30"/>
                                        </p:tgtEl>
                                        <p:attrNameLst>
                                          <p:attrName>style.visibility</p:attrName>
                                        </p:attrNameLst>
                                      </p:cBhvr>
                                      <p:to>
                                        <p:strVal val="visible"/>
                                      </p:to>
                                    </p:set>
                                    <p:animEffect transition="in" filter="fade">
                                      <p:cBhvr>
                                        <p:cTn id="41" dur="550"/>
                                        <p:tgtEl>
                                          <p:spTgt spid="30"/>
                                        </p:tgtEl>
                                      </p:cBhvr>
                                    </p:animEffect>
                                    <p:anim calcmode="lin" valueType="num">
                                      <p:cBhvr additive="base">
                                        <p:cTn id="42" dur="550" fill="hold"/>
                                        <p:tgtEl>
                                          <p:spTgt spid="30"/>
                                        </p:tgtEl>
                                        <p:attrNameLst>
                                          <p:attrName>ppt_x</p:attrName>
                                        </p:attrNameLst>
                                      </p:cBhvr>
                                      <p:tavLst>
                                        <p:tav tm="0">
                                          <p:val>
                                            <p:strVal val="#ppt_x"/>
                                          </p:val>
                                        </p:tav>
                                        <p:tav tm="100000">
                                          <p:val>
                                            <p:strVal val="#ppt_x"/>
                                          </p:val>
                                        </p:tav>
                                      </p:tavLst>
                                    </p:anim>
                                    <p:anim calcmode="lin" valueType="num">
                                      <p:cBhvr additive="base">
                                        <p:cTn id="43" dur="550" fill="hold"/>
                                        <p:tgtEl>
                                          <p:spTgt spid="30"/>
                                        </p:tgtEl>
                                        <p:attrNameLst>
                                          <p:attrName>ppt_y</p:attrName>
                                        </p:attrNameLst>
                                      </p:cBhvr>
                                      <p:tavLst>
                                        <p:tav tm="0">
                                          <p:val>
                                            <p:strVal val="#ppt_y+.08"/>
                                          </p:val>
                                        </p:tav>
                                        <p:tav tm="100000">
                                          <p:val>
                                            <p:strVal val="#ppt_y"/>
                                          </p:val>
                                        </p:tav>
                                      </p:tavLst>
                                    </p:anim>
                                  </p:childTnLst>
                                </p:cTn>
                              </p:par>
                            </p:childTnLst>
                          </p:cTn>
                        </p:par>
                        <p:par>
                          <p:cTn id="44" fill="hold">
                            <p:stCondLst>
                              <p:cond delay="350"/>
                            </p:stCondLst>
                            <p:childTnLst>
                              <p:par>
                                <p:cTn id="45" presetID="53" presetClass="entr" presetSubtype="16" fill="hold" grpId="0" nodeType="afterEffect">
                                  <p:stCondLst>
                                    <p:cond delay="0"/>
                                  </p:stCondLst>
                                  <p:childTnLst>
                                    <p:set>
                                      <p:cBhvr>
                                        <p:cTn id="46" dur="1" fill="hold">
                                          <p:stCondLst>
                                            <p:cond delay="0"/>
                                          </p:stCondLst>
                                        </p:cTn>
                                        <p:tgtEl>
                                          <p:spTgt spid="31"/>
                                        </p:tgtEl>
                                        <p:attrNameLst>
                                          <p:attrName>style.visibility</p:attrName>
                                        </p:attrNameLst>
                                      </p:cBhvr>
                                      <p:to>
                                        <p:strVal val="visible"/>
                                      </p:to>
                                    </p:set>
                                    <p:animEffect transition="in" filter="fade">
                                      <p:cBhvr>
                                        <p:cTn id="47" dur="550"/>
                                        <p:tgtEl>
                                          <p:spTgt spid="31"/>
                                        </p:tgtEl>
                                      </p:cBhvr>
                                    </p:animEffect>
                                    <p:anim calcmode="lin" valueType="num">
                                      <p:cBhvr additive="base">
                                        <p:cTn id="48" dur="550" fill="hold"/>
                                        <p:tgtEl>
                                          <p:spTgt spid="31"/>
                                        </p:tgtEl>
                                        <p:attrNameLst>
                                          <p:attrName>ppt_w</p:attrName>
                                        </p:attrNameLst>
                                      </p:cBhvr>
                                      <p:tavLst>
                                        <p:tav tm="0">
                                          <p:val>
                                            <p:strVal val="0"/>
                                          </p:val>
                                        </p:tav>
                                        <p:tav tm="100000">
                                          <p:val>
                                            <p:strVal val="#ppt_w"/>
                                          </p:val>
                                        </p:tav>
                                      </p:tavLst>
                                    </p:anim>
                                    <p:anim calcmode="lin" valueType="num">
                                      <p:cBhvr additive="base">
                                        <p:cTn id="49" dur="550" fill="hold"/>
                                        <p:tgtEl>
                                          <p:spTgt spid="31"/>
                                        </p:tgtEl>
                                        <p:attrNameLst>
                                          <p:attrName>ppt_h</p:attrName>
                                        </p:attrNameLst>
                                      </p:cBhvr>
                                      <p:tavLst>
                                        <p:tav tm="0">
                                          <p:val>
                                            <p:strVal val="0"/>
                                          </p:val>
                                        </p:tav>
                                        <p:tav tm="100000">
                                          <p:val>
                                            <p:strVal val="#ppt_h"/>
                                          </p:val>
                                        </p:tav>
                                      </p:tavLst>
                                    </p:anim>
                                  </p:childTnLst>
                                </p:cTn>
                              </p:par>
                            </p:childTnLst>
                          </p:cTn>
                        </p:par>
                        <p:par>
                          <p:cTn id="50" fill="hold">
                            <p:stCondLst>
                              <p:cond delay="350"/>
                            </p:stCondLst>
                            <p:childTnLst>
                              <p:par>
                                <p:cTn id="51" presetID="42" presetClass="entr" presetSubtype="0" fill="hold" grpId="0" nodeType="afterEffect">
                                  <p:stCondLst>
                                    <p:cond delay="0"/>
                                  </p:stCondLst>
                                  <p:childTnLst>
                                    <p:set>
                                      <p:cBhvr>
                                        <p:cTn id="52" dur="1" fill="hold">
                                          <p:stCondLst>
                                            <p:cond delay="0"/>
                                          </p:stCondLst>
                                        </p:cTn>
                                        <p:tgtEl>
                                          <p:spTgt spid="32"/>
                                        </p:tgtEl>
                                        <p:attrNameLst>
                                          <p:attrName>style.visibility</p:attrName>
                                        </p:attrNameLst>
                                      </p:cBhvr>
                                      <p:to>
                                        <p:strVal val="visible"/>
                                      </p:to>
                                    </p:set>
                                    <p:animEffect transition="in" filter="fade">
                                      <p:cBhvr>
                                        <p:cTn id="53" dur="550"/>
                                        <p:tgtEl>
                                          <p:spTgt spid="32"/>
                                        </p:tgtEl>
                                      </p:cBhvr>
                                    </p:animEffect>
                                    <p:anim calcmode="lin" valueType="num">
                                      <p:cBhvr additive="base">
                                        <p:cTn id="54" dur="550" fill="hold"/>
                                        <p:tgtEl>
                                          <p:spTgt spid="32"/>
                                        </p:tgtEl>
                                        <p:attrNameLst>
                                          <p:attrName>ppt_x</p:attrName>
                                        </p:attrNameLst>
                                      </p:cBhvr>
                                      <p:tavLst>
                                        <p:tav tm="0">
                                          <p:val>
                                            <p:strVal val="#ppt_x"/>
                                          </p:val>
                                        </p:tav>
                                        <p:tav tm="100000">
                                          <p:val>
                                            <p:strVal val="#ppt_x"/>
                                          </p:val>
                                        </p:tav>
                                      </p:tavLst>
                                    </p:anim>
                                    <p:anim calcmode="lin" valueType="num">
                                      <p:cBhvr additive="base">
                                        <p:cTn id="55" dur="550" fill="hold"/>
                                        <p:tgtEl>
                                          <p:spTgt spid="32"/>
                                        </p:tgtEl>
                                        <p:attrNameLst>
                                          <p:attrName>ppt_y</p:attrName>
                                        </p:attrNameLst>
                                      </p:cBhvr>
                                      <p:tavLst>
                                        <p:tav tm="0">
                                          <p:val>
                                            <p:strVal val="#ppt_y+.08"/>
                                          </p:val>
                                        </p:tav>
                                        <p:tav tm="100000">
                                          <p:val>
                                            <p:strVal val="#ppt_y"/>
                                          </p:val>
                                        </p:tav>
                                      </p:tavLst>
                                    </p:anim>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21" grpId="0" animBg="1"/>
      <p:bldP spid="22" grpId="0" animBg="1"/>
      <p:bldP spid="25" grpId="0" animBg="1"/>
      <p:bldP spid="28" grpId="0" animBg="1"/>
      <p:bldP spid="27" grpId="0" animBg="1"/>
      <p:bldP spid="29" grpId="0" animBg="1"/>
      <p:bldP spid="30" grpId="0" animBg="1"/>
      <p:bldP spid="31" grpId="0" animBg="1"/>
      <p:bldP spid="32" grpId="0" animBg="1"/>
    </p:bldLst>
  </p:timing>
</p:sld>
</file>

<file path=ppt/slides/slide3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2000" cy="6858000"/>
          </a:xfrm>
          <a:prstGeom prst="rect">
            <a:avLst/>
          </a:prstGeom>
          <a:gradFill rotWithShape="1">
            <a:gsLst>
              <a:gs pos="0">
                <a:srgbClr val="070B1A"/>
              </a:gs>
              <a:gs pos="100000">
                <a:srgbClr val="141C44"/>
              </a:gs>
            </a:gsLst>
            <a:lin scaled="0" ang="13500000"/>
          </a:gra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cxnSp>
        <p:nvCxnSpPr>
          <p:cNvPr id="3" name="Connector 2"/>
          <p:cNvCxnSpPr/>
          <p:nvPr/>
        </p:nvCxnSpPr>
        <p:spPr>
          <a:xfrm flipV="1">
            <a:off x="10350000" y="305000"/>
            <a:ext cx="750000" cy="75000"/>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cxnSp>
        <p:nvCxnSpPr>
          <p:cNvPr id="4" name="Connector 3"/>
          <p:cNvCxnSpPr/>
          <p:nvPr/>
        </p:nvCxnSpPr>
        <p:spPr>
          <a:xfrm>
            <a:off x="10350000" y="380000"/>
            <a:ext cx="750000" cy="150000"/>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cxnSp>
        <p:nvCxnSpPr>
          <p:cNvPr id="5" name="Connector 4"/>
          <p:cNvCxnSpPr/>
          <p:nvPr/>
        </p:nvCxnSpPr>
        <p:spPr>
          <a:xfrm>
            <a:off x="10350000" y="380000"/>
            <a:ext cx="750000" cy="375000"/>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cxnSp>
        <p:nvCxnSpPr>
          <p:cNvPr id="6" name="Connector 5"/>
          <p:cNvCxnSpPr/>
          <p:nvPr/>
        </p:nvCxnSpPr>
        <p:spPr>
          <a:xfrm flipV="1">
            <a:off x="10350000" y="305000"/>
            <a:ext cx="750000" cy="375000"/>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cxnSp>
        <p:nvCxnSpPr>
          <p:cNvPr id="7" name="Connector 6"/>
          <p:cNvCxnSpPr/>
          <p:nvPr/>
        </p:nvCxnSpPr>
        <p:spPr>
          <a:xfrm flipV="1">
            <a:off x="11100000" y="380000"/>
            <a:ext cx="750000" cy="150000"/>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cxnSp>
        <p:nvCxnSpPr>
          <p:cNvPr id="8" name="Connector 7"/>
          <p:cNvCxnSpPr/>
          <p:nvPr/>
        </p:nvCxnSpPr>
        <p:spPr>
          <a:xfrm flipV="1">
            <a:off x="11100000" y="680000"/>
            <a:ext cx="750000" cy="75000"/>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sp>
        <p:nvSpPr>
          <p:cNvPr id="9" name="Oval 8"/>
          <p:cNvSpPr/>
          <p:nvPr/>
        </p:nvSpPr>
        <p:spPr>
          <a:xfrm>
            <a:off x="10280000" y="310000"/>
            <a:ext cx="140000" cy="140000"/>
          </a:xfrm>
          <a:prstGeom prst="ellipse">
            <a:avLst/>
          </a:prstGeom>
          <a:solidFill>
            <a:srgbClr val="3B4C8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Oval 9"/>
          <p:cNvSpPr/>
          <p:nvPr/>
        </p:nvSpPr>
        <p:spPr>
          <a:xfrm>
            <a:off x="10280000" y="610000"/>
            <a:ext cx="140000" cy="140000"/>
          </a:xfrm>
          <a:prstGeom prst="ellipse">
            <a:avLst/>
          </a:prstGeom>
          <a:solidFill>
            <a:srgbClr val="3B4C8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Oval 10"/>
          <p:cNvSpPr/>
          <p:nvPr/>
        </p:nvSpPr>
        <p:spPr>
          <a:xfrm>
            <a:off x="11030000" y="235000"/>
            <a:ext cx="140000" cy="140000"/>
          </a:xfrm>
          <a:prstGeom prst="ellipse">
            <a:avLst/>
          </a:prstGeom>
          <a:solidFill>
            <a:srgbClr val="3B4C8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11030000" y="460000"/>
            <a:ext cx="140000" cy="140000"/>
          </a:xfrm>
          <a:prstGeom prst="ellipse">
            <a:avLst/>
          </a:prstGeom>
          <a:solidFill>
            <a:srgbClr val="3B4C8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Oval 12"/>
          <p:cNvSpPr/>
          <p:nvPr/>
        </p:nvSpPr>
        <p:spPr>
          <a:xfrm>
            <a:off x="11030000" y="685000"/>
            <a:ext cx="140000" cy="140000"/>
          </a:xfrm>
          <a:prstGeom prst="ellipse">
            <a:avLst/>
          </a:prstGeom>
          <a:solidFill>
            <a:srgbClr val="3B4C8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Oval 13"/>
          <p:cNvSpPr/>
          <p:nvPr/>
        </p:nvSpPr>
        <p:spPr>
          <a:xfrm>
            <a:off x="11780000" y="310000"/>
            <a:ext cx="140000" cy="140000"/>
          </a:xfrm>
          <a:prstGeom prst="ellipse">
            <a:avLst/>
          </a:prstGeom>
          <a:solidFill>
            <a:srgbClr val="3B4C8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Oval 14"/>
          <p:cNvSpPr/>
          <p:nvPr/>
        </p:nvSpPr>
        <p:spPr>
          <a:xfrm>
            <a:off x="11780000" y="610000"/>
            <a:ext cx="140000" cy="140000"/>
          </a:xfrm>
          <a:prstGeom prst="ellipse">
            <a:avLst/>
          </a:prstGeom>
          <a:solidFill>
            <a:srgbClr val="3B4C8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500000" y="160000"/>
            <a:ext cx="9600000" cy="300000"/>
          </a:xfrm>
          <a:prstGeom prst="rect">
            <a:avLst/>
          </a:prstGeom>
          <a:noFill/>
        </p:spPr>
        <p:txBody>
          <a:bodyPr wrap="square" anchor="t" lIns="50800" rIns="50800">
            <a:spAutoFit/>
          </a:bodyPr>
          <a:lstStyle/>
          <a:p>
            <a:pPr algn="l"/>
            <a:r>
              <a:rPr sz="1100" b="1">
                <a:solidFill>
                  <a:srgbClr val="22D3EE"/>
                </a:solidFill>
                <a:latin typeface="Segoe UI"/>
              </a:rPr>
              <a:t>◆ 5-REJA</a:t>
            </a:r>
          </a:p>
        </p:txBody>
      </p:sp>
      <p:sp>
        <p:nvSpPr>
          <p:cNvPr id="17" name="TextBox 16"/>
          <p:cNvSpPr txBox="1"/>
          <p:nvPr/>
        </p:nvSpPr>
        <p:spPr>
          <a:xfrm>
            <a:off x="500000" y="400000"/>
            <a:ext cx="9800000" cy="650000"/>
          </a:xfrm>
          <a:prstGeom prst="rect">
            <a:avLst/>
          </a:prstGeom>
          <a:noFill/>
        </p:spPr>
        <p:txBody>
          <a:bodyPr wrap="square" anchor="ctr" lIns="50800" rIns="50800">
            <a:spAutoFit/>
          </a:bodyPr>
          <a:lstStyle/>
          <a:p>
            <a:pPr algn="l"/>
            <a:r>
              <a:rPr sz="2600" b="1">
                <a:solidFill>
                  <a:srgbClr val="E8EEFA"/>
                </a:solidFill>
                <a:latin typeface="Segoe UI"/>
              </a:rPr>
              <a:t>Trusted Computing va Secure AI</a:t>
            </a:r>
          </a:p>
        </p:txBody>
      </p:sp>
      <p:sp>
        <p:nvSpPr>
          <p:cNvPr id="18" name="Rectangle 17"/>
          <p:cNvSpPr/>
          <p:nvPr/>
        </p:nvSpPr>
        <p:spPr>
          <a:xfrm>
            <a:off x="560000" y="1080000"/>
            <a:ext cx="1700000" cy="45000"/>
          </a:xfrm>
          <a:prstGeom prst="rect">
            <a:avLst/>
          </a:prstGeom>
          <a:gradFill rotWithShape="1">
            <a:gsLst>
              <a:gs pos="0">
                <a:srgbClr val="22D3EE"/>
              </a:gs>
              <a:gs pos="100000">
                <a:srgbClr val="8B5CF6"/>
              </a:gs>
            </a:gsLst>
            <a:lin scaled="0" ang="0"/>
          </a:gra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500000" y="6450000"/>
            <a:ext cx="9500000" cy="280000"/>
          </a:xfrm>
          <a:prstGeom prst="rect">
            <a:avLst/>
          </a:prstGeom>
          <a:noFill/>
        </p:spPr>
        <p:txBody>
          <a:bodyPr wrap="square" anchor="t" lIns="50800" rIns="50800">
            <a:spAutoFit/>
          </a:bodyPr>
          <a:lstStyle/>
          <a:p>
            <a:pPr algn="l"/>
            <a:r>
              <a:rPr sz="900" b="0">
                <a:solidFill>
                  <a:srgbClr val="707EAA"/>
                </a:solidFill>
                <a:latin typeface="Segoe UI"/>
              </a:rPr>
              <a:t>M9 · Tizimlarining ishonchliligi va axborot xavfsizligi</a:t>
            </a:r>
          </a:p>
        </p:txBody>
      </p:sp>
      <p:sp>
        <p:nvSpPr>
          <p:cNvPr id="20" name="Rounded Rectangle 19"/>
          <p:cNvSpPr/>
          <p:nvPr/>
        </p:nvSpPr>
        <p:spPr>
          <a:xfrm>
            <a:off x="11000000" y="6430000"/>
            <a:ext cx="700000" cy="270000"/>
          </a:xfrm>
          <a:prstGeom prst="roundRect">
            <a:avLst/>
          </a:prstGeom>
          <a:solidFill>
            <a:srgbClr val="121936"/>
          </a:solidFill>
          <a:ln w="12700">
            <a:solidFill>
              <a:srgbClr val="2A356E"/>
            </a:solidFill>
          </a:ln>
          <a:effectLst/>
        </p:spPr>
        <p:style>
          <a:lnRef idx="1">
            <a:schemeClr val="accent1"/>
          </a:lnRef>
          <a:fillRef idx="3">
            <a:schemeClr val="accent1"/>
          </a:fillRef>
          <a:effectRef idx="2">
            <a:schemeClr val="accent1"/>
          </a:effectRef>
          <a:fontRef idx="minor">
            <a:schemeClr val="lt1"/>
          </a:fontRef>
        </p:style>
        <p:txBody>
          <a:bodyPr rtlCol="0" anchor="ctr" tIns="0" bIns="0"/>
          <a:lstStyle/>
          <a:p>
            <a:pPr algn="ctr"/>
            <a:r>
              <a:rPr sz="1000" b="1">
                <a:solidFill>
                  <a:srgbClr val="22D3EE"/>
                </a:solidFill>
                <a:latin typeface="Segoe UI"/>
              </a:rPr>
              <a:t>30</a:t>
            </a:r>
          </a:p>
        </p:txBody>
      </p:sp>
      <p:sp>
        <p:nvSpPr>
          <p:cNvPr id="21" name="Rounded Rectangle 20"/>
          <p:cNvSpPr/>
          <p:nvPr/>
        </p:nvSpPr>
        <p:spPr>
          <a:xfrm>
            <a:off x="7520000" y="1330000"/>
            <a:ext cx="4250000" cy="4650000"/>
          </a:xfrm>
          <a:prstGeom prst="roundRect">
            <a:avLst>
              <a:gd name="adj" fmla="val 5000"/>
            </a:avLst>
          </a:prstGeom>
          <a:noFill/>
          <a:ln w="15875">
            <a:solidFill>
              <a:srgbClr val="8B5CF6"/>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22" name="Picture 21" descr="6c6a6b77c1bfffd5.jpg"/>
          <p:cNvPicPr>
            <a:picLocks noChangeAspect="1"/>
          </p:cNvPicPr>
          <p:nvPr/>
        </p:nvPicPr>
        <p:blipFill>
          <a:blip r:embed="rId2"/>
          <a:srcRect l="18127" r="18127"/>
          <a:stretch>
            <a:fillRect/>
          </a:stretch>
        </p:blipFill>
        <p:spPr>
          <a:xfrm>
            <a:off x="7620000" y="1430000"/>
            <a:ext cx="4050000" cy="4250000"/>
          </a:xfrm>
          <a:prstGeom prst="roundRect">
            <a:avLst/>
          </a:prstGeom>
          <a:ln w="19050">
            <a:solidFill>
              <a:srgbClr val="22D3EE"/>
            </a:solidFill>
          </a:ln>
        </p:spPr>
      </p:pic>
      <p:sp>
        <p:nvSpPr>
          <p:cNvPr id="23" name="TextBox 22"/>
          <p:cNvSpPr txBox="1"/>
          <p:nvPr/>
        </p:nvSpPr>
        <p:spPr>
          <a:xfrm>
            <a:off x="7620000" y="5710000"/>
            <a:ext cx="4050000" cy="260000"/>
          </a:xfrm>
          <a:prstGeom prst="rect">
            <a:avLst/>
          </a:prstGeom>
          <a:noFill/>
        </p:spPr>
        <p:txBody>
          <a:bodyPr wrap="square" anchor="t" lIns="50800" rIns="50800">
            <a:spAutoFit/>
          </a:bodyPr>
          <a:lstStyle/>
          <a:p>
            <a:pPr algn="l"/>
            <a:r>
              <a:rPr sz="800" b="0">
                <a:solidFill>
                  <a:srgbClr val="707EAA"/>
                </a:solidFill>
                <a:latin typeface="Segoe UI"/>
              </a:rPr>
              <a:t>Rasm: Kenneth  Allen · Wikimedia Commons · CC BY-SA 2.0</a:t>
            </a:r>
          </a:p>
        </p:txBody>
      </p:sp>
      <p:sp>
        <p:nvSpPr>
          <p:cNvPr id="24" name="Rounded Rectangle 23"/>
          <p:cNvSpPr/>
          <p:nvPr/>
        </p:nvSpPr>
        <p:spPr>
          <a:xfrm>
            <a:off x="7750000" y="1560000"/>
            <a:ext cx="1700000" cy="300000"/>
          </a:xfrm>
          <a:prstGeom prst="roundRect">
            <a:avLst/>
          </a:prstGeom>
          <a:solidFill>
            <a:srgbClr val="070B1A"/>
          </a:solidFill>
          <a:ln w="12700">
            <a:solidFill>
              <a:srgbClr val="22D3EE"/>
            </a:solidFill>
          </a:ln>
          <a:effectLst/>
        </p:spPr>
        <p:style>
          <a:lnRef idx="1">
            <a:schemeClr val="accent1"/>
          </a:lnRef>
          <a:fillRef idx="3">
            <a:schemeClr val="accent1"/>
          </a:fillRef>
          <a:effectRef idx="2">
            <a:schemeClr val="accent1"/>
          </a:effectRef>
          <a:fontRef idx="minor">
            <a:schemeClr val="lt1"/>
          </a:fontRef>
        </p:style>
        <p:txBody>
          <a:bodyPr rtlCol="0" anchor="ctr" tIns="0" bIns="0"/>
          <a:lstStyle/>
          <a:p>
            <a:pPr algn="ctr"/>
            <a:r>
              <a:rPr sz="900" b="1">
                <a:solidFill>
                  <a:srgbClr val="22D3EE"/>
                </a:solidFill>
                <a:latin typeface="Segoe UI"/>
              </a:rPr>
              <a:t>⚙ AMALIYOTDA</a:t>
            </a:r>
          </a:p>
        </p:txBody>
      </p:sp>
      <p:sp>
        <p:nvSpPr>
          <p:cNvPr id="25" name="Rounded Rectangle 24"/>
          <p:cNvSpPr/>
          <p:nvPr/>
        </p:nvSpPr>
        <p:spPr>
          <a:xfrm>
            <a:off x="550000" y="1527432"/>
            <a:ext cx="6750000" cy="2207568"/>
          </a:xfrm>
          <a:prstGeom prst="roundRect">
            <a:avLst>
              <a:gd name="adj" fmla="val 12000"/>
            </a:avLst>
          </a:prstGeom>
          <a:solidFill>
            <a:srgbClr val="121936"/>
          </a:solidFill>
          <a:ln w="12700">
            <a:solidFill>
              <a:srgbClr val="2A356E"/>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Rectangle 25"/>
          <p:cNvSpPr/>
          <p:nvPr/>
        </p:nvSpPr>
        <p:spPr>
          <a:xfrm>
            <a:off x="550000" y="1607432"/>
            <a:ext cx="50000" cy="2047568"/>
          </a:xfrm>
          <a:prstGeom prst="rect">
            <a:avLst/>
          </a:prstGeom>
          <a:solidFill>
            <a:srgbClr val="EC489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Oval 26"/>
          <p:cNvSpPr/>
          <p:nvPr/>
        </p:nvSpPr>
        <p:spPr>
          <a:xfrm>
            <a:off x="760000" y="2431216"/>
            <a:ext cx="400000" cy="400000"/>
          </a:xfrm>
          <a:prstGeom prst="ellipse">
            <a:avLst/>
          </a:prstGeom>
          <a:noFill/>
          <a:ln w="25400">
            <a:solidFill>
              <a:srgbClr val="EC4899"/>
            </a:solidFill>
          </a:ln>
          <a:effectLst/>
        </p:spPr>
        <p:style>
          <a:lnRef idx="1">
            <a:schemeClr val="accent1"/>
          </a:lnRef>
          <a:fillRef idx="3">
            <a:schemeClr val="accent1"/>
          </a:fillRef>
          <a:effectRef idx="2">
            <a:schemeClr val="accent1"/>
          </a:effectRef>
          <a:fontRef idx="minor">
            <a:schemeClr val="lt1"/>
          </a:fontRef>
        </p:style>
        <p:txBody>
          <a:bodyPr rtlCol="0" anchor="ctr" lIns="0" rIns="0"/>
          <a:lstStyle/>
          <a:p>
            <a:pPr algn="ctr"/>
            <a:r>
              <a:rPr sz="1200" b="1">
                <a:solidFill>
                  <a:srgbClr val="EC4899"/>
                </a:solidFill>
                <a:latin typeface="Segoe UI"/>
              </a:rPr>
              <a:t>03</a:t>
            </a:r>
          </a:p>
        </p:txBody>
      </p:sp>
      <p:sp>
        <p:nvSpPr>
          <p:cNvPr id="28" name="TextBox 27"/>
          <p:cNvSpPr txBox="1"/>
          <p:nvPr/>
        </p:nvSpPr>
        <p:spPr>
          <a:xfrm>
            <a:off x="1300000" y="1567432"/>
            <a:ext cx="5900000" cy="2127568"/>
          </a:xfrm>
          <a:prstGeom prst="rect">
            <a:avLst/>
          </a:prstGeom>
          <a:noFill/>
        </p:spPr>
        <p:txBody>
          <a:bodyPr wrap="square" anchor="ctr">
            <a:spAutoFit/>
          </a:bodyPr>
          <a:lstStyle/>
          <a:p>
            <a:r>
              <a:rPr sz="1500" b="1">
                <a:solidFill>
                  <a:srgbClr val="E8EEFA"/>
                </a:solidFill>
                <a:latin typeface="Segoe UI"/>
              </a:rPr>
              <a:t>AI uchun burilish nuqtasi NVIDIA H100 bo'ldi: u konfidensial hisoblash rejimini qo'llab-quvvatlovchi birinchi GPU bo'lib, CPU TEE va GPU o'rtasidagi PCIe trafigini shifrlaydi, GPU xotirasini himoyalaydi va GPU attestatsiyasini beradi.</a:t>
            </a:r>
          </a:p>
          <a:p>
            <a:pPr>
              <a:spcBef>
                <a:spcPts val="400"/>
              </a:spcBef>
            </a:pPr>
            <a:r>
              <a:rPr sz="1400">
                <a:solidFill>
                  <a:srgbClr val="AEBBD9"/>
                </a:solidFill>
                <a:latin typeface="Segoe UI"/>
              </a:rPr>
              <a:t>Bu, masalan, kasalxona o'z ma'lumotini bulutda qayta ishlash uchun bersa-da, bulut provayderi ham, uning ma'muri ham uni ko'ra olmasligini ta'minlaydi.</a:t>
            </a:r>
          </a:p>
        </p:txBody>
      </p:sp>
      <p:sp>
        <p:nvSpPr>
          <p:cNvPr id="29" name="Rounded Rectangle 28"/>
          <p:cNvSpPr/>
          <p:nvPr/>
        </p:nvSpPr>
        <p:spPr>
          <a:xfrm>
            <a:off x="550000" y="3845000"/>
            <a:ext cx="6750000" cy="2207568"/>
          </a:xfrm>
          <a:prstGeom prst="roundRect">
            <a:avLst>
              <a:gd name="adj" fmla="val 12000"/>
            </a:avLst>
          </a:prstGeom>
          <a:solidFill>
            <a:srgbClr val="121936"/>
          </a:solidFill>
          <a:ln w="12700">
            <a:solidFill>
              <a:srgbClr val="2A356E"/>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 name="Rectangle 29"/>
          <p:cNvSpPr/>
          <p:nvPr/>
        </p:nvSpPr>
        <p:spPr>
          <a:xfrm>
            <a:off x="550000" y="3925000"/>
            <a:ext cx="50000" cy="2047568"/>
          </a:xfrm>
          <a:prstGeom prst="rect">
            <a:avLst/>
          </a:prstGeom>
          <a:solidFill>
            <a:srgbClr val="34D39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1" name="Oval 30"/>
          <p:cNvSpPr/>
          <p:nvPr/>
        </p:nvSpPr>
        <p:spPr>
          <a:xfrm>
            <a:off x="760000" y="4748784"/>
            <a:ext cx="400000" cy="400000"/>
          </a:xfrm>
          <a:prstGeom prst="ellipse">
            <a:avLst/>
          </a:prstGeom>
          <a:noFill/>
          <a:ln w="25400">
            <a:solidFill>
              <a:srgbClr val="34D399"/>
            </a:solidFill>
          </a:ln>
          <a:effectLst/>
        </p:spPr>
        <p:style>
          <a:lnRef idx="1">
            <a:schemeClr val="accent1"/>
          </a:lnRef>
          <a:fillRef idx="3">
            <a:schemeClr val="accent1"/>
          </a:fillRef>
          <a:effectRef idx="2">
            <a:schemeClr val="accent1"/>
          </a:effectRef>
          <a:fontRef idx="minor">
            <a:schemeClr val="lt1"/>
          </a:fontRef>
        </p:style>
        <p:txBody>
          <a:bodyPr rtlCol="0" anchor="ctr" lIns="0" rIns="0"/>
          <a:lstStyle/>
          <a:p>
            <a:pPr algn="ctr"/>
            <a:r>
              <a:rPr sz="1200" b="1">
                <a:solidFill>
                  <a:srgbClr val="34D399"/>
                </a:solidFill>
                <a:latin typeface="Segoe UI"/>
              </a:rPr>
              <a:t>04</a:t>
            </a:r>
          </a:p>
        </p:txBody>
      </p:sp>
      <p:sp>
        <p:nvSpPr>
          <p:cNvPr id="32" name="TextBox 31"/>
          <p:cNvSpPr txBox="1"/>
          <p:nvPr/>
        </p:nvSpPr>
        <p:spPr>
          <a:xfrm>
            <a:off x="1300000" y="3885000"/>
            <a:ext cx="5900000" cy="2127568"/>
          </a:xfrm>
          <a:prstGeom prst="rect">
            <a:avLst/>
          </a:prstGeom>
          <a:noFill/>
        </p:spPr>
        <p:txBody>
          <a:bodyPr wrap="square" anchor="ctr">
            <a:spAutoFit/>
          </a:bodyPr>
          <a:lstStyle/>
          <a:p>
            <a:r>
              <a:rPr sz="1400" b="0">
                <a:solidFill>
                  <a:srgbClr val="E8EEFA"/>
                </a:solidFill>
                <a:latin typeface="Segoe UI"/>
              </a:rPr>
              <a:t>Secure AI tushunchasi butun hayot sikli bo'yicha xavfsizlik amaliyotlarini birlashtiradi va ko'pincha MLSecOps deb ham ataladi.</a:t>
            </a:r>
          </a:p>
        </p:txBody>
      </p:sp>
    </p:spTree>
  </p:cSld>
  <p:clrMapOvr>
    <a:masterClrMapping/>
  </p:clrMapOvr>
  <p:transition spd="med">
    <p:fade/>
  </p:transition>
  <p:timing>
    <p:tnLst>
      <p:par>
        <p:cTn id="1" dur="indefinite" restart="never" nodeType="tmRoot">
          <p:childTnLst>
            <p:seq concurrent="1" nextAc="seek">
              <p:cTn id="2" dur="indefinite" nodeType="mainSeq">
                <p:childTnLst>
                  <p:par>
                    <p:cTn id="80" fill="hold">
                      <p:stCondLst>
                        <p:cond delay="indefinite"/>
                        <p:cond evt="onBegin" delay="0">
                          <p:tn val="2"/>
                        </p:cond>
                      </p:stCondLst>
                      <p:childTnLst>
                        <p:par>
                          <p:cTn id="3" fill="hold">
                            <p:stCondLst>
                              <p:cond delay="0"/>
                            </p:stCondLst>
                            <p:childTnLst>
                              <p:par>
                                <p:cTn id="4" presetID="10" presetClass="entr" presetSubtype="0" fill="hold" grpId="0" nodeType="withEffect">
                                  <p:stCondLst>
                                    <p:cond delay="0"/>
                                  </p:stCondLst>
                                  <p:childTnLst>
                                    <p:set>
                                      <p:cBhvr>
                                        <p:cTn id="5" dur="1" fill="hold">
                                          <p:stCondLst>
                                            <p:cond delay="0"/>
                                          </p:stCondLst>
                                        </p:cTn>
                                        <p:tgtEl>
                                          <p:spTgt spid="17"/>
                                        </p:tgtEl>
                                        <p:attrNameLst>
                                          <p:attrName>style.visibility</p:attrName>
                                        </p:attrNameLst>
                                      </p:cBhvr>
                                      <p:to>
                                        <p:strVal val="visible"/>
                                      </p:to>
                                    </p:set>
                                    <p:animEffect transition="in" filter="fade">
                                      <p:cBhvr>
                                        <p:cTn id="6" dur="550"/>
                                        <p:tgtEl>
                                          <p:spTgt spid="17"/>
                                        </p:tgtEl>
                                      </p:cBhvr>
                                    </p:animEffect>
                                  </p:childTnLst>
                                </p:cTn>
                              </p:par>
                            </p:childTnLst>
                          </p:cTn>
                        </p:par>
                        <p:par>
                          <p:cTn id="7" fill="hold">
                            <p:stCondLst>
                              <p:cond delay="0"/>
                            </p:stCondLst>
                            <p:childTnLst>
                              <p:par>
                                <p:cTn id="8" presetID="22" presetClass="entr" presetSubtype="8" fill="hold" grpId="0" nodeType="afterEffect">
                                  <p:stCondLst>
                                    <p:cond delay="0"/>
                                  </p:stCondLst>
                                  <p:childTnLst>
                                    <p:set>
                                      <p:cBhvr>
                                        <p:cTn id="9" dur="1" fill="hold">
                                          <p:stCondLst>
                                            <p:cond delay="0"/>
                                          </p:stCondLst>
                                        </p:cTn>
                                        <p:tgtEl>
                                          <p:spTgt spid="18"/>
                                        </p:tgtEl>
                                        <p:attrNameLst>
                                          <p:attrName>style.visibility</p:attrName>
                                        </p:attrNameLst>
                                      </p:cBhvr>
                                      <p:to>
                                        <p:strVal val="visible"/>
                                      </p:to>
                                    </p:set>
                                    <p:animEffect transition="in" filter="wipe(left)">
                                      <p:cBhvr>
                                        <p:cTn id="11" dur="800"/>
                                        <p:tgtEl>
                                          <p:spTgt spid="18"/>
                                        </p:tgtEl>
                                      </p:cBhvr>
                                    </p:animEffect>
                                  </p:childTnLst>
                                </p:cTn>
                              </p:par>
                            </p:childTnLst>
                          </p:cTn>
                        </p:par>
                        <p:par>
                          <p:cTn id="12" fill="hold">
                            <p:stCondLst>
                              <p:cond delay="150"/>
                            </p:stCondLst>
                            <p:childTnLst>
                              <p:par>
                                <p:cTn id="13" presetID="53" presetClass="entr" presetSubtype="16" fill="hold" grpId="0" nodeType="afterEffect">
                                  <p:stCondLst>
                                    <p:cond delay="0"/>
                                  </p:stCondLst>
                                  <p:childTnLst>
                                    <p:set>
                                      <p:cBhvr>
                                        <p:cTn id="14" dur="1" fill="hold">
                                          <p:stCondLst>
                                            <p:cond delay="0"/>
                                          </p:stCondLst>
                                        </p:cTn>
                                        <p:tgtEl>
                                          <p:spTgt spid="21"/>
                                        </p:tgtEl>
                                        <p:attrNameLst>
                                          <p:attrName>style.visibility</p:attrName>
                                        </p:attrNameLst>
                                      </p:cBhvr>
                                      <p:to>
                                        <p:strVal val="visible"/>
                                      </p:to>
                                    </p:set>
                                    <p:animEffect transition="in" filter="fade">
                                      <p:cBhvr>
                                        <p:cTn id="15" dur="550"/>
                                        <p:tgtEl>
                                          <p:spTgt spid="21"/>
                                        </p:tgtEl>
                                      </p:cBhvr>
                                    </p:animEffect>
                                    <p:anim calcmode="lin" valueType="num">
                                      <p:cBhvr additive="base">
                                        <p:cTn id="16" dur="550" fill="hold"/>
                                        <p:tgtEl>
                                          <p:spTgt spid="21"/>
                                        </p:tgtEl>
                                        <p:attrNameLst>
                                          <p:attrName>ppt_w</p:attrName>
                                        </p:attrNameLst>
                                      </p:cBhvr>
                                      <p:tavLst>
                                        <p:tav tm="0">
                                          <p:val>
                                            <p:strVal val="0"/>
                                          </p:val>
                                        </p:tav>
                                        <p:tav tm="100000">
                                          <p:val>
                                            <p:strVal val="#ppt_w"/>
                                          </p:val>
                                        </p:tav>
                                      </p:tavLst>
                                    </p:anim>
                                    <p:anim calcmode="lin" valueType="num">
                                      <p:cBhvr additive="base">
                                        <p:cTn id="17" dur="550" fill="hold"/>
                                        <p:tgtEl>
                                          <p:spTgt spid="21"/>
                                        </p:tgtEl>
                                        <p:attrNameLst>
                                          <p:attrName>ppt_h</p:attrName>
                                        </p:attrNameLst>
                                      </p:cBhvr>
                                      <p:tavLst>
                                        <p:tav tm="0">
                                          <p:val>
                                            <p:strVal val="0"/>
                                          </p:val>
                                        </p:tav>
                                        <p:tav tm="100000">
                                          <p:val>
                                            <p:strVal val="#ppt_h"/>
                                          </p:val>
                                        </p:tav>
                                      </p:tavLst>
                                    </p:anim>
                                  </p:childTnLst>
                                </p:cTn>
                              </p:par>
                            </p:childTnLst>
                          </p:cTn>
                        </p:par>
                        <p:par>
                          <p:cTn id="18" fill="hold">
                            <p:stCondLst>
                              <p:cond delay="150"/>
                            </p:stCondLst>
                            <p:childTnLst>
                              <p:par>
                                <p:cTn id="19" presetID="53" presetClass="entr" presetSubtype="16" fill="hold" grpId="0" nodeType="afterEffect">
                                  <p:stCondLst>
                                    <p:cond delay="0"/>
                                  </p:stCondLst>
                                  <p:childTnLst>
                                    <p:set>
                                      <p:cBhvr>
                                        <p:cTn id="20" dur="1" fill="hold">
                                          <p:stCondLst>
                                            <p:cond delay="0"/>
                                          </p:stCondLst>
                                        </p:cTn>
                                        <p:tgtEl>
                                          <p:spTgt spid="22"/>
                                        </p:tgtEl>
                                        <p:attrNameLst>
                                          <p:attrName>style.visibility</p:attrName>
                                        </p:attrNameLst>
                                      </p:cBhvr>
                                      <p:to>
                                        <p:strVal val="visible"/>
                                      </p:to>
                                    </p:set>
                                    <p:animEffect transition="in" filter="fade">
                                      <p:cBhvr>
                                        <p:cTn id="21" dur="550"/>
                                        <p:tgtEl>
                                          <p:spTgt spid="22"/>
                                        </p:tgtEl>
                                      </p:cBhvr>
                                    </p:animEffect>
                                    <p:anim calcmode="lin" valueType="num">
                                      <p:cBhvr additive="base">
                                        <p:cTn id="22" dur="550" fill="hold"/>
                                        <p:tgtEl>
                                          <p:spTgt spid="22"/>
                                        </p:tgtEl>
                                        <p:attrNameLst>
                                          <p:attrName>ppt_w</p:attrName>
                                        </p:attrNameLst>
                                      </p:cBhvr>
                                      <p:tavLst>
                                        <p:tav tm="0">
                                          <p:val>
                                            <p:strVal val="0"/>
                                          </p:val>
                                        </p:tav>
                                        <p:tav tm="100000">
                                          <p:val>
                                            <p:strVal val="#ppt_w"/>
                                          </p:val>
                                        </p:tav>
                                      </p:tavLst>
                                    </p:anim>
                                    <p:anim calcmode="lin" valueType="num">
                                      <p:cBhvr additive="base">
                                        <p:cTn id="23" dur="550" fill="hold"/>
                                        <p:tgtEl>
                                          <p:spTgt spid="22"/>
                                        </p:tgtEl>
                                        <p:attrNameLst>
                                          <p:attrName>ppt_h</p:attrName>
                                        </p:attrNameLst>
                                      </p:cBhvr>
                                      <p:tavLst>
                                        <p:tav tm="0">
                                          <p:val>
                                            <p:strVal val="0"/>
                                          </p:val>
                                        </p:tav>
                                        <p:tav tm="100000">
                                          <p:val>
                                            <p:strVal val="#ppt_h"/>
                                          </p:val>
                                        </p:tav>
                                      </p:tavLst>
                                    </p:anim>
                                  </p:childTnLst>
                                </p:cTn>
                              </p:par>
                            </p:childTnLst>
                          </p:cTn>
                        </p:par>
                        <p:par>
                          <p:cTn id="24" fill="hold">
                            <p:stCondLst>
                              <p:cond delay="150"/>
                            </p:stCondLst>
                            <p:childTnLst>
                              <p:par>
                                <p:cTn id="25" presetID="10" presetClass="entr" presetSubtype="0" fill="hold" grpId="0" nodeType="afterEffect">
                                  <p:stCondLst>
                                    <p:cond delay="0"/>
                                  </p:stCondLst>
                                  <p:childTnLst>
                                    <p:set>
                                      <p:cBhvr>
                                        <p:cTn id="26" dur="1" fill="hold">
                                          <p:stCondLst>
                                            <p:cond delay="0"/>
                                          </p:stCondLst>
                                        </p:cTn>
                                        <p:tgtEl>
                                          <p:spTgt spid="24"/>
                                        </p:tgtEl>
                                        <p:attrNameLst>
                                          <p:attrName>style.visibility</p:attrName>
                                        </p:attrNameLst>
                                      </p:cBhvr>
                                      <p:to>
                                        <p:strVal val="visible"/>
                                      </p:to>
                                    </p:set>
                                    <p:animEffect transition="in" filter="fade">
                                      <p:cBhvr>
                                        <p:cTn id="27" dur="550"/>
                                        <p:tgtEl>
                                          <p:spTgt spid="24"/>
                                        </p:tgtEl>
                                      </p:cBhvr>
                                    </p:animEffect>
                                  </p:childTnLst>
                                </p:cTn>
                              </p:par>
                            </p:childTnLst>
                          </p:cTn>
                        </p:par>
                        <p:par>
                          <p:cTn id="28" fill="hold">
                            <p:stCondLst>
                              <p:cond delay="150"/>
                            </p:stCondLst>
                            <p:childTnLst>
                              <p:par>
                                <p:cTn id="29" presetID="10" presetClass="entr" presetSubtype="0" fill="hold" grpId="0" nodeType="afterEffect">
                                  <p:stCondLst>
                                    <p:cond delay="0"/>
                                  </p:stCondLst>
                                  <p:childTnLst>
                                    <p:set>
                                      <p:cBhvr>
                                        <p:cTn id="30" dur="1" fill="hold">
                                          <p:stCondLst>
                                            <p:cond delay="0"/>
                                          </p:stCondLst>
                                        </p:cTn>
                                        <p:tgtEl>
                                          <p:spTgt spid="23"/>
                                        </p:tgtEl>
                                        <p:attrNameLst>
                                          <p:attrName>style.visibility</p:attrName>
                                        </p:attrNameLst>
                                      </p:cBhvr>
                                      <p:to>
                                        <p:strVal val="visible"/>
                                      </p:to>
                                    </p:set>
                                    <p:animEffect transition="in" filter="fade">
                                      <p:cBhvr>
                                        <p:cTn id="31" dur="550"/>
                                        <p:tgtEl>
                                          <p:spTgt spid="23"/>
                                        </p:tgtEl>
                                      </p:cBhvr>
                                    </p:animEffect>
                                  </p:childTnLst>
                                </p:cTn>
                              </p:par>
                            </p:childTnLst>
                          </p:cTn>
                        </p:par>
                        <p:par>
                          <p:cTn id="32" fill="hold">
                            <p:stCondLst>
                              <p:cond delay="350"/>
                            </p:stCondLst>
                            <p:childTnLst>
                              <p:par>
                                <p:cTn id="33" presetID="42" presetClass="entr" presetSubtype="0" fill="hold" grpId="0" nodeType="afterEffect">
                                  <p:stCondLst>
                                    <p:cond delay="0"/>
                                  </p:stCondLst>
                                  <p:childTnLst>
                                    <p:set>
                                      <p:cBhvr>
                                        <p:cTn id="34" dur="1" fill="hold">
                                          <p:stCondLst>
                                            <p:cond delay="0"/>
                                          </p:stCondLst>
                                        </p:cTn>
                                        <p:tgtEl>
                                          <p:spTgt spid="25"/>
                                        </p:tgtEl>
                                        <p:attrNameLst>
                                          <p:attrName>style.visibility</p:attrName>
                                        </p:attrNameLst>
                                      </p:cBhvr>
                                      <p:to>
                                        <p:strVal val="visible"/>
                                      </p:to>
                                    </p:set>
                                    <p:animEffect transition="in" filter="fade">
                                      <p:cBhvr>
                                        <p:cTn id="35" dur="550"/>
                                        <p:tgtEl>
                                          <p:spTgt spid="25"/>
                                        </p:tgtEl>
                                      </p:cBhvr>
                                    </p:animEffect>
                                    <p:anim calcmode="lin" valueType="num">
                                      <p:cBhvr additive="base">
                                        <p:cTn id="36" dur="550" fill="hold"/>
                                        <p:tgtEl>
                                          <p:spTgt spid="25"/>
                                        </p:tgtEl>
                                        <p:attrNameLst>
                                          <p:attrName>ppt_x</p:attrName>
                                        </p:attrNameLst>
                                      </p:cBhvr>
                                      <p:tavLst>
                                        <p:tav tm="0">
                                          <p:val>
                                            <p:strVal val="#ppt_x"/>
                                          </p:val>
                                        </p:tav>
                                        <p:tav tm="100000">
                                          <p:val>
                                            <p:strVal val="#ppt_x"/>
                                          </p:val>
                                        </p:tav>
                                      </p:tavLst>
                                    </p:anim>
                                    <p:anim calcmode="lin" valueType="num">
                                      <p:cBhvr additive="base">
                                        <p:cTn id="37" dur="550" fill="hold"/>
                                        <p:tgtEl>
                                          <p:spTgt spid="25"/>
                                        </p:tgtEl>
                                        <p:attrNameLst>
                                          <p:attrName>ppt_y</p:attrName>
                                        </p:attrNameLst>
                                      </p:cBhvr>
                                      <p:tavLst>
                                        <p:tav tm="0">
                                          <p:val>
                                            <p:strVal val="#ppt_y+.08"/>
                                          </p:val>
                                        </p:tav>
                                        <p:tav tm="100000">
                                          <p:val>
                                            <p:strVal val="#ppt_y"/>
                                          </p:val>
                                        </p:tav>
                                      </p:tavLst>
                                    </p:anim>
                                  </p:childTnLst>
                                </p:cTn>
                              </p:par>
                            </p:childTnLst>
                          </p:cTn>
                        </p:par>
                        <p:par>
                          <p:cTn id="38" fill="hold">
                            <p:stCondLst>
                              <p:cond delay="350"/>
                            </p:stCondLst>
                            <p:childTnLst>
                              <p:par>
                                <p:cTn id="39" presetID="42" presetClass="entr" presetSubtype="0" fill="hold" grpId="0" nodeType="afterEffect">
                                  <p:stCondLst>
                                    <p:cond delay="0"/>
                                  </p:stCondLst>
                                  <p:childTnLst>
                                    <p:set>
                                      <p:cBhvr>
                                        <p:cTn id="40" dur="1" fill="hold">
                                          <p:stCondLst>
                                            <p:cond delay="0"/>
                                          </p:stCondLst>
                                        </p:cTn>
                                        <p:tgtEl>
                                          <p:spTgt spid="26"/>
                                        </p:tgtEl>
                                        <p:attrNameLst>
                                          <p:attrName>style.visibility</p:attrName>
                                        </p:attrNameLst>
                                      </p:cBhvr>
                                      <p:to>
                                        <p:strVal val="visible"/>
                                      </p:to>
                                    </p:set>
                                    <p:animEffect transition="in" filter="fade">
                                      <p:cBhvr>
                                        <p:cTn id="41" dur="550"/>
                                        <p:tgtEl>
                                          <p:spTgt spid="26"/>
                                        </p:tgtEl>
                                      </p:cBhvr>
                                    </p:animEffect>
                                    <p:anim calcmode="lin" valueType="num">
                                      <p:cBhvr additive="base">
                                        <p:cTn id="42" dur="550" fill="hold"/>
                                        <p:tgtEl>
                                          <p:spTgt spid="26"/>
                                        </p:tgtEl>
                                        <p:attrNameLst>
                                          <p:attrName>ppt_x</p:attrName>
                                        </p:attrNameLst>
                                      </p:cBhvr>
                                      <p:tavLst>
                                        <p:tav tm="0">
                                          <p:val>
                                            <p:strVal val="#ppt_x"/>
                                          </p:val>
                                        </p:tav>
                                        <p:tav tm="100000">
                                          <p:val>
                                            <p:strVal val="#ppt_x"/>
                                          </p:val>
                                        </p:tav>
                                      </p:tavLst>
                                    </p:anim>
                                    <p:anim calcmode="lin" valueType="num">
                                      <p:cBhvr additive="base">
                                        <p:cTn id="43" dur="550" fill="hold"/>
                                        <p:tgtEl>
                                          <p:spTgt spid="26"/>
                                        </p:tgtEl>
                                        <p:attrNameLst>
                                          <p:attrName>ppt_y</p:attrName>
                                        </p:attrNameLst>
                                      </p:cBhvr>
                                      <p:tavLst>
                                        <p:tav tm="0">
                                          <p:val>
                                            <p:strVal val="#ppt_y+.08"/>
                                          </p:val>
                                        </p:tav>
                                        <p:tav tm="100000">
                                          <p:val>
                                            <p:strVal val="#ppt_y"/>
                                          </p:val>
                                        </p:tav>
                                      </p:tavLst>
                                    </p:anim>
                                  </p:childTnLst>
                                </p:cTn>
                              </p:par>
                            </p:childTnLst>
                          </p:cTn>
                        </p:par>
                        <p:par>
                          <p:cTn id="44" fill="hold">
                            <p:stCondLst>
                              <p:cond delay="350"/>
                            </p:stCondLst>
                            <p:childTnLst>
                              <p:par>
                                <p:cTn id="45" presetID="53" presetClass="entr" presetSubtype="16" fill="hold" grpId="0" nodeType="afterEffect">
                                  <p:stCondLst>
                                    <p:cond delay="0"/>
                                  </p:stCondLst>
                                  <p:childTnLst>
                                    <p:set>
                                      <p:cBhvr>
                                        <p:cTn id="46" dur="1" fill="hold">
                                          <p:stCondLst>
                                            <p:cond delay="0"/>
                                          </p:stCondLst>
                                        </p:cTn>
                                        <p:tgtEl>
                                          <p:spTgt spid="27"/>
                                        </p:tgtEl>
                                        <p:attrNameLst>
                                          <p:attrName>style.visibility</p:attrName>
                                        </p:attrNameLst>
                                      </p:cBhvr>
                                      <p:to>
                                        <p:strVal val="visible"/>
                                      </p:to>
                                    </p:set>
                                    <p:animEffect transition="in" filter="fade">
                                      <p:cBhvr>
                                        <p:cTn id="47" dur="550"/>
                                        <p:tgtEl>
                                          <p:spTgt spid="27"/>
                                        </p:tgtEl>
                                      </p:cBhvr>
                                    </p:animEffect>
                                    <p:anim calcmode="lin" valueType="num">
                                      <p:cBhvr additive="base">
                                        <p:cTn id="48" dur="550" fill="hold"/>
                                        <p:tgtEl>
                                          <p:spTgt spid="27"/>
                                        </p:tgtEl>
                                        <p:attrNameLst>
                                          <p:attrName>ppt_w</p:attrName>
                                        </p:attrNameLst>
                                      </p:cBhvr>
                                      <p:tavLst>
                                        <p:tav tm="0">
                                          <p:val>
                                            <p:strVal val="0"/>
                                          </p:val>
                                        </p:tav>
                                        <p:tav tm="100000">
                                          <p:val>
                                            <p:strVal val="#ppt_w"/>
                                          </p:val>
                                        </p:tav>
                                      </p:tavLst>
                                    </p:anim>
                                    <p:anim calcmode="lin" valueType="num">
                                      <p:cBhvr additive="base">
                                        <p:cTn id="49" dur="550" fill="hold"/>
                                        <p:tgtEl>
                                          <p:spTgt spid="27"/>
                                        </p:tgtEl>
                                        <p:attrNameLst>
                                          <p:attrName>ppt_h</p:attrName>
                                        </p:attrNameLst>
                                      </p:cBhvr>
                                      <p:tavLst>
                                        <p:tav tm="0">
                                          <p:val>
                                            <p:strVal val="0"/>
                                          </p:val>
                                        </p:tav>
                                        <p:tav tm="100000">
                                          <p:val>
                                            <p:strVal val="#ppt_h"/>
                                          </p:val>
                                        </p:tav>
                                      </p:tavLst>
                                    </p:anim>
                                  </p:childTnLst>
                                </p:cTn>
                              </p:par>
                            </p:childTnLst>
                          </p:cTn>
                        </p:par>
                        <p:par>
                          <p:cTn id="50" fill="hold">
                            <p:stCondLst>
                              <p:cond delay="350"/>
                            </p:stCondLst>
                            <p:childTnLst>
                              <p:par>
                                <p:cTn id="51" presetID="42" presetClass="entr" presetSubtype="0" fill="hold" grpId="0" nodeType="afterEffect">
                                  <p:stCondLst>
                                    <p:cond delay="0"/>
                                  </p:stCondLst>
                                  <p:childTnLst>
                                    <p:set>
                                      <p:cBhvr>
                                        <p:cTn id="52" dur="1" fill="hold">
                                          <p:stCondLst>
                                            <p:cond delay="0"/>
                                          </p:stCondLst>
                                        </p:cTn>
                                        <p:tgtEl>
                                          <p:spTgt spid="28"/>
                                        </p:tgtEl>
                                        <p:attrNameLst>
                                          <p:attrName>style.visibility</p:attrName>
                                        </p:attrNameLst>
                                      </p:cBhvr>
                                      <p:to>
                                        <p:strVal val="visible"/>
                                      </p:to>
                                    </p:set>
                                    <p:animEffect transition="in" filter="fade">
                                      <p:cBhvr>
                                        <p:cTn id="53" dur="550"/>
                                        <p:tgtEl>
                                          <p:spTgt spid="28"/>
                                        </p:tgtEl>
                                      </p:cBhvr>
                                    </p:animEffect>
                                    <p:anim calcmode="lin" valueType="num">
                                      <p:cBhvr additive="base">
                                        <p:cTn id="54" dur="550" fill="hold"/>
                                        <p:tgtEl>
                                          <p:spTgt spid="28"/>
                                        </p:tgtEl>
                                        <p:attrNameLst>
                                          <p:attrName>ppt_x</p:attrName>
                                        </p:attrNameLst>
                                      </p:cBhvr>
                                      <p:tavLst>
                                        <p:tav tm="0">
                                          <p:val>
                                            <p:strVal val="#ppt_x"/>
                                          </p:val>
                                        </p:tav>
                                        <p:tav tm="100000">
                                          <p:val>
                                            <p:strVal val="#ppt_x"/>
                                          </p:val>
                                        </p:tav>
                                      </p:tavLst>
                                    </p:anim>
                                    <p:anim calcmode="lin" valueType="num">
                                      <p:cBhvr additive="base">
                                        <p:cTn id="55" dur="550" fill="hold"/>
                                        <p:tgtEl>
                                          <p:spTgt spid="28"/>
                                        </p:tgtEl>
                                        <p:attrNameLst>
                                          <p:attrName>ppt_y</p:attrName>
                                        </p:attrNameLst>
                                      </p:cBhvr>
                                      <p:tavLst>
                                        <p:tav tm="0">
                                          <p:val>
                                            <p:strVal val="#ppt_y+.08"/>
                                          </p:val>
                                        </p:tav>
                                        <p:tav tm="100000">
                                          <p:val>
                                            <p:strVal val="#ppt_y"/>
                                          </p:val>
                                        </p:tav>
                                      </p:tavLst>
                                    </p:anim>
                                  </p:childTnLst>
                                </p:cTn>
                              </p:par>
                            </p:childTnLst>
                          </p:cTn>
                        </p:par>
                        <p:par>
                          <p:cTn id="56" fill="hold">
                            <p:stCondLst>
                              <p:cond delay="550"/>
                            </p:stCondLst>
                            <p:childTnLst>
                              <p:par>
                                <p:cTn id="57" presetID="42" presetClass="entr" presetSubtype="0" fill="hold" grpId="0" nodeType="afterEffect">
                                  <p:stCondLst>
                                    <p:cond delay="0"/>
                                  </p:stCondLst>
                                  <p:childTnLst>
                                    <p:set>
                                      <p:cBhvr>
                                        <p:cTn id="58" dur="1" fill="hold">
                                          <p:stCondLst>
                                            <p:cond delay="0"/>
                                          </p:stCondLst>
                                        </p:cTn>
                                        <p:tgtEl>
                                          <p:spTgt spid="29"/>
                                        </p:tgtEl>
                                        <p:attrNameLst>
                                          <p:attrName>style.visibility</p:attrName>
                                        </p:attrNameLst>
                                      </p:cBhvr>
                                      <p:to>
                                        <p:strVal val="visible"/>
                                      </p:to>
                                    </p:set>
                                    <p:animEffect transition="in" filter="fade">
                                      <p:cBhvr>
                                        <p:cTn id="59" dur="550"/>
                                        <p:tgtEl>
                                          <p:spTgt spid="29"/>
                                        </p:tgtEl>
                                      </p:cBhvr>
                                    </p:animEffect>
                                    <p:anim calcmode="lin" valueType="num">
                                      <p:cBhvr additive="base">
                                        <p:cTn id="60" dur="550" fill="hold"/>
                                        <p:tgtEl>
                                          <p:spTgt spid="29"/>
                                        </p:tgtEl>
                                        <p:attrNameLst>
                                          <p:attrName>ppt_x</p:attrName>
                                        </p:attrNameLst>
                                      </p:cBhvr>
                                      <p:tavLst>
                                        <p:tav tm="0">
                                          <p:val>
                                            <p:strVal val="#ppt_x"/>
                                          </p:val>
                                        </p:tav>
                                        <p:tav tm="100000">
                                          <p:val>
                                            <p:strVal val="#ppt_x"/>
                                          </p:val>
                                        </p:tav>
                                      </p:tavLst>
                                    </p:anim>
                                    <p:anim calcmode="lin" valueType="num">
                                      <p:cBhvr additive="base">
                                        <p:cTn id="61" dur="550" fill="hold"/>
                                        <p:tgtEl>
                                          <p:spTgt spid="29"/>
                                        </p:tgtEl>
                                        <p:attrNameLst>
                                          <p:attrName>ppt_y</p:attrName>
                                        </p:attrNameLst>
                                      </p:cBhvr>
                                      <p:tavLst>
                                        <p:tav tm="0">
                                          <p:val>
                                            <p:strVal val="#ppt_y+.08"/>
                                          </p:val>
                                        </p:tav>
                                        <p:tav tm="100000">
                                          <p:val>
                                            <p:strVal val="#ppt_y"/>
                                          </p:val>
                                        </p:tav>
                                      </p:tavLst>
                                    </p:anim>
                                  </p:childTnLst>
                                </p:cTn>
                              </p:par>
                            </p:childTnLst>
                          </p:cTn>
                        </p:par>
                        <p:par>
                          <p:cTn id="62" fill="hold">
                            <p:stCondLst>
                              <p:cond delay="550"/>
                            </p:stCondLst>
                            <p:childTnLst>
                              <p:par>
                                <p:cTn id="63" presetID="42" presetClass="entr" presetSubtype="0" fill="hold" grpId="0" nodeType="afterEffect">
                                  <p:stCondLst>
                                    <p:cond delay="0"/>
                                  </p:stCondLst>
                                  <p:childTnLst>
                                    <p:set>
                                      <p:cBhvr>
                                        <p:cTn id="64" dur="1" fill="hold">
                                          <p:stCondLst>
                                            <p:cond delay="0"/>
                                          </p:stCondLst>
                                        </p:cTn>
                                        <p:tgtEl>
                                          <p:spTgt spid="30"/>
                                        </p:tgtEl>
                                        <p:attrNameLst>
                                          <p:attrName>style.visibility</p:attrName>
                                        </p:attrNameLst>
                                      </p:cBhvr>
                                      <p:to>
                                        <p:strVal val="visible"/>
                                      </p:to>
                                    </p:set>
                                    <p:animEffect transition="in" filter="fade">
                                      <p:cBhvr>
                                        <p:cTn id="65" dur="550"/>
                                        <p:tgtEl>
                                          <p:spTgt spid="30"/>
                                        </p:tgtEl>
                                      </p:cBhvr>
                                    </p:animEffect>
                                    <p:anim calcmode="lin" valueType="num">
                                      <p:cBhvr additive="base">
                                        <p:cTn id="66" dur="550" fill="hold"/>
                                        <p:tgtEl>
                                          <p:spTgt spid="30"/>
                                        </p:tgtEl>
                                        <p:attrNameLst>
                                          <p:attrName>ppt_x</p:attrName>
                                        </p:attrNameLst>
                                      </p:cBhvr>
                                      <p:tavLst>
                                        <p:tav tm="0">
                                          <p:val>
                                            <p:strVal val="#ppt_x"/>
                                          </p:val>
                                        </p:tav>
                                        <p:tav tm="100000">
                                          <p:val>
                                            <p:strVal val="#ppt_x"/>
                                          </p:val>
                                        </p:tav>
                                      </p:tavLst>
                                    </p:anim>
                                    <p:anim calcmode="lin" valueType="num">
                                      <p:cBhvr additive="base">
                                        <p:cTn id="67" dur="550" fill="hold"/>
                                        <p:tgtEl>
                                          <p:spTgt spid="30"/>
                                        </p:tgtEl>
                                        <p:attrNameLst>
                                          <p:attrName>ppt_y</p:attrName>
                                        </p:attrNameLst>
                                      </p:cBhvr>
                                      <p:tavLst>
                                        <p:tav tm="0">
                                          <p:val>
                                            <p:strVal val="#ppt_y+.08"/>
                                          </p:val>
                                        </p:tav>
                                        <p:tav tm="100000">
                                          <p:val>
                                            <p:strVal val="#ppt_y"/>
                                          </p:val>
                                        </p:tav>
                                      </p:tavLst>
                                    </p:anim>
                                  </p:childTnLst>
                                </p:cTn>
                              </p:par>
                            </p:childTnLst>
                          </p:cTn>
                        </p:par>
                        <p:par>
                          <p:cTn id="68" fill="hold">
                            <p:stCondLst>
                              <p:cond delay="550"/>
                            </p:stCondLst>
                            <p:childTnLst>
                              <p:par>
                                <p:cTn id="69" presetID="53" presetClass="entr" presetSubtype="16" fill="hold" grpId="0" nodeType="afterEffect">
                                  <p:stCondLst>
                                    <p:cond delay="0"/>
                                  </p:stCondLst>
                                  <p:childTnLst>
                                    <p:set>
                                      <p:cBhvr>
                                        <p:cTn id="70" dur="1" fill="hold">
                                          <p:stCondLst>
                                            <p:cond delay="0"/>
                                          </p:stCondLst>
                                        </p:cTn>
                                        <p:tgtEl>
                                          <p:spTgt spid="31"/>
                                        </p:tgtEl>
                                        <p:attrNameLst>
                                          <p:attrName>style.visibility</p:attrName>
                                        </p:attrNameLst>
                                      </p:cBhvr>
                                      <p:to>
                                        <p:strVal val="visible"/>
                                      </p:to>
                                    </p:set>
                                    <p:animEffect transition="in" filter="fade">
                                      <p:cBhvr>
                                        <p:cTn id="71" dur="550"/>
                                        <p:tgtEl>
                                          <p:spTgt spid="31"/>
                                        </p:tgtEl>
                                      </p:cBhvr>
                                    </p:animEffect>
                                    <p:anim calcmode="lin" valueType="num">
                                      <p:cBhvr additive="base">
                                        <p:cTn id="72" dur="550" fill="hold"/>
                                        <p:tgtEl>
                                          <p:spTgt spid="31"/>
                                        </p:tgtEl>
                                        <p:attrNameLst>
                                          <p:attrName>ppt_w</p:attrName>
                                        </p:attrNameLst>
                                      </p:cBhvr>
                                      <p:tavLst>
                                        <p:tav tm="0">
                                          <p:val>
                                            <p:strVal val="0"/>
                                          </p:val>
                                        </p:tav>
                                        <p:tav tm="100000">
                                          <p:val>
                                            <p:strVal val="#ppt_w"/>
                                          </p:val>
                                        </p:tav>
                                      </p:tavLst>
                                    </p:anim>
                                    <p:anim calcmode="lin" valueType="num">
                                      <p:cBhvr additive="base">
                                        <p:cTn id="73" dur="550" fill="hold"/>
                                        <p:tgtEl>
                                          <p:spTgt spid="31"/>
                                        </p:tgtEl>
                                        <p:attrNameLst>
                                          <p:attrName>ppt_h</p:attrName>
                                        </p:attrNameLst>
                                      </p:cBhvr>
                                      <p:tavLst>
                                        <p:tav tm="0">
                                          <p:val>
                                            <p:strVal val="0"/>
                                          </p:val>
                                        </p:tav>
                                        <p:tav tm="100000">
                                          <p:val>
                                            <p:strVal val="#ppt_h"/>
                                          </p:val>
                                        </p:tav>
                                      </p:tavLst>
                                    </p:anim>
                                  </p:childTnLst>
                                </p:cTn>
                              </p:par>
                            </p:childTnLst>
                          </p:cTn>
                        </p:par>
                        <p:par>
                          <p:cTn id="74" fill="hold">
                            <p:stCondLst>
                              <p:cond delay="550"/>
                            </p:stCondLst>
                            <p:childTnLst>
                              <p:par>
                                <p:cTn id="75" presetID="42" presetClass="entr" presetSubtype="0" fill="hold" grpId="0" nodeType="afterEffect">
                                  <p:stCondLst>
                                    <p:cond delay="0"/>
                                  </p:stCondLst>
                                  <p:childTnLst>
                                    <p:set>
                                      <p:cBhvr>
                                        <p:cTn id="76" dur="1" fill="hold">
                                          <p:stCondLst>
                                            <p:cond delay="0"/>
                                          </p:stCondLst>
                                        </p:cTn>
                                        <p:tgtEl>
                                          <p:spTgt spid="32"/>
                                        </p:tgtEl>
                                        <p:attrNameLst>
                                          <p:attrName>style.visibility</p:attrName>
                                        </p:attrNameLst>
                                      </p:cBhvr>
                                      <p:to>
                                        <p:strVal val="visible"/>
                                      </p:to>
                                    </p:set>
                                    <p:animEffect transition="in" filter="fade">
                                      <p:cBhvr>
                                        <p:cTn id="77" dur="550"/>
                                        <p:tgtEl>
                                          <p:spTgt spid="32"/>
                                        </p:tgtEl>
                                      </p:cBhvr>
                                    </p:animEffect>
                                    <p:anim calcmode="lin" valueType="num">
                                      <p:cBhvr additive="base">
                                        <p:cTn id="78" dur="550" fill="hold"/>
                                        <p:tgtEl>
                                          <p:spTgt spid="32"/>
                                        </p:tgtEl>
                                        <p:attrNameLst>
                                          <p:attrName>ppt_x</p:attrName>
                                        </p:attrNameLst>
                                      </p:cBhvr>
                                      <p:tavLst>
                                        <p:tav tm="0">
                                          <p:val>
                                            <p:strVal val="#ppt_x"/>
                                          </p:val>
                                        </p:tav>
                                        <p:tav tm="100000">
                                          <p:val>
                                            <p:strVal val="#ppt_x"/>
                                          </p:val>
                                        </p:tav>
                                      </p:tavLst>
                                    </p:anim>
                                    <p:anim calcmode="lin" valueType="num">
                                      <p:cBhvr additive="base">
                                        <p:cTn id="79" dur="550" fill="hold"/>
                                        <p:tgtEl>
                                          <p:spTgt spid="32"/>
                                        </p:tgtEl>
                                        <p:attrNameLst>
                                          <p:attrName>ppt_y</p:attrName>
                                        </p:attrNameLst>
                                      </p:cBhvr>
                                      <p:tavLst>
                                        <p:tav tm="0">
                                          <p:val>
                                            <p:strVal val="#ppt_y+.08"/>
                                          </p:val>
                                        </p:tav>
                                        <p:tav tm="100000">
                                          <p:val>
                                            <p:strVal val="#ppt_y"/>
                                          </p:val>
                                        </p:tav>
                                      </p:tavLst>
                                    </p:anim>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17" grpId="0" animBg="1"/>
      <p:bldP spid="18" grpId="0" animBg="1"/>
      <p:bldP spid="21" grpId="0" animBg="1"/>
      <p:bldP spid="24" grpId="0" animBg="1"/>
      <p:bldP spid="23" grpId="0" animBg="1"/>
      <p:bldP spid="25" grpId="0" animBg="1"/>
      <p:bldP spid="26" grpId="0" animBg="1"/>
      <p:bldP spid="27" grpId="0" animBg="1"/>
      <p:bldP spid="28" grpId="0" animBg="1"/>
      <p:bldP spid="29" grpId="0" animBg="1"/>
      <p:bldP spid="30" grpId="0" animBg="1"/>
      <p:bldP spid="31" grpId="0" animBg="1"/>
      <p:bldP spid="32" grpId="0" animBg="1"/>
    </p:bldLst>
  </p:timing>
</p:sld>
</file>

<file path=ppt/slides/slide3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2000" cy="6858000"/>
          </a:xfrm>
          <a:prstGeom prst="rect">
            <a:avLst/>
          </a:prstGeom>
          <a:gradFill rotWithShape="1">
            <a:gsLst>
              <a:gs pos="0">
                <a:srgbClr val="070B1A"/>
              </a:gs>
              <a:gs pos="100000">
                <a:srgbClr val="141C44"/>
              </a:gs>
            </a:gsLst>
            <a:lin scaled="0" ang="13500000"/>
          </a:gra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cxnSp>
        <p:nvCxnSpPr>
          <p:cNvPr id="3" name="Connector 2"/>
          <p:cNvCxnSpPr/>
          <p:nvPr/>
        </p:nvCxnSpPr>
        <p:spPr>
          <a:xfrm>
            <a:off x="10350000" y="380000"/>
            <a:ext cx="750000" cy="150000"/>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cxnSp>
        <p:nvCxnSpPr>
          <p:cNvPr id="4" name="Connector 3"/>
          <p:cNvCxnSpPr/>
          <p:nvPr/>
        </p:nvCxnSpPr>
        <p:spPr>
          <a:xfrm>
            <a:off x="10350000" y="380000"/>
            <a:ext cx="750000" cy="375000"/>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cxnSp>
        <p:nvCxnSpPr>
          <p:cNvPr id="5" name="Connector 4"/>
          <p:cNvCxnSpPr/>
          <p:nvPr/>
        </p:nvCxnSpPr>
        <p:spPr>
          <a:xfrm flipV="1">
            <a:off x="10350000" y="305000"/>
            <a:ext cx="750000" cy="375000"/>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cxnSp>
        <p:nvCxnSpPr>
          <p:cNvPr id="6" name="Connector 5"/>
          <p:cNvCxnSpPr/>
          <p:nvPr/>
        </p:nvCxnSpPr>
        <p:spPr>
          <a:xfrm>
            <a:off x="11100000" y="305000"/>
            <a:ext cx="750000" cy="75000"/>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cxnSp>
        <p:nvCxnSpPr>
          <p:cNvPr id="7" name="Connector 6"/>
          <p:cNvCxnSpPr/>
          <p:nvPr/>
        </p:nvCxnSpPr>
        <p:spPr>
          <a:xfrm>
            <a:off x="11100000" y="305000"/>
            <a:ext cx="750000" cy="375000"/>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cxnSp>
        <p:nvCxnSpPr>
          <p:cNvPr id="8" name="Connector 7"/>
          <p:cNvCxnSpPr/>
          <p:nvPr/>
        </p:nvCxnSpPr>
        <p:spPr>
          <a:xfrm flipV="1">
            <a:off x="11100000" y="380000"/>
            <a:ext cx="750000" cy="150000"/>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cxnSp>
        <p:nvCxnSpPr>
          <p:cNvPr id="9" name="Connector 8"/>
          <p:cNvCxnSpPr/>
          <p:nvPr/>
        </p:nvCxnSpPr>
        <p:spPr>
          <a:xfrm>
            <a:off x="11100000" y="530000"/>
            <a:ext cx="750000" cy="150000"/>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sp>
        <p:nvSpPr>
          <p:cNvPr id="10" name="Oval 9"/>
          <p:cNvSpPr/>
          <p:nvPr/>
        </p:nvSpPr>
        <p:spPr>
          <a:xfrm>
            <a:off x="10280000" y="310000"/>
            <a:ext cx="140000" cy="140000"/>
          </a:xfrm>
          <a:prstGeom prst="ellipse">
            <a:avLst/>
          </a:prstGeom>
          <a:solidFill>
            <a:srgbClr val="3B4C8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Oval 10"/>
          <p:cNvSpPr/>
          <p:nvPr/>
        </p:nvSpPr>
        <p:spPr>
          <a:xfrm>
            <a:off x="10280000" y="610000"/>
            <a:ext cx="140000" cy="140000"/>
          </a:xfrm>
          <a:prstGeom prst="ellipse">
            <a:avLst/>
          </a:prstGeom>
          <a:solidFill>
            <a:srgbClr val="3B4C8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11030000" y="235000"/>
            <a:ext cx="140000" cy="140000"/>
          </a:xfrm>
          <a:prstGeom prst="ellipse">
            <a:avLst/>
          </a:prstGeom>
          <a:solidFill>
            <a:srgbClr val="3B4C8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Oval 12"/>
          <p:cNvSpPr/>
          <p:nvPr/>
        </p:nvSpPr>
        <p:spPr>
          <a:xfrm>
            <a:off x="11030000" y="460000"/>
            <a:ext cx="140000" cy="140000"/>
          </a:xfrm>
          <a:prstGeom prst="ellipse">
            <a:avLst/>
          </a:prstGeom>
          <a:solidFill>
            <a:srgbClr val="3B4C8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Oval 13"/>
          <p:cNvSpPr/>
          <p:nvPr/>
        </p:nvSpPr>
        <p:spPr>
          <a:xfrm>
            <a:off x="11030000" y="685000"/>
            <a:ext cx="140000" cy="140000"/>
          </a:xfrm>
          <a:prstGeom prst="ellipse">
            <a:avLst/>
          </a:prstGeom>
          <a:solidFill>
            <a:srgbClr val="3B4C8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Oval 14"/>
          <p:cNvSpPr/>
          <p:nvPr/>
        </p:nvSpPr>
        <p:spPr>
          <a:xfrm>
            <a:off x="11780000" y="310000"/>
            <a:ext cx="140000" cy="140000"/>
          </a:xfrm>
          <a:prstGeom prst="ellipse">
            <a:avLst/>
          </a:prstGeom>
          <a:solidFill>
            <a:srgbClr val="3B4C8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Oval 15"/>
          <p:cNvSpPr/>
          <p:nvPr/>
        </p:nvSpPr>
        <p:spPr>
          <a:xfrm>
            <a:off x="11780000" y="610000"/>
            <a:ext cx="140000" cy="140000"/>
          </a:xfrm>
          <a:prstGeom prst="ellipse">
            <a:avLst/>
          </a:prstGeom>
          <a:solidFill>
            <a:srgbClr val="3B4C8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500000" y="160000"/>
            <a:ext cx="9600000" cy="300000"/>
          </a:xfrm>
          <a:prstGeom prst="rect">
            <a:avLst/>
          </a:prstGeom>
          <a:noFill/>
        </p:spPr>
        <p:txBody>
          <a:bodyPr wrap="square" anchor="t" lIns="50800" rIns="50800">
            <a:spAutoFit/>
          </a:bodyPr>
          <a:lstStyle/>
          <a:p>
            <a:pPr algn="l"/>
            <a:r>
              <a:rPr sz="1100" b="1">
                <a:solidFill>
                  <a:srgbClr val="22D3EE"/>
                </a:solidFill>
                <a:latin typeface="Segoe UI"/>
              </a:rPr>
              <a:t>◆ 5-REJA</a:t>
            </a:r>
          </a:p>
        </p:txBody>
      </p:sp>
      <p:sp>
        <p:nvSpPr>
          <p:cNvPr id="18" name="TextBox 17"/>
          <p:cNvSpPr txBox="1"/>
          <p:nvPr/>
        </p:nvSpPr>
        <p:spPr>
          <a:xfrm>
            <a:off x="500000" y="400000"/>
            <a:ext cx="9800000" cy="650000"/>
          </a:xfrm>
          <a:prstGeom prst="rect">
            <a:avLst/>
          </a:prstGeom>
          <a:noFill/>
        </p:spPr>
        <p:txBody>
          <a:bodyPr wrap="square" anchor="ctr" lIns="50800" rIns="50800">
            <a:spAutoFit/>
          </a:bodyPr>
          <a:lstStyle/>
          <a:p>
            <a:pPr algn="l"/>
            <a:r>
              <a:rPr sz="2600" b="1">
                <a:solidFill>
                  <a:srgbClr val="E8EEFA"/>
                </a:solidFill>
                <a:latin typeface="Segoe UI"/>
              </a:rPr>
              <a:t>Trusted Computing va Secure AI</a:t>
            </a:r>
          </a:p>
        </p:txBody>
      </p:sp>
      <p:sp>
        <p:nvSpPr>
          <p:cNvPr id="19" name="Rectangle 18"/>
          <p:cNvSpPr/>
          <p:nvPr/>
        </p:nvSpPr>
        <p:spPr>
          <a:xfrm>
            <a:off x="560000" y="1080000"/>
            <a:ext cx="1700000" cy="45000"/>
          </a:xfrm>
          <a:prstGeom prst="rect">
            <a:avLst/>
          </a:prstGeom>
          <a:gradFill rotWithShape="1">
            <a:gsLst>
              <a:gs pos="0">
                <a:srgbClr val="22D3EE"/>
              </a:gs>
              <a:gs pos="100000">
                <a:srgbClr val="8B5CF6"/>
              </a:gs>
            </a:gsLst>
            <a:lin scaled="0" ang="0"/>
          </a:gra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500000" y="6450000"/>
            <a:ext cx="9500000" cy="280000"/>
          </a:xfrm>
          <a:prstGeom prst="rect">
            <a:avLst/>
          </a:prstGeom>
          <a:noFill/>
        </p:spPr>
        <p:txBody>
          <a:bodyPr wrap="square" anchor="t" lIns="50800" rIns="50800">
            <a:spAutoFit/>
          </a:bodyPr>
          <a:lstStyle/>
          <a:p>
            <a:pPr algn="l"/>
            <a:r>
              <a:rPr sz="900" b="0">
                <a:solidFill>
                  <a:srgbClr val="707EAA"/>
                </a:solidFill>
                <a:latin typeface="Segoe UI"/>
              </a:rPr>
              <a:t>M9 · Tizimlarining ishonchliligi va axborot xavfsizligi</a:t>
            </a:r>
          </a:p>
        </p:txBody>
      </p:sp>
      <p:sp>
        <p:nvSpPr>
          <p:cNvPr id="21" name="Rounded Rectangle 20"/>
          <p:cNvSpPr/>
          <p:nvPr/>
        </p:nvSpPr>
        <p:spPr>
          <a:xfrm>
            <a:off x="11000000" y="6430000"/>
            <a:ext cx="700000" cy="270000"/>
          </a:xfrm>
          <a:prstGeom prst="roundRect">
            <a:avLst/>
          </a:prstGeom>
          <a:solidFill>
            <a:srgbClr val="121936"/>
          </a:solidFill>
          <a:ln w="12700">
            <a:solidFill>
              <a:srgbClr val="2A356E"/>
            </a:solidFill>
          </a:ln>
          <a:effectLst/>
        </p:spPr>
        <p:style>
          <a:lnRef idx="1">
            <a:schemeClr val="accent1"/>
          </a:lnRef>
          <a:fillRef idx="3">
            <a:schemeClr val="accent1"/>
          </a:fillRef>
          <a:effectRef idx="2">
            <a:schemeClr val="accent1"/>
          </a:effectRef>
          <a:fontRef idx="minor">
            <a:schemeClr val="lt1"/>
          </a:fontRef>
        </p:style>
        <p:txBody>
          <a:bodyPr rtlCol="0" anchor="ctr" tIns="0" bIns="0"/>
          <a:lstStyle/>
          <a:p>
            <a:pPr algn="ctr"/>
            <a:r>
              <a:rPr sz="1000" b="1">
                <a:solidFill>
                  <a:srgbClr val="22D3EE"/>
                </a:solidFill>
                <a:latin typeface="Segoe UI"/>
              </a:rPr>
              <a:t>31</a:t>
            </a:r>
          </a:p>
        </p:txBody>
      </p:sp>
      <p:sp>
        <p:nvSpPr>
          <p:cNvPr id="22" name="Rounded Rectangle 21"/>
          <p:cNvSpPr/>
          <p:nvPr/>
        </p:nvSpPr>
        <p:spPr>
          <a:xfrm>
            <a:off x="7520000" y="1330000"/>
            <a:ext cx="4250000" cy="4650000"/>
          </a:xfrm>
          <a:prstGeom prst="roundRect">
            <a:avLst>
              <a:gd name="adj" fmla="val 5000"/>
            </a:avLst>
          </a:prstGeom>
          <a:noFill/>
          <a:ln w="15875">
            <a:solidFill>
              <a:srgbClr val="8B5CF6"/>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23" name="Picture 22" descr="5a9199bcc2f943dd.jpg"/>
          <p:cNvPicPr>
            <a:picLocks noChangeAspect="1"/>
          </p:cNvPicPr>
          <p:nvPr/>
        </p:nvPicPr>
        <p:blipFill>
          <a:blip r:embed="rId2"/>
          <a:srcRect t="10648" b="10648"/>
          <a:stretch>
            <a:fillRect/>
          </a:stretch>
        </p:blipFill>
        <p:spPr>
          <a:xfrm>
            <a:off x="7620000" y="1430000"/>
            <a:ext cx="4050000" cy="4250000"/>
          </a:xfrm>
          <a:prstGeom prst="roundRect">
            <a:avLst/>
          </a:prstGeom>
          <a:ln w="19050">
            <a:solidFill>
              <a:srgbClr val="22D3EE"/>
            </a:solidFill>
          </a:ln>
        </p:spPr>
      </p:pic>
      <p:sp>
        <p:nvSpPr>
          <p:cNvPr id="24" name="TextBox 23"/>
          <p:cNvSpPr txBox="1"/>
          <p:nvPr/>
        </p:nvSpPr>
        <p:spPr>
          <a:xfrm>
            <a:off x="7620000" y="5710000"/>
            <a:ext cx="4050000" cy="260000"/>
          </a:xfrm>
          <a:prstGeom prst="rect">
            <a:avLst/>
          </a:prstGeom>
          <a:noFill/>
        </p:spPr>
        <p:txBody>
          <a:bodyPr wrap="square" anchor="t" lIns="50800" rIns="50800">
            <a:spAutoFit/>
          </a:bodyPr>
          <a:lstStyle/>
          <a:p>
            <a:pPr algn="l"/>
            <a:r>
              <a:rPr sz="800" b="0">
                <a:solidFill>
                  <a:srgbClr val="707EAA"/>
                </a:solidFill>
                <a:latin typeface="Segoe UI"/>
              </a:rPr>
              <a:t>Rasm: Michael Barera · Wikimedia Commons · CC BY-SA 4.0</a:t>
            </a:r>
          </a:p>
        </p:txBody>
      </p:sp>
      <p:sp>
        <p:nvSpPr>
          <p:cNvPr id="25" name="Rounded Rectangle 24"/>
          <p:cNvSpPr/>
          <p:nvPr/>
        </p:nvSpPr>
        <p:spPr>
          <a:xfrm>
            <a:off x="7750000" y="1560000"/>
            <a:ext cx="1700000" cy="300000"/>
          </a:xfrm>
          <a:prstGeom prst="roundRect">
            <a:avLst/>
          </a:prstGeom>
          <a:solidFill>
            <a:srgbClr val="070B1A"/>
          </a:solidFill>
          <a:ln w="12700">
            <a:solidFill>
              <a:srgbClr val="22D3EE"/>
            </a:solidFill>
          </a:ln>
          <a:effectLst/>
        </p:spPr>
        <p:style>
          <a:lnRef idx="1">
            <a:schemeClr val="accent1"/>
          </a:lnRef>
          <a:fillRef idx="3">
            <a:schemeClr val="accent1"/>
          </a:fillRef>
          <a:effectRef idx="2">
            <a:schemeClr val="accent1"/>
          </a:effectRef>
          <a:fontRef idx="minor">
            <a:schemeClr val="lt1"/>
          </a:fontRef>
        </p:style>
        <p:txBody>
          <a:bodyPr rtlCol="0" anchor="ctr" tIns="0" bIns="0"/>
          <a:lstStyle/>
          <a:p>
            <a:pPr algn="ctr"/>
            <a:r>
              <a:rPr sz="900" b="1">
                <a:solidFill>
                  <a:srgbClr val="22D3EE"/>
                </a:solidFill>
                <a:latin typeface="Segoe UI"/>
              </a:rPr>
              <a:t>⚙ AMALIYOTDA</a:t>
            </a:r>
          </a:p>
        </p:txBody>
      </p:sp>
      <p:sp>
        <p:nvSpPr>
          <p:cNvPr id="26" name="Rounded Rectangle 25"/>
          <p:cNvSpPr/>
          <p:nvPr/>
        </p:nvSpPr>
        <p:spPr>
          <a:xfrm>
            <a:off x="550000" y="2417992"/>
            <a:ext cx="6750000" cy="2744016"/>
          </a:xfrm>
          <a:prstGeom prst="roundRect">
            <a:avLst>
              <a:gd name="adj" fmla="val 12000"/>
            </a:avLst>
          </a:prstGeom>
          <a:solidFill>
            <a:srgbClr val="121936"/>
          </a:solidFill>
          <a:ln w="12700">
            <a:solidFill>
              <a:srgbClr val="2A356E"/>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Rectangle 26"/>
          <p:cNvSpPr/>
          <p:nvPr/>
        </p:nvSpPr>
        <p:spPr>
          <a:xfrm>
            <a:off x="550000" y="2497992"/>
            <a:ext cx="50000" cy="2584016"/>
          </a:xfrm>
          <a:prstGeom prst="rect">
            <a:avLst/>
          </a:prstGeom>
          <a:solidFill>
            <a:srgbClr val="F59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Oval 27"/>
          <p:cNvSpPr/>
          <p:nvPr/>
        </p:nvSpPr>
        <p:spPr>
          <a:xfrm>
            <a:off x="760000" y="3590000"/>
            <a:ext cx="400000" cy="400000"/>
          </a:xfrm>
          <a:prstGeom prst="ellipse">
            <a:avLst/>
          </a:prstGeom>
          <a:noFill/>
          <a:ln w="25400">
            <a:solidFill>
              <a:srgbClr val="F59E0B"/>
            </a:solidFill>
          </a:ln>
          <a:effectLst/>
        </p:spPr>
        <p:style>
          <a:lnRef idx="1">
            <a:schemeClr val="accent1"/>
          </a:lnRef>
          <a:fillRef idx="3">
            <a:schemeClr val="accent1"/>
          </a:fillRef>
          <a:effectRef idx="2">
            <a:schemeClr val="accent1"/>
          </a:effectRef>
          <a:fontRef idx="minor">
            <a:schemeClr val="lt1"/>
          </a:fontRef>
        </p:style>
        <p:txBody>
          <a:bodyPr rtlCol="0" anchor="ctr" lIns="0" rIns="0"/>
          <a:lstStyle/>
          <a:p>
            <a:pPr algn="ctr"/>
            <a:r>
              <a:rPr sz="1200" b="1">
                <a:solidFill>
                  <a:srgbClr val="F59E0B"/>
                </a:solidFill>
                <a:latin typeface="Segoe UI"/>
              </a:rPr>
              <a:t>05</a:t>
            </a:r>
          </a:p>
        </p:txBody>
      </p:sp>
      <p:sp>
        <p:nvSpPr>
          <p:cNvPr id="29" name="TextBox 28"/>
          <p:cNvSpPr txBox="1"/>
          <p:nvPr/>
        </p:nvSpPr>
        <p:spPr>
          <a:xfrm>
            <a:off x="1300000" y="2457992"/>
            <a:ext cx="5900000" cy="2664016"/>
          </a:xfrm>
          <a:prstGeom prst="rect">
            <a:avLst/>
          </a:prstGeom>
          <a:noFill/>
        </p:spPr>
        <p:txBody>
          <a:bodyPr wrap="square" anchor="ctr">
            <a:spAutoFit/>
          </a:bodyPr>
          <a:lstStyle/>
          <a:p>
            <a:r>
              <a:rPr sz="1700" b="1">
                <a:solidFill>
                  <a:srgbClr val="E8EEFA"/>
                </a:solidFill>
                <a:latin typeface="Segoe UI"/>
              </a:rPr>
              <a:t>Uning tarkibiy qismlari: ta'minot zanjiri xavfsizligi — model fayllarini pickle o'rniga safetensors kabi kod bajarmaydigan formatda saqlash, og'irliklarni kriptografik imzolash (Sigstore), ma'lumotlar va modellar uchun «materiallar ro'yxati» (AI Bill of…</a:t>
            </a:r>
          </a:p>
          <a:p>
            <a:pPr>
              <a:spcBef>
                <a:spcPts val="400"/>
              </a:spcBef>
            </a:pPr>
            <a:r>
              <a:rPr sz="1600">
                <a:solidFill>
                  <a:srgbClr val="AEBBD9"/>
                </a:solidFill>
                <a:latin typeface="Segoe UI"/>
              </a:rPr>
              <a:t>Xalqaro standartlar — ISO/IEC 42001 (AI boshqaruv tizimi), ISO/IEC 23894 (AI xavflarini boshqarish), NIST AI RMF — bu amaliyotlarni tashkiliy doiraga soladi.</a:t>
            </a:r>
          </a:p>
        </p:txBody>
      </p:sp>
    </p:spTree>
  </p:cSld>
  <p:clrMapOvr>
    <a:masterClrMapping/>
  </p:clrMapOvr>
  <p:transition spd="med">
    <p:fade/>
  </p:transition>
  <p:timing>
    <p:tnLst>
      <p:par>
        <p:cTn id="1" dur="indefinite" restart="never" nodeType="tmRoot">
          <p:childTnLst>
            <p:seq concurrent="1" nextAc="seek">
              <p:cTn id="2" dur="indefinite" nodeType="mainSeq">
                <p:childTnLst>
                  <p:par>
                    <p:cTn id="56" fill="hold">
                      <p:stCondLst>
                        <p:cond delay="indefinite"/>
                        <p:cond evt="onBegin" delay="0">
                          <p:tn val="2"/>
                        </p:cond>
                      </p:stCondLst>
                      <p:childTnLst>
                        <p:par>
                          <p:cTn id="3" fill="hold">
                            <p:stCondLst>
                              <p:cond delay="0"/>
                            </p:stCondLst>
                            <p:childTnLst>
                              <p:par>
                                <p:cTn id="4" presetID="10" presetClass="entr" presetSubtype="0" fill="hold" grpId="0" nodeType="withEffect">
                                  <p:stCondLst>
                                    <p:cond delay="0"/>
                                  </p:stCondLst>
                                  <p:childTnLst>
                                    <p:set>
                                      <p:cBhvr>
                                        <p:cTn id="5" dur="1" fill="hold">
                                          <p:stCondLst>
                                            <p:cond delay="0"/>
                                          </p:stCondLst>
                                        </p:cTn>
                                        <p:tgtEl>
                                          <p:spTgt spid="18"/>
                                        </p:tgtEl>
                                        <p:attrNameLst>
                                          <p:attrName>style.visibility</p:attrName>
                                        </p:attrNameLst>
                                      </p:cBhvr>
                                      <p:to>
                                        <p:strVal val="visible"/>
                                      </p:to>
                                    </p:set>
                                    <p:animEffect transition="in" filter="fade">
                                      <p:cBhvr>
                                        <p:cTn id="6" dur="550"/>
                                        <p:tgtEl>
                                          <p:spTgt spid="18"/>
                                        </p:tgtEl>
                                      </p:cBhvr>
                                    </p:animEffect>
                                  </p:childTnLst>
                                </p:cTn>
                              </p:par>
                            </p:childTnLst>
                          </p:cTn>
                        </p:par>
                        <p:par>
                          <p:cTn id="7" fill="hold">
                            <p:stCondLst>
                              <p:cond delay="0"/>
                            </p:stCondLst>
                            <p:childTnLst>
                              <p:par>
                                <p:cTn id="8" presetID="22" presetClass="entr" presetSubtype="8" fill="hold" grpId="0" nodeType="afterEffect">
                                  <p:stCondLst>
                                    <p:cond delay="0"/>
                                  </p:stCondLst>
                                  <p:childTnLst>
                                    <p:set>
                                      <p:cBhvr>
                                        <p:cTn id="9" dur="1" fill="hold">
                                          <p:stCondLst>
                                            <p:cond delay="0"/>
                                          </p:stCondLst>
                                        </p:cTn>
                                        <p:tgtEl>
                                          <p:spTgt spid="19"/>
                                        </p:tgtEl>
                                        <p:attrNameLst>
                                          <p:attrName>style.visibility</p:attrName>
                                        </p:attrNameLst>
                                      </p:cBhvr>
                                      <p:to>
                                        <p:strVal val="visible"/>
                                      </p:to>
                                    </p:set>
                                    <p:animEffect transition="in" filter="wipe(left)">
                                      <p:cBhvr>
                                        <p:cTn id="11" dur="800"/>
                                        <p:tgtEl>
                                          <p:spTgt spid="19"/>
                                        </p:tgtEl>
                                      </p:cBhvr>
                                    </p:animEffect>
                                  </p:childTnLst>
                                </p:cTn>
                              </p:par>
                            </p:childTnLst>
                          </p:cTn>
                        </p:par>
                        <p:par>
                          <p:cTn id="12" fill="hold">
                            <p:stCondLst>
                              <p:cond delay="150"/>
                            </p:stCondLst>
                            <p:childTnLst>
                              <p:par>
                                <p:cTn id="13" presetID="53" presetClass="entr" presetSubtype="16" fill="hold" grpId="0" nodeType="afterEffect">
                                  <p:stCondLst>
                                    <p:cond delay="0"/>
                                  </p:stCondLst>
                                  <p:childTnLst>
                                    <p:set>
                                      <p:cBhvr>
                                        <p:cTn id="14" dur="1" fill="hold">
                                          <p:stCondLst>
                                            <p:cond delay="0"/>
                                          </p:stCondLst>
                                        </p:cTn>
                                        <p:tgtEl>
                                          <p:spTgt spid="22"/>
                                        </p:tgtEl>
                                        <p:attrNameLst>
                                          <p:attrName>style.visibility</p:attrName>
                                        </p:attrNameLst>
                                      </p:cBhvr>
                                      <p:to>
                                        <p:strVal val="visible"/>
                                      </p:to>
                                    </p:set>
                                    <p:animEffect transition="in" filter="fade">
                                      <p:cBhvr>
                                        <p:cTn id="15" dur="550"/>
                                        <p:tgtEl>
                                          <p:spTgt spid="22"/>
                                        </p:tgtEl>
                                      </p:cBhvr>
                                    </p:animEffect>
                                    <p:anim calcmode="lin" valueType="num">
                                      <p:cBhvr additive="base">
                                        <p:cTn id="16" dur="550" fill="hold"/>
                                        <p:tgtEl>
                                          <p:spTgt spid="22"/>
                                        </p:tgtEl>
                                        <p:attrNameLst>
                                          <p:attrName>ppt_w</p:attrName>
                                        </p:attrNameLst>
                                      </p:cBhvr>
                                      <p:tavLst>
                                        <p:tav tm="0">
                                          <p:val>
                                            <p:strVal val="0"/>
                                          </p:val>
                                        </p:tav>
                                        <p:tav tm="100000">
                                          <p:val>
                                            <p:strVal val="#ppt_w"/>
                                          </p:val>
                                        </p:tav>
                                      </p:tavLst>
                                    </p:anim>
                                    <p:anim calcmode="lin" valueType="num">
                                      <p:cBhvr additive="base">
                                        <p:cTn id="17" dur="550" fill="hold"/>
                                        <p:tgtEl>
                                          <p:spTgt spid="22"/>
                                        </p:tgtEl>
                                        <p:attrNameLst>
                                          <p:attrName>ppt_h</p:attrName>
                                        </p:attrNameLst>
                                      </p:cBhvr>
                                      <p:tavLst>
                                        <p:tav tm="0">
                                          <p:val>
                                            <p:strVal val="0"/>
                                          </p:val>
                                        </p:tav>
                                        <p:tav tm="100000">
                                          <p:val>
                                            <p:strVal val="#ppt_h"/>
                                          </p:val>
                                        </p:tav>
                                      </p:tavLst>
                                    </p:anim>
                                  </p:childTnLst>
                                </p:cTn>
                              </p:par>
                            </p:childTnLst>
                          </p:cTn>
                        </p:par>
                        <p:par>
                          <p:cTn id="18" fill="hold">
                            <p:stCondLst>
                              <p:cond delay="150"/>
                            </p:stCondLst>
                            <p:childTnLst>
                              <p:par>
                                <p:cTn id="19" presetID="53" presetClass="entr" presetSubtype="16" fill="hold" grpId="0" nodeType="afterEffect">
                                  <p:stCondLst>
                                    <p:cond delay="0"/>
                                  </p:stCondLst>
                                  <p:childTnLst>
                                    <p:set>
                                      <p:cBhvr>
                                        <p:cTn id="20" dur="1" fill="hold">
                                          <p:stCondLst>
                                            <p:cond delay="0"/>
                                          </p:stCondLst>
                                        </p:cTn>
                                        <p:tgtEl>
                                          <p:spTgt spid="23"/>
                                        </p:tgtEl>
                                        <p:attrNameLst>
                                          <p:attrName>style.visibility</p:attrName>
                                        </p:attrNameLst>
                                      </p:cBhvr>
                                      <p:to>
                                        <p:strVal val="visible"/>
                                      </p:to>
                                    </p:set>
                                    <p:animEffect transition="in" filter="fade">
                                      <p:cBhvr>
                                        <p:cTn id="21" dur="550"/>
                                        <p:tgtEl>
                                          <p:spTgt spid="23"/>
                                        </p:tgtEl>
                                      </p:cBhvr>
                                    </p:animEffect>
                                    <p:anim calcmode="lin" valueType="num">
                                      <p:cBhvr additive="base">
                                        <p:cTn id="22" dur="550" fill="hold"/>
                                        <p:tgtEl>
                                          <p:spTgt spid="23"/>
                                        </p:tgtEl>
                                        <p:attrNameLst>
                                          <p:attrName>ppt_w</p:attrName>
                                        </p:attrNameLst>
                                      </p:cBhvr>
                                      <p:tavLst>
                                        <p:tav tm="0">
                                          <p:val>
                                            <p:strVal val="0"/>
                                          </p:val>
                                        </p:tav>
                                        <p:tav tm="100000">
                                          <p:val>
                                            <p:strVal val="#ppt_w"/>
                                          </p:val>
                                        </p:tav>
                                      </p:tavLst>
                                    </p:anim>
                                    <p:anim calcmode="lin" valueType="num">
                                      <p:cBhvr additive="base">
                                        <p:cTn id="23" dur="550" fill="hold"/>
                                        <p:tgtEl>
                                          <p:spTgt spid="23"/>
                                        </p:tgtEl>
                                        <p:attrNameLst>
                                          <p:attrName>ppt_h</p:attrName>
                                        </p:attrNameLst>
                                      </p:cBhvr>
                                      <p:tavLst>
                                        <p:tav tm="0">
                                          <p:val>
                                            <p:strVal val="0"/>
                                          </p:val>
                                        </p:tav>
                                        <p:tav tm="100000">
                                          <p:val>
                                            <p:strVal val="#ppt_h"/>
                                          </p:val>
                                        </p:tav>
                                      </p:tavLst>
                                    </p:anim>
                                  </p:childTnLst>
                                </p:cTn>
                              </p:par>
                            </p:childTnLst>
                          </p:cTn>
                        </p:par>
                        <p:par>
                          <p:cTn id="24" fill="hold">
                            <p:stCondLst>
                              <p:cond delay="150"/>
                            </p:stCondLst>
                            <p:childTnLst>
                              <p:par>
                                <p:cTn id="25" presetID="10" presetClass="entr" presetSubtype="0" fill="hold" grpId="0" nodeType="afterEffect">
                                  <p:stCondLst>
                                    <p:cond delay="0"/>
                                  </p:stCondLst>
                                  <p:childTnLst>
                                    <p:set>
                                      <p:cBhvr>
                                        <p:cTn id="26" dur="1" fill="hold">
                                          <p:stCondLst>
                                            <p:cond delay="0"/>
                                          </p:stCondLst>
                                        </p:cTn>
                                        <p:tgtEl>
                                          <p:spTgt spid="25"/>
                                        </p:tgtEl>
                                        <p:attrNameLst>
                                          <p:attrName>style.visibility</p:attrName>
                                        </p:attrNameLst>
                                      </p:cBhvr>
                                      <p:to>
                                        <p:strVal val="visible"/>
                                      </p:to>
                                    </p:set>
                                    <p:animEffect transition="in" filter="fade">
                                      <p:cBhvr>
                                        <p:cTn id="27" dur="550"/>
                                        <p:tgtEl>
                                          <p:spTgt spid="25"/>
                                        </p:tgtEl>
                                      </p:cBhvr>
                                    </p:animEffect>
                                  </p:childTnLst>
                                </p:cTn>
                              </p:par>
                            </p:childTnLst>
                          </p:cTn>
                        </p:par>
                        <p:par>
                          <p:cTn id="28" fill="hold">
                            <p:stCondLst>
                              <p:cond delay="150"/>
                            </p:stCondLst>
                            <p:childTnLst>
                              <p:par>
                                <p:cTn id="29" presetID="10" presetClass="entr" presetSubtype="0" fill="hold" grpId="0" nodeType="afterEffect">
                                  <p:stCondLst>
                                    <p:cond delay="0"/>
                                  </p:stCondLst>
                                  <p:childTnLst>
                                    <p:set>
                                      <p:cBhvr>
                                        <p:cTn id="30" dur="1" fill="hold">
                                          <p:stCondLst>
                                            <p:cond delay="0"/>
                                          </p:stCondLst>
                                        </p:cTn>
                                        <p:tgtEl>
                                          <p:spTgt spid="24"/>
                                        </p:tgtEl>
                                        <p:attrNameLst>
                                          <p:attrName>style.visibility</p:attrName>
                                        </p:attrNameLst>
                                      </p:cBhvr>
                                      <p:to>
                                        <p:strVal val="visible"/>
                                      </p:to>
                                    </p:set>
                                    <p:animEffect transition="in" filter="fade">
                                      <p:cBhvr>
                                        <p:cTn id="31" dur="550"/>
                                        <p:tgtEl>
                                          <p:spTgt spid="24"/>
                                        </p:tgtEl>
                                      </p:cBhvr>
                                    </p:animEffect>
                                  </p:childTnLst>
                                </p:cTn>
                              </p:par>
                            </p:childTnLst>
                          </p:cTn>
                        </p:par>
                        <p:par>
                          <p:cTn id="32" fill="hold">
                            <p:stCondLst>
                              <p:cond delay="350"/>
                            </p:stCondLst>
                            <p:childTnLst>
                              <p:par>
                                <p:cTn id="33" presetID="42" presetClass="entr" presetSubtype="0" fill="hold" grpId="0" nodeType="afterEffect">
                                  <p:stCondLst>
                                    <p:cond delay="0"/>
                                  </p:stCondLst>
                                  <p:childTnLst>
                                    <p:set>
                                      <p:cBhvr>
                                        <p:cTn id="34" dur="1" fill="hold">
                                          <p:stCondLst>
                                            <p:cond delay="0"/>
                                          </p:stCondLst>
                                        </p:cTn>
                                        <p:tgtEl>
                                          <p:spTgt spid="26"/>
                                        </p:tgtEl>
                                        <p:attrNameLst>
                                          <p:attrName>style.visibility</p:attrName>
                                        </p:attrNameLst>
                                      </p:cBhvr>
                                      <p:to>
                                        <p:strVal val="visible"/>
                                      </p:to>
                                    </p:set>
                                    <p:animEffect transition="in" filter="fade">
                                      <p:cBhvr>
                                        <p:cTn id="35" dur="550"/>
                                        <p:tgtEl>
                                          <p:spTgt spid="26"/>
                                        </p:tgtEl>
                                      </p:cBhvr>
                                    </p:animEffect>
                                    <p:anim calcmode="lin" valueType="num">
                                      <p:cBhvr additive="base">
                                        <p:cTn id="36" dur="550" fill="hold"/>
                                        <p:tgtEl>
                                          <p:spTgt spid="26"/>
                                        </p:tgtEl>
                                        <p:attrNameLst>
                                          <p:attrName>ppt_x</p:attrName>
                                        </p:attrNameLst>
                                      </p:cBhvr>
                                      <p:tavLst>
                                        <p:tav tm="0">
                                          <p:val>
                                            <p:strVal val="#ppt_x"/>
                                          </p:val>
                                        </p:tav>
                                        <p:tav tm="100000">
                                          <p:val>
                                            <p:strVal val="#ppt_x"/>
                                          </p:val>
                                        </p:tav>
                                      </p:tavLst>
                                    </p:anim>
                                    <p:anim calcmode="lin" valueType="num">
                                      <p:cBhvr additive="base">
                                        <p:cTn id="37" dur="550" fill="hold"/>
                                        <p:tgtEl>
                                          <p:spTgt spid="26"/>
                                        </p:tgtEl>
                                        <p:attrNameLst>
                                          <p:attrName>ppt_y</p:attrName>
                                        </p:attrNameLst>
                                      </p:cBhvr>
                                      <p:tavLst>
                                        <p:tav tm="0">
                                          <p:val>
                                            <p:strVal val="#ppt_y+.08"/>
                                          </p:val>
                                        </p:tav>
                                        <p:tav tm="100000">
                                          <p:val>
                                            <p:strVal val="#ppt_y"/>
                                          </p:val>
                                        </p:tav>
                                      </p:tavLst>
                                    </p:anim>
                                  </p:childTnLst>
                                </p:cTn>
                              </p:par>
                            </p:childTnLst>
                          </p:cTn>
                        </p:par>
                        <p:par>
                          <p:cTn id="38" fill="hold">
                            <p:stCondLst>
                              <p:cond delay="350"/>
                            </p:stCondLst>
                            <p:childTnLst>
                              <p:par>
                                <p:cTn id="39" presetID="42" presetClass="entr" presetSubtype="0" fill="hold" grpId="0" nodeType="afterEffect">
                                  <p:stCondLst>
                                    <p:cond delay="0"/>
                                  </p:stCondLst>
                                  <p:childTnLst>
                                    <p:set>
                                      <p:cBhvr>
                                        <p:cTn id="40" dur="1" fill="hold">
                                          <p:stCondLst>
                                            <p:cond delay="0"/>
                                          </p:stCondLst>
                                        </p:cTn>
                                        <p:tgtEl>
                                          <p:spTgt spid="27"/>
                                        </p:tgtEl>
                                        <p:attrNameLst>
                                          <p:attrName>style.visibility</p:attrName>
                                        </p:attrNameLst>
                                      </p:cBhvr>
                                      <p:to>
                                        <p:strVal val="visible"/>
                                      </p:to>
                                    </p:set>
                                    <p:animEffect transition="in" filter="fade">
                                      <p:cBhvr>
                                        <p:cTn id="41" dur="550"/>
                                        <p:tgtEl>
                                          <p:spTgt spid="27"/>
                                        </p:tgtEl>
                                      </p:cBhvr>
                                    </p:animEffect>
                                    <p:anim calcmode="lin" valueType="num">
                                      <p:cBhvr additive="base">
                                        <p:cTn id="42" dur="550" fill="hold"/>
                                        <p:tgtEl>
                                          <p:spTgt spid="27"/>
                                        </p:tgtEl>
                                        <p:attrNameLst>
                                          <p:attrName>ppt_x</p:attrName>
                                        </p:attrNameLst>
                                      </p:cBhvr>
                                      <p:tavLst>
                                        <p:tav tm="0">
                                          <p:val>
                                            <p:strVal val="#ppt_x"/>
                                          </p:val>
                                        </p:tav>
                                        <p:tav tm="100000">
                                          <p:val>
                                            <p:strVal val="#ppt_x"/>
                                          </p:val>
                                        </p:tav>
                                      </p:tavLst>
                                    </p:anim>
                                    <p:anim calcmode="lin" valueType="num">
                                      <p:cBhvr additive="base">
                                        <p:cTn id="43" dur="550" fill="hold"/>
                                        <p:tgtEl>
                                          <p:spTgt spid="27"/>
                                        </p:tgtEl>
                                        <p:attrNameLst>
                                          <p:attrName>ppt_y</p:attrName>
                                        </p:attrNameLst>
                                      </p:cBhvr>
                                      <p:tavLst>
                                        <p:tav tm="0">
                                          <p:val>
                                            <p:strVal val="#ppt_y+.08"/>
                                          </p:val>
                                        </p:tav>
                                        <p:tav tm="100000">
                                          <p:val>
                                            <p:strVal val="#ppt_y"/>
                                          </p:val>
                                        </p:tav>
                                      </p:tavLst>
                                    </p:anim>
                                  </p:childTnLst>
                                </p:cTn>
                              </p:par>
                            </p:childTnLst>
                          </p:cTn>
                        </p:par>
                        <p:par>
                          <p:cTn id="44" fill="hold">
                            <p:stCondLst>
                              <p:cond delay="350"/>
                            </p:stCondLst>
                            <p:childTnLst>
                              <p:par>
                                <p:cTn id="45" presetID="53" presetClass="entr" presetSubtype="16" fill="hold" grpId="0" nodeType="afterEffect">
                                  <p:stCondLst>
                                    <p:cond delay="0"/>
                                  </p:stCondLst>
                                  <p:childTnLst>
                                    <p:set>
                                      <p:cBhvr>
                                        <p:cTn id="46" dur="1" fill="hold">
                                          <p:stCondLst>
                                            <p:cond delay="0"/>
                                          </p:stCondLst>
                                        </p:cTn>
                                        <p:tgtEl>
                                          <p:spTgt spid="28"/>
                                        </p:tgtEl>
                                        <p:attrNameLst>
                                          <p:attrName>style.visibility</p:attrName>
                                        </p:attrNameLst>
                                      </p:cBhvr>
                                      <p:to>
                                        <p:strVal val="visible"/>
                                      </p:to>
                                    </p:set>
                                    <p:animEffect transition="in" filter="fade">
                                      <p:cBhvr>
                                        <p:cTn id="47" dur="550"/>
                                        <p:tgtEl>
                                          <p:spTgt spid="28"/>
                                        </p:tgtEl>
                                      </p:cBhvr>
                                    </p:animEffect>
                                    <p:anim calcmode="lin" valueType="num">
                                      <p:cBhvr additive="base">
                                        <p:cTn id="48" dur="550" fill="hold"/>
                                        <p:tgtEl>
                                          <p:spTgt spid="28"/>
                                        </p:tgtEl>
                                        <p:attrNameLst>
                                          <p:attrName>ppt_w</p:attrName>
                                        </p:attrNameLst>
                                      </p:cBhvr>
                                      <p:tavLst>
                                        <p:tav tm="0">
                                          <p:val>
                                            <p:strVal val="0"/>
                                          </p:val>
                                        </p:tav>
                                        <p:tav tm="100000">
                                          <p:val>
                                            <p:strVal val="#ppt_w"/>
                                          </p:val>
                                        </p:tav>
                                      </p:tavLst>
                                    </p:anim>
                                    <p:anim calcmode="lin" valueType="num">
                                      <p:cBhvr additive="base">
                                        <p:cTn id="49" dur="550" fill="hold"/>
                                        <p:tgtEl>
                                          <p:spTgt spid="28"/>
                                        </p:tgtEl>
                                        <p:attrNameLst>
                                          <p:attrName>ppt_h</p:attrName>
                                        </p:attrNameLst>
                                      </p:cBhvr>
                                      <p:tavLst>
                                        <p:tav tm="0">
                                          <p:val>
                                            <p:strVal val="0"/>
                                          </p:val>
                                        </p:tav>
                                        <p:tav tm="100000">
                                          <p:val>
                                            <p:strVal val="#ppt_h"/>
                                          </p:val>
                                        </p:tav>
                                      </p:tavLst>
                                    </p:anim>
                                  </p:childTnLst>
                                </p:cTn>
                              </p:par>
                            </p:childTnLst>
                          </p:cTn>
                        </p:par>
                        <p:par>
                          <p:cTn id="50" fill="hold">
                            <p:stCondLst>
                              <p:cond delay="350"/>
                            </p:stCondLst>
                            <p:childTnLst>
                              <p:par>
                                <p:cTn id="51" presetID="42" presetClass="entr" presetSubtype="0" fill="hold" grpId="0" nodeType="afterEffect">
                                  <p:stCondLst>
                                    <p:cond delay="0"/>
                                  </p:stCondLst>
                                  <p:childTnLst>
                                    <p:set>
                                      <p:cBhvr>
                                        <p:cTn id="52" dur="1" fill="hold">
                                          <p:stCondLst>
                                            <p:cond delay="0"/>
                                          </p:stCondLst>
                                        </p:cTn>
                                        <p:tgtEl>
                                          <p:spTgt spid="29"/>
                                        </p:tgtEl>
                                        <p:attrNameLst>
                                          <p:attrName>style.visibility</p:attrName>
                                        </p:attrNameLst>
                                      </p:cBhvr>
                                      <p:to>
                                        <p:strVal val="visible"/>
                                      </p:to>
                                    </p:set>
                                    <p:animEffect transition="in" filter="fade">
                                      <p:cBhvr>
                                        <p:cTn id="53" dur="550"/>
                                        <p:tgtEl>
                                          <p:spTgt spid="29"/>
                                        </p:tgtEl>
                                      </p:cBhvr>
                                    </p:animEffect>
                                    <p:anim calcmode="lin" valueType="num">
                                      <p:cBhvr additive="base">
                                        <p:cTn id="54" dur="550" fill="hold"/>
                                        <p:tgtEl>
                                          <p:spTgt spid="29"/>
                                        </p:tgtEl>
                                        <p:attrNameLst>
                                          <p:attrName>ppt_x</p:attrName>
                                        </p:attrNameLst>
                                      </p:cBhvr>
                                      <p:tavLst>
                                        <p:tav tm="0">
                                          <p:val>
                                            <p:strVal val="#ppt_x"/>
                                          </p:val>
                                        </p:tav>
                                        <p:tav tm="100000">
                                          <p:val>
                                            <p:strVal val="#ppt_x"/>
                                          </p:val>
                                        </p:tav>
                                      </p:tavLst>
                                    </p:anim>
                                    <p:anim calcmode="lin" valueType="num">
                                      <p:cBhvr additive="base">
                                        <p:cTn id="55" dur="550" fill="hold"/>
                                        <p:tgtEl>
                                          <p:spTgt spid="29"/>
                                        </p:tgtEl>
                                        <p:attrNameLst>
                                          <p:attrName>ppt_y</p:attrName>
                                        </p:attrNameLst>
                                      </p:cBhvr>
                                      <p:tavLst>
                                        <p:tav tm="0">
                                          <p:val>
                                            <p:strVal val="#ppt_y+.08"/>
                                          </p:val>
                                        </p:tav>
                                        <p:tav tm="100000">
                                          <p:val>
                                            <p:strVal val="#ppt_y"/>
                                          </p:val>
                                        </p:tav>
                                      </p:tavLst>
                                    </p:anim>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18" grpId="0" animBg="1"/>
      <p:bldP spid="19" grpId="0" animBg="1"/>
      <p:bldP spid="22" grpId="0" animBg="1"/>
      <p:bldP spid="25" grpId="0" animBg="1"/>
      <p:bldP spid="24" grpId="0" animBg="1"/>
      <p:bldP spid="26" grpId="0" animBg="1"/>
      <p:bldP spid="27" grpId="0" animBg="1"/>
      <p:bldP spid="28" grpId="0" animBg="1"/>
      <p:bldP spid="29" grpId="0" animBg="1"/>
    </p:bldLst>
  </p:timing>
</p:sld>
</file>

<file path=ppt/slides/slide3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2000" cy="6858000"/>
          </a:xfrm>
          <a:prstGeom prst="rect">
            <a:avLst/>
          </a:prstGeom>
          <a:gradFill rotWithShape="1">
            <a:gsLst>
              <a:gs pos="0">
                <a:srgbClr val="070B1A"/>
              </a:gs>
              <a:gs pos="100000">
                <a:srgbClr val="141C44"/>
              </a:gs>
            </a:gsLst>
            <a:lin scaled="0" ang="3600000"/>
          </a:gra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cxnSp>
        <p:nvCxnSpPr>
          <p:cNvPr id="3" name="Connector 2"/>
          <p:cNvCxnSpPr/>
          <p:nvPr/>
        </p:nvCxnSpPr>
        <p:spPr>
          <a:xfrm flipV="1">
            <a:off x="800000" y="766666"/>
            <a:ext cx="2650000" cy="133334"/>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cxnSp>
        <p:nvCxnSpPr>
          <p:cNvPr id="4" name="Connector 3"/>
          <p:cNvCxnSpPr/>
          <p:nvPr/>
        </p:nvCxnSpPr>
        <p:spPr>
          <a:xfrm>
            <a:off x="800000" y="900000"/>
            <a:ext cx="2650000" cy="133333"/>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cxnSp>
        <p:nvCxnSpPr>
          <p:cNvPr id="5" name="Connector 4"/>
          <p:cNvCxnSpPr/>
          <p:nvPr/>
        </p:nvCxnSpPr>
        <p:spPr>
          <a:xfrm>
            <a:off x="800000" y="900000"/>
            <a:ext cx="2650000" cy="400000"/>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cxnSp>
        <p:nvCxnSpPr>
          <p:cNvPr id="6" name="Connector 5"/>
          <p:cNvCxnSpPr/>
          <p:nvPr/>
        </p:nvCxnSpPr>
        <p:spPr>
          <a:xfrm>
            <a:off x="800000" y="900000"/>
            <a:ext cx="2650000" cy="666666"/>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cxnSp>
        <p:nvCxnSpPr>
          <p:cNvPr id="7" name="Connector 6"/>
          <p:cNvCxnSpPr/>
          <p:nvPr/>
        </p:nvCxnSpPr>
        <p:spPr>
          <a:xfrm>
            <a:off x="800000" y="900000"/>
            <a:ext cx="2650000" cy="933333"/>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cxnSp>
        <p:nvCxnSpPr>
          <p:cNvPr id="8" name="Connector 7"/>
          <p:cNvCxnSpPr/>
          <p:nvPr/>
        </p:nvCxnSpPr>
        <p:spPr>
          <a:xfrm flipV="1">
            <a:off x="800000" y="766666"/>
            <a:ext cx="2650000" cy="533334"/>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cxnSp>
        <p:nvCxnSpPr>
          <p:cNvPr id="9" name="Connector 8"/>
          <p:cNvCxnSpPr/>
          <p:nvPr/>
        </p:nvCxnSpPr>
        <p:spPr>
          <a:xfrm flipV="1">
            <a:off x="800000" y="1033333"/>
            <a:ext cx="2650000" cy="266667"/>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cxnSp>
        <p:nvCxnSpPr>
          <p:cNvPr id="10" name="Connector 9"/>
          <p:cNvCxnSpPr/>
          <p:nvPr/>
        </p:nvCxnSpPr>
        <p:spPr>
          <a:xfrm>
            <a:off x="800000" y="1300000"/>
            <a:ext cx="2650000" cy="0"/>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cxnSp>
        <p:nvCxnSpPr>
          <p:cNvPr id="11" name="Connector 10"/>
          <p:cNvCxnSpPr/>
          <p:nvPr/>
        </p:nvCxnSpPr>
        <p:spPr>
          <a:xfrm>
            <a:off x="800000" y="1300000"/>
            <a:ext cx="2650000" cy="533333"/>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cxnSp>
        <p:nvCxnSpPr>
          <p:cNvPr id="12" name="Connector 11"/>
          <p:cNvCxnSpPr/>
          <p:nvPr/>
        </p:nvCxnSpPr>
        <p:spPr>
          <a:xfrm flipV="1">
            <a:off x="800000" y="766666"/>
            <a:ext cx="2650000" cy="933334"/>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cxnSp>
        <p:nvCxnSpPr>
          <p:cNvPr id="13" name="Connector 12"/>
          <p:cNvCxnSpPr/>
          <p:nvPr/>
        </p:nvCxnSpPr>
        <p:spPr>
          <a:xfrm flipV="1">
            <a:off x="800000" y="1033333"/>
            <a:ext cx="2650000" cy="666667"/>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cxnSp>
        <p:nvCxnSpPr>
          <p:cNvPr id="14" name="Connector 13"/>
          <p:cNvCxnSpPr/>
          <p:nvPr/>
        </p:nvCxnSpPr>
        <p:spPr>
          <a:xfrm>
            <a:off x="800000" y="1700000"/>
            <a:ext cx="2650000" cy="133333"/>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cxnSp>
        <p:nvCxnSpPr>
          <p:cNvPr id="15" name="Connector 14"/>
          <p:cNvCxnSpPr/>
          <p:nvPr/>
        </p:nvCxnSpPr>
        <p:spPr>
          <a:xfrm flipV="1">
            <a:off x="3450000" y="728571"/>
            <a:ext cx="2650000" cy="38095"/>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cxnSp>
        <p:nvCxnSpPr>
          <p:cNvPr id="16" name="Connector 15"/>
          <p:cNvCxnSpPr/>
          <p:nvPr/>
        </p:nvCxnSpPr>
        <p:spPr>
          <a:xfrm>
            <a:off x="3450000" y="766666"/>
            <a:ext cx="2650000" cy="190476"/>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cxnSp>
        <p:nvCxnSpPr>
          <p:cNvPr id="17" name="Connector 16"/>
          <p:cNvCxnSpPr/>
          <p:nvPr/>
        </p:nvCxnSpPr>
        <p:spPr>
          <a:xfrm>
            <a:off x="3450000" y="766666"/>
            <a:ext cx="2650000" cy="419048"/>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cxnSp>
        <p:nvCxnSpPr>
          <p:cNvPr id="18" name="Connector 17"/>
          <p:cNvCxnSpPr/>
          <p:nvPr/>
        </p:nvCxnSpPr>
        <p:spPr>
          <a:xfrm>
            <a:off x="3450000" y="766666"/>
            <a:ext cx="2650000" cy="647619"/>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cxnSp>
        <p:nvCxnSpPr>
          <p:cNvPr id="19" name="Connector 18"/>
          <p:cNvCxnSpPr/>
          <p:nvPr/>
        </p:nvCxnSpPr>
        <p:spPr>
          <a:xfrm>
            <a:off x="3450000" y="766666"/>
            <a:ext cx="2650000" cy="876191"/>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cxnSp>
        <p:nvCxnSpPr>
          <p:cNvPr id="20" name="Connector 19"/>
          <p:cNvCxnSpPr/>
          <p:nvPr/>
        </p:nvCxnSpPr>
        <p:spPr>
          <a:xfrm flipV="1">
            <a:off x="3450000" y="728571"/>
            <a:ext cx="2650000" cy="304762"/>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cxnSp>
        <p:nvCxnSpPr>
          <p:cNvPr id="21" name="Connector 20"/>
          <p:cNvCxnSpPr/>
          <p:nvPr/>
        </p:nvCxnSpPr>
        <p:spPr>
          <a:xfrm flipV="1">
            <a:off x="3450000" y="957142"/>
            <a:ext cx="2650000" cy="76191"/>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cxnSp>
        <p:nvCxnSpPr>
          <p:cNvPr id="22" name="Connector 21"/>
          <p:cNvCxnSpPr/>
          <p:nvPr/>
        </p:nvCxnSpPr>
        <p:spPr>
          <a:xfrm>
            <a:off x="3450000" y="1033333"/>
            <a:ext cx="2650000" cy="609524"/>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cxnSp>
        <p:nvCxnSpPr>
          <p:cNvPr id="23" name="Connector 22"/>
          <p:cNvCxnSpPr/>
          <p:nvPr/>
        </p:nvCxnSpPr>
        <p:spPr>
          <a:xfrm>
            <a:off x="3450000" y="1033333"/>
            <a:ext cx="2650000" cy="838095"/>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cxnSp>
        <p:nvCxnSpPr>
          <p:cNvPr id="24" name="Connector 23"/>
          <p:cNvCxnSpPr/>
          <p:nvPr/>
        </p:nvCxnSpPr>
        <p:spPr>
          <a:xfrm flipV="1">
            <a:off x="3450000" y="728571"/>
            <a:ext cx="2650000" cy="571429"/>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cxnSp>
        <p:nvCxnSpPr>
          <p:cNvPr id="25" name="Connector 24"/>
          <p:cNvCxnSpPr/>
          <p:nvPr/>
        </p:nvCxnSpPr>
        <p:spPr>
          <a:xfrm flipV="1">
            <a:off x="3450000" y="957142"/>
            <a:ext cx="2650000" cy="342858"/>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cxnSp>
        <p:nvCxnSpPr>
          <p:cNvPr id="26" name="Connector 25"/>
          <p:cNvCxnSpPr/>
          <p:nvPr/>
        </p:nvCxnSpPr>
        <p:spPr>
          <a:xfrm flipV="1">
            <a:off x="3450000" y="1185714"/>
            <a:ext cx="2650000" cy="114286"/>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cxnSp>
        <p:nvCxnSpPr>
          <p:cNvPr id="27" name="Connector 26"/>
          <p:cNvCxnSpPr/>
          <p:nvPr/>
        </p:nvCxnSpPr>
        <p:spPr>
          <a:xfrm>
            <a:off x="3450000" y="1300000"/>
            <a:ext cx="2650000" cy="342857"/>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cxnSp>
        <p:nvCxnSpPr>
          <p:cNvPr id="28" name="Connector 27"/>
          <p:cNvCxnSpPr/>
          <p:nvPr/>
        </p:nvCxnSpPr>
        <p:spPr>
          <a:xfrm>
            <a:off x="3450000" y="1300000"/>
            <a:ext cx="2650000" cy="571428"/>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cxnSp>
        <p:nvCxnSpPr>
          <p:cNvPr id="29" name="Connector 28"/>
          <p:cNvCxnSpPr/>
          <p:nvPr/>
        </p:nvCxnSpPr>
        <p:spPr>
          <a:xfrm flipV="1">
            <a:off x="3450000" y="728571"/>
            <a:ext cx="2650000" cy="838095"/>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cxnSp>
        <p:nvCxnSpPr>
          <p:cNvPr id="30" name="Connector 29"/>
          <p:cNvCxnSpPr/>
          <p:nvPr/>
        </p:nvCxnSpPr>
        <p:spPr>
          <a:xfrm flipV="1">
            <a:off x="3450000" y="957142"/>
            <a:ext cx="2650000" cy="609524"/>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cxnSp>
        <p:nvCxnSpPr>
          <p:cNvPr id="31" name="Connector 30"/>
          <p:cNvCxnSpPr/>
          <p:nvPr/>
        </p:nvCxnSpPr>
        <p:spPr>
          <a:xfrm flipV="1">
            <a:off x="3450000" y="1185714"/>
            <a:ext cx="2650000" cy="380952"/>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cxnSp>
        <p:nvCxnSpPr>
          <p:cNvPr id="32" name="Connector 31"/>
          <p:cNvCxnSpPr/>
          <p:nvPr/>
        </p:nvCxnSpPr>
        <p:spPr>
          <a:xfrm flipV="1">
            <a:off x="3450000" y="1414285"/>
            <a:ext cx="2650000" cy="152381"/>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cxnSp>
        <p:nvCxnSpPr>
          <p:cNvPr id="33" name="Connector 32"/>
          <p:cNvCxnSpPr/>
          <p:nvPr/>
        </p:nvCxnSpPr>
        <p:spPr>
          <a:xfrm>
            <a:off x="3450000" y="1566666"/>
            <a:ext cx="2650000" cy="76191"/>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cxnSp>
        <p:nvCxnSpPr>
          <p:cNvPr id="34" name="Connector 33"/>
          <p:cNvCxnSpPr/>
          <p:nvPr/>
        </p:nvCxnSpPr>
        <p:spPr>
          <a:xfrm flipV="1">
            <a:off x="3450000" y="728571"/>
            <a:ext cx="2650000" cy="1104762"/>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cxnSp>
        <p:nvCxnSpPr>
          <p:cNvPr id="35" name="Connector 34"/>
          <p:cNvCxnSpPr/>
          <p:nvPr/>
        </p:nvCxnSpPr>
        <p:spPr>
          <a:xfrm flipV="1">
            <a:off x="3450000" y="1185714"/>
            <a:ext cx="2650000" cy="647619"/>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cxnSp>
        <p:nvCxnSpPr>
          <p:cNvPr id="36" name="Connector 35"/>
          <p:cNvCxnSpPr/>
          <p:nvPr/>
        </p:nvCxnSpPr>
        <p:spPr>
          <a:xfrm flipV="1">
            <a:off x="3450000" y="1414285"/>
            <a:ext cx="2650000" cy="419048"/>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cxnSp>
        <p:nvCxnSpPr>
          <p:cNvPr id="37" name="Connector 36"/>
          <p:cNvCxnSpPr/>
          <p:nvPr/>
        </p:nvCxnSpPr>
        <p:spPr>
          <a:xfrm flipV="1">
            <a:off x="3450000" y="1642857"/>
            <a:ext cx="2650000" cy="190476"/>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cxnSp>
        <p:nvCxnSpPr>
          <p:cNvPr id="38" name="Connector 37"/>
          <p:cNvCxnSpPr/>
          <p:nvPr/>
        </p:nvCxnSpPr>
        <p:spPr>
          <a:xfrm>
            <a:off x="3450000" y="1833333"/>
            <a:ext cx="2650000" cy="38095"/>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cxnSp>
        <p:nvCxnSpPr>
          <p:cNvPr id="39" name="Connector 38"/>
          <p:cNvCxnSpPr/>
          <p:nvPr/>
        </p:nvCxnSpPr>
        <p:spPr>
          <a:xfrm>
            <a:off x="6100000" y="728571"/>
            <a:ext cx="2650000" cy="38095"/>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cxnSp>
        <p:nvCxnSpPr>
          <p:cNvPr id="40" name="Connector 39"/>
          <p:cNvCxnSpPr/>
          <p:nvPr/>
        </p:nvCxnSpPr>
        <p:spPr>
          <a:xfrm>
            <a:off x="6100000" y="728571"/>
            <a:ext cx="2650000" cy="838095"/>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cxnSp>
        <p:nvCxnSpPr>
          <p:cNvPr id="41" name="Connector 40"/>
          <p:cNvCxnSpPr/>
          <p:nvPr/>
        </p:nvCxnSpPr>
        <p:spPr>
          <a:xfrm>
            <a:off x="6100000" y="728571"/>
            <a:ext cx="2650000" cy="1104762"/>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cxnSp>
        <p:nvCxnSpPr>
          <p:cNvPr id="42" name="Connector 41"/>
          <p:cNvCxnSpPr/>
          <p:nvPr/>
        </p:nvCxnSpPr>
        <p:spPr>
          <a:xfrm flipV="1">
            <a:off x="6100000" y="766666"/>
            <a:ext cx="2650000" cy="190476"/>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cxnSp>
        <p:nvCxnSpPr>
          <p:cNvPr id="43" name="Connector 42"/>
          <p:cNvCxnSpPr/>
          <p:nvPr/>
        </p:nvCxnSpPr>
        <p:spPr>
          <a:xfrm>
            <a:off x="6100000" y="957142"/>
            <a:ext cx="2650000" cy="609524"/>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cxnSp>
        <p:nvCxnSpPr>
          <p:cNvPr id="44" name="Connector 43"/>
          <p:cNvCxnSpPr/>
          <p:nvPr/>
        </p:nvCxnSpPr>
        <p:spPr>
          <a:xfrm>
            <a:off x="6100000" y="957142"/>
            <a:ext cx="2650000" cy="876191"/>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cxnSp>
        <p:nvCxnSpPr>
          <p:cNvPr id="45" name="Connector 44"/>
          <p:cNvCxnSpPr/>
          <p:nvPr/>
        </p:nvCxnSpPr>
        <p:spPr>
          <a:xfrm flipV="1">
            <a:off x="6100000" y="1033333"/>
            <a:ext cx="2650000" cy="152381"/>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cxnSp>
        <p:nvCxnSpPr>
          <p:cNvPr id="46" name="Connector 45"/>
          <p:cNvCxnSpPr/>
          <p:nvPr/>
        </p:nvCxnSpPr>
        <p:spPr>
          <a:xfrm>
            <a:off x="6100000" y="1185714"/>
            <a:ext cx="2650000" cy="114286"/>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cxnSp>
        <p:nvCxnSpPr>
          <p:cNvPr id="47" name="Connector 46"/>
          <p:cNvCxnSpPr/>
          <p:nvPr/>
        </p:nvCxnSpPr>
        <p:spPr>
          <a:xfrm flipV="1">
            <a:off x="6100000" y="1033333"/>
            <a:ext cx="2650000" cy="380952"/>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cxnSp>
        <p:nvCxnSpPr>
          <p:cNvPr id="48" name="Connector 47"/>
          <p:cNvCxnSpPr/>
          <p:nvPr/>
        </p:nvCxnSpPr>
        <p:spPr>
          <a:xfrm flipV="1">
            <a:off x="6100000" y="1300000"/>
            <a:ext cx="2650000" cy="114285"/>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cxnSp>
        <p:nvCxnSpPr>
          <p:cNvPr id="49" name="Connector 48"/>
          <p:cNvCxnSpPr/>
          <p:nvPr/>
        </p:nvCxnSpPr>
        <p:spPr>
          <a:xfrm>
            <a:off x="6100000" y="1414285"/>
            <a:ext cx="2650000" cy="152381"/>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cxnSp>
        <p:nvCxnSpPr>
          <p:cNvPr id="50" name="Connector 49"/>
          <p:cNvCxnSpPr/>
          <p:nvPr/>
        </p:nvCxnSpPr>
        <p:spPr>
          <a:xfrm>
            <a:off x="6100000" y="1414285"/>
            <a:ext cx="2650000" cy="419048"/>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cxnSp>
        <p:nvCxnSpPr>
          <p:cNvPr id="51" name="Connector 50"/>
          <p:cNvCxnSpPr/>
          <p:nvPr/>
        </p:nvCxnSpPr>
        <p:spPr>
          <a:xfrm flipV="1">
            <a:off x="6100000" y="766666"/>
            <a:ext cx="2650000" cy="876191"/>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cxnSp>
        <p:nvCxnSpPr>
          <p:cNvPr id="52" name="Connector 51"/>
          <p:cNvCxnSpPr/>
          <p:nvPr/>
        </p:nvCxnSpPr>
        <p:spPr>
          <a:xfrm flipV="1">
            <a:off x="6100000" y="1300000"/>
            <a:ext cx="2650000" cy="342857"/>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cxnSp>
        <p:nvCxnSpPr>
          <p:cNvPr id="53" name="Connector 52"/>
          <p:cNvCxnSpPr/>
          <p:nvPr/>
        </p:nvCxnSpPr>
        <p:spPr>
          <a:xfrm flipV="1">
            <a:off x="6100000" y="1566666"/>
            <a:ext cx="2650000" cy="76191"/>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cxnSp>
        <p:nvCxnSpPr>
          <p:cNvPr id="54" name="Connector 53"/>
          <p:cNvCxnSpPr/>
          <p:nvPr/>
        </p:nvCxnSpPr>
        <p:spPr>
          <a:xfrm>
            <a:off x="6100000" y="1642857"/>
            <a:ext cx="2650000" cy="190476"/>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cxnSp>
        <p:nvCxnSpPr>
          <p:cNvPr id="55" name="Connector 54"/>
          <p:cNvCxnSpPr/>
          <p:nvPr/>
        </p:nvCxnSpPr>
        <p:spPr>
          <a:xfrm flipV="1">
            <a:off x="6100000" y="766666"/>
            <a:ext cx="2650000" cy="1104762"/>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cxnSp>
        <p:nvCxnSpPr>
          <p:cNvPr id="56" name="Connector 55"/>
          <p:cNvCxnSpPr/>
          <p:nvPr/>
        </p:nvCxnSpPr>
        <p:spPr>
          <a:xfrm flipV="1">
            <a:off x="6100000" y="1566666"/>
            <a:ext cx="2650000" cy="304762"/>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cxnSp>
        <p:nvCxnSpPr>
          <p:cNvPr id="57" name="Connector 56"/>
          <p:cNvCxnSpPr/>
          <p:nvPr/>
        </p:nvCxnSpPr>
        <p:spPr>
          <a:xfrm flipV="1">
            <a:off x="6100000" y="1833333"/>
            <a:ext cx="2650000" cy="38095"/>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cxnSp>
        <p:nvCxnSpPr>
          <p:cNvPr id="58" name="Connector 57"/>
          <p:cNvCxnSpPr/>
          <p:nvPr/>
        </p:nvCxnSpPr>
        <p:spPr>
          <a:xfrm>
            <a:off x="8750000" y="766666"/>
            <a:ext cx="2650000" cy="533334"/>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cxnSp>
        <p:nvCxnSpPr>
          <p:cNvPr id="59" name="Connector 58"/>
          <p:cNvCxnSpPr/>
          <p:nvPr/>
        </p:nvCxnSpPr>
        <p:spPr>
          <a:xfrm>
            <a:off x="8750000" y="766666"/>
            <a:ext cx="2650000" cy="933334"/>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cxnSp>
        <p:nvCxnSpPr>
          <p:cNvPr id="60" name="Connector 59"/>
          <p:cNvCxnSpPr/>
          <p:nvPr/>
        </p:nvCxnSpPr>
        <p:spPr>
          <a:xfrm flipV="1">
            <a:off x="8750000" y="900000"/>
            <a:ext cx="2650000" cy="133333"/>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cxnSp>
        <p:nvCxnSpPr>
          <p:cNvPr id="61" name="Connector 60"/>
          <p:cNvCxnSpPr/>
          <p:nvPr/>
        </p:nvCxnSpPr>
        <p:spPr>
          <a:xfrm>
            <a:off x="8750000" y="1033333"/>
            <a:ext cx="2650000" cy="266667"/>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cxnSp>
        <p:nvCxnSpPr>
          <p:cNvPr id="62" name="Connector 61"/>
          <p:cNvCxnSpPr/>
          <p:nvPr/>
        </p:nvCxnSpPr>
        <p:spPr>
          <a:xfrm>
            <a:off x="8750000" y="1033333"/>
            <a:ext cx="2650000" cy="666667"/>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cxnSp>
        <p:nvCxnSpPr>
          <p:cNvPr id="63" name="Connector 62"/>
          <p:cNvCxnSpPr/>
          <p:nvPr/>
        </p:nvCxnSpPr>
        <p:spPr>
          <a:xfrm flipV="1">
            <a:off x="8750000" y="900000"/>
            <a:ext cx="2650000" cy="400000"/>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cxnSp>
        <p:nvCxnSpPr>
          <p:cNvPr id="64" name="Connector 63"/>
          <p:cNvCxnSpPr/>
          <p:nvPr/>
        </p:nvCxnSpPr>
        <p:spPr>
          <a:xfrm>
            <a:off x="8750000" y="1300000"/>
            <a:ext cx="2650000" cy="0"/>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cxnSp>
        <p:nvCxnSpPr>
          <p:cNvPr id="65" name="Connector 64"/>
          <p:cNvCxnSpPr/>
          <p:nvPr/>
        </p:nvCxnSpPr>
        <p:spPr>
          <a:xfrm flipV="1">
            <a:off x="8750000" y="900000"/>
            <a:ext cx="2650000" cy="666666"/>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cxnSp>
        <p:nvCxnSpPr>
          <p:cNvPr id="66" name="Connector 65"/>
          <p:cNvCxnSpPr/>
          <p:nvPr/>
        </p:nvCxnSpPr>
        <p:spPr>
          <a:xfrm flipV="1">
            <a:off x="8750000" y="1300000"/>
            <a:ext cx="2650000" cy="266666"/>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cxnSp>
        <p:nvCxnSpPr>
          <p:cNvPr id="67" name="Connector 66"/>
          <p:cNvCxnSpPr/>
          <p:nvPr/>
        </p:nvCxnSpPr>
        <p:spPr>
          <a:xfrm flipV="1">
            <a:off x="8750000" y="900000"/>
            <a:ext cx="2650000" cy="933333"/>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cxnSp>
        <p:nvCxnSpPr>
          <p:cNvPr id="68" name="Connector 67"/>
          <p:cNvCxnSpPr/>
          <p:nvPr/>
        </p:nvCxnSpPr>
        <p:spPr>
          <a:xfrm flipV="1">
            <a:off x="8750000" y="1300000"/>
            <a:ext cx="2650000" cy="533333"/>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sp>
        <p:nvSpPr>
          <p:cNvPr id="69" name="Oval 68"/>
          <p:cNvSpPr/>
          <p:nvPr/>
        </p:nvSpPr>
        <p:spPr>
          <a:xfrm>
            <a:off x="730000" y="830000"/>
            <a:ext cx="140000" cy="140000"/>
          </a:xfrm>
          <a:prstGeom prst="ellipse">
            <a:avLst/>
          </a:prstGeom>
          <a:solidFill>
            <a:srgbClr val="3B4C8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0" name="Oval 69"/>
          <p:cNvSpPr/>
          <p:nvPr/>
        </p:nvSpPr>
        <p:spPr>
          <a:xfrm>
            <a:off x="730000" y="1230000"/>
            <a:ext cx="140000" cy="140000"/>
          </a:xfrm>
          <a:prstGeom prst="ellipse">
            <a:avLst/>
          </a:prstGeom>
          <a:solidFill>
            <a:srgbClr val="3B4C8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1" name="Oval 70"/>
          <p:cNvSpPr/>
          <p:nvPr/>
        </p:nvSpPr>
        <p:spPr>
          <a:xfrm>
            <a:off x="730000" y="1630000"/>
            <a:ext cx="140000" cy="140000"/>
          </a:xfrm>
          <a:prstGeom prst="ellipse">
            <a:avLst/>
          </a:prstGeom>
          <a:solidFill>
            <a:srgbClr val="3B4C8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2" name="Oval 71"/>
          <p:cNvSpPr/>
          <p:nvPr/>
        </p:nvSpPr>
        <p:spPr>
          <a:xfrm>
            <a:off x="3380000" y="696666"/>
            <a:ext cx="140000" cy="140000"/>
          </a:xfrm>
          <a:prstGeom prst="ellipse">
            <a:avLst/>
          </a:prstGeom>
          <a:solidFill>
            <a:srgbClr val="3B4C8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3" name="Oval 72"/>
          <p:cNvSpPr/>
          <p:nvPr/>
        </p:nvSpPr>
        <p:spPr>
          <a:xfrm>
            <a:off x="3380000" y="963333"/>
            <a:ext cx="140000" cy="140000"/>
          </a:xfrm>
          <a:prstGeom prst="ellipse">
            <a:avLst/>
          </a:prstGeom>
          <a:solidFill>
            <a:srgbClr val="3B4C8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4" name="Oval 73"/>
          <p:cNvSpPr/>
          <p:nvPr/>
        </p:nvSpPr>
        <p:spPr>
          <a:xfrm>
            <a:off x="3380000" y="1230000"/>
            <a:ext cx="140000" cy="140000"/>
          </a:xfrm>
          <a:prstGeom prst="ellipse">
            <a:avLst/>
          </a:prstGeom>
          <a:solidFill>
            <a:srgbClr val="3B4C8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5" name="Oval 74"/>
          <p:cNvSpPr/>
          <p:nvPr/>
        </p:nvSpPr>
        <p:spPr>
          <a:xfrm>
            <a:off x="3380000" y="1496666"/>
            <a:ext cx="140000" cy="140000"/>
          </a:xfrm>
          <a:prstGeom prst="ellipse">
            <a:avLst/>
          </a:prstGeom>
          <a:solidFill>
            <a:srgbClr val="3B4C8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6" name="Oval 75"/>
          <p:cNvSpPr/>
          <p:nvPr/>
        </p:nvSpPr>
        <p:spPr>
          <a:xfrm>
            <a:off x="3380000" y="1763333"/>
            <a:ext cx="140000" cy="140000"/>
          </a:xfrm>
          <a:prstGeom prst="ellipse">
            <a:avLst/>
          </a:prstGeom>
          <a:solidFill>
            <a:srgbClr val="3B4C8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7" name="Oval 76"/>
          <p:cNvSpPr/>
          <p:nvPr/>
        </p:nvSpPr>
        <p:spPr>
          <a:xfrm>
            <a:off x="6030000" y="658571"/>
            <a:ext cx="140000" cy="140000"/>
          </a:xfrm>
          <a:prstGeom prst="ellipse">
            <a:avLst/>
          </a:prstGeom>
          <a:solidFill>
            <a:srgbClr val="3B4C8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8" name="Oval 77"/>
          <p:cNvSpPr/>
          <p:nvPr/>
        </p:nvSpPr>
        <p:spPr>
          <a:xfrm>
            <a:off x="6030000" y="887142"/>
            <a:ext cx="140000" cy="140000"/>
          </a:xfrm>
          <a:prstGeom prst="ellipse">
            <a:avLst/>
          </a:prstGeom>
          <a:solidFill>
            <a:srgbClr val="3B4C8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9" name="Oval 78"/>
          <p:cNvSpPr/>
          <p:nvPr/>
        </p:nvSpPr>
        <p:spPr>
          <a:xfrm>
            <a:off x="6030000" y="1115714"/>
            <a:ext cx="140000" cy="140000"/>
          </a:xfrm>
          <a:prstGeom prst="ellipse">
            <a:avLst/>
          </a:prstGeom>
          <a:solidFill>
            <a:srgbClr val="3B4C8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0" name="Oval 79"/>
          <p:cNvSpPr/>
          <p:nvPr/>
        </p:nvSpPr>
        <p:spPr>
          <a:xfrm>
            <a:off x="6030000" y="1344285"/>
            <a:ext cx="140000" cy="140000"/>
          </a:xfrm>
          <a:prstGeom prst="ellipse">
            <a:avLst/>
          </a:prstGeom>
          <a:solidFill>
            <a:srgbClr val="3B4C8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1" name="Oval 80"/>
          <p:cNvSpPr/>
          <p:nvPr/>
        </p:nvSpPr>
        <p:spPr>
          <a:xfrm>
            <a:off x="6030000" y="1572857"/>
            <a:ext cx="140000" cy="140000"/>
          </a:xfrm>
          <a:prstGeom prst="ellipse">
            <a:avLst/>
          </a:prstGeom>
          <a:solidFill>
            <a:srgbClr val="3B4C8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2" name="Oval 81"/>
          <p:cNvSpPr/>
          <p:nvPr/>
        </p:nvSpPr>
        <p:spPr>
          <a:xfrm>
            <a:off x="6030000" y="1801428"/>
            <a:ext cx="140000" cy="140000"/>
          </a:xfrm>
          <a:prstGeom prst="ellipse">
            <a:avLst/>
          </a:prstGeom>
          <a:solidFill>
            <a:srgbClr val="3B4C8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3" name="Oval 82"/>
          <p:cNvSpPr/>
          <p:nvPr/>
        </p:nvSpPr>
        <p:spPr>
          <a:xfrm>
            <a:off x="8680000" y="696666"/>
            <a:ext cx="140000" cy="140000"/>
          </a:xfrm>
          <a:prstGeom prst="ellipse">
            <a:avLst/>
          </a:prstGeom>
          <a:solidFill>
            <a:srgbClr val="3B4C8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4" name="Oval 83"/>
          <p:cNvSpPr/>
          <p:nvPr/>
        </p:nvSpPr>
        <p:spPr>
          <a:xfrm>
            <a:off x="8680000" y="963333"/>
            <a:ext cx="140000" cy="140000"/>
          </a:xfrm>
          <a:prstGeom prst="ellipse">
            <a:avLst/>
          </a:prstGeom>
          <a:solidFill>
            <a:srgbClr val="3B4C8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5" name="Oval 84"/>
          <p:cNvSpPr/>
          <p:nvPr/>
        </p:nvSpPr>
        <p:spPr>
          <a:xfrm>
            <a:off x="8680000" y="1230000"/>
            <a:ext cx="140000" cy="140000"/>
          </a:xfrm>
          <a:prstGeom prst="ellipse">
            <a:avLst/>
          </a:prstGeom>
          <a:solidFill>
            <a:srgbClr val="3B4C8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6" name="Oval 85"/>
          <p:cNvSpPr/>
          <p:nvPr/>
        </p:nvSpPr>
        <p:spPr>
          <a:xfrm>
            <a:off x="8680000" y="1496666"/>
            <a:ext cx="140000" cy="140000"/>
          </a:xfrm>
          <a:prstGeom prst="ellipse">
            <a:avLst/>
          </a:prstGeom>
          <a:solidFill>
            <a:srgbClr val="3B4C8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7" name="Oval 86"/>
          <p:cNvSpPr/>
          <p:nvPr/>
        </p:nvSpPr>
        <p:spPr>
          <a:xfrm>
            <a:off x="8680000" y="1763333"/>
            <a:ext cx="140000" cy="140000"/>
          </a:xfrm>
          <a:prstGeom prst="ellipse">
            <a:avLst/>
          </a:prstGeom>
          <a:solidFill>
            <a:srgbClr val="3B4C8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8" name="Oval 87"/>
          <p:cNvSpPr/>
          <p:nvPr/>
        </p:nvSpPr>
        <p:spPr>
          <a:xfrm>
            <a:off x="11330000" y="830000"/>
            <a:ext cx="140000" cy="140000"/>
          </a:xfrm>
          <a:prstGeom prst="ellipse">
            <a:avLst/>
          </a:prstGeom>
          <a:solidFill>
            <a:srgbClr val="3B4C8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9" name="Oval 88"/>
          <p:cNvSpPr/>
          <p:nvPr/>
        </p:nvSpPr>
        <p:spPr>
          <a:xfrm>
            <a:off x="11330000" y="1230000"/>
            <a:ext cx="140000" cy="140000"/>
          </a:xfrm>
          <a:prstGeom prst="ellipse">
            <a:avLst/>
          </a:prstGeom>
          <a:solidFill>
            <a:srgbClr val="3B4C8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0" name="Oval 89"/>
          <p:cNvSpPr/>
          <p:nvPr/>
        </p:nvSpPr>
        <p:spPr>
          <a:xfrm>
            <a:off x="11330000" y="1630000"/>
            <a:ext cx="140000" cy="140000"/>
          </a:xfrm>
          <a:prstGeom prst="ellipse">
            <a:avLst/>
          </a:prstGeom>
          <a:solidFill>
            <a:srgbClr val="3B4C8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1" name="TextBox 90"/>
          <p:cNvSpPr txBox="1"/>
          <p:nvPr/>
        </p:nvSpPr>
        <p:spPr>
          <a:xfrm>
            <a:off x="700000" y="2500000"/>
            <a:ext cx="10800000" cy="1100000"/>
          </a:xfrm>
          <a:prstGeom prst="rect">
            <a:avLst/>
          </a:prstGeom>
          <a:noFill/>
        </p:spPr>
        <p:txBody>
          <a:bodyPr wrap="square" anchor="t" lIns="50800" rIns="50800">
            <a:spAutoFit/>
          </a:bodyPr>
          <a:lstStyle/>
          <a:p>
            <a:pPr algn="ctr"/>
            <a:r>
              <a:rPr sz="4400" b="1">
                <a:solidFill>
                  <a:srgbClr val="E8EEFA"/>
                </a:solidFill>
                <a:latin typeface="Segoe UI"/>
              </a:rPr>
              <a:t>E’tiboringiz uchun rahmat!</a:t>
            </a:r>
          </a:p>
        </p:txBody>
      </p:sp>
      <p:sp>
        <p:nvSpPr>
          <p:cNvPr id="92" name="Rectangle 91"/>
          <p:cNvSpPr/>
          <p:nvPr/>
        </p:nvSpPr>
        <p:spPr>
          <a:xfrm>
            <a:off x="4800000" y="3650000"/>
            <a:ext cx="2600000" cy="60000"/>
          </a:xfrm>
          <a:prstGeom prst="rect">
            <a:avLst/>
          </a:prstGeom>
          <a:gradFill rotWithShape="1">
            <a:gsLst>
              <a:gs pos="0">
                <a:srgbClr val="22D3EE"/>
              </a:gs>
              <a:gs pos="100000">
                <a:srgbClr val="8B5CF6"/>
              </a:gs>
            </a:gsLst>
            <a:lin scaled="0" ang="0"/>
          </a:gra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3" name="TextBox 92"/>
          <p:cNvSpPr txBox="1"/>
          <p:nvPr/>
        </p:nvSpPr>
        <p:spPr>
          <a:xfrm>
            <a:off x="700000" y="3850000"/>
            <a:ext cx="10800000" cy="500000"/>
          </a:xfrm>
          <a:prstGeom prst="rect">
            <a:avLst/>
          </a:prstGeom>
          <a:noFill/>
        </p:spPr>
        <p:txBody>
          <a:bodyPr wrap="square" anchor="t" lIns="50800" rIns="50800">
            <a:spAutoFit/>
          </a:bodyPr>
          <a:lstStyle/>
          <a:p>
            <a:pPr algn="ctr"/>
            <a:r>
              <a:rPr sz="2600" b="1">
                <a:solidFill>
                  <a:srgbClr val="22D3EE"/>
                </a:solidFill>
                <a:latin typeface="Segoe UI"/>
              </a:rPr>
              <a:t>Savollar?</a:t>
            </a:r>
          </a:p>
        </p:txBody>
      </p:sp>
      <p:sp>
        <p:nvSpPr>
          <p:cNvPr id="94" name="TextBox 93"/>
          <p:cNvSpPr txBox="1"/>
          <p:nvPr/>
        </p:nvSpPr>
        <p:spPr>
          <a:xfrm>
            <a:off x="1200000" y="4800000"/>
            <a:ext cx="9800000" cy="800000"/>
          </a:xfrm>
          <a:prstGeom prst="rect">
            <a:avLst/>
          </a:prstGeom>
          <a:noFill/>
        </p:spPr>
        <p:txBody>
          <a:bodyPr wrap="square" anchor="t" lIns="50800" rIns="50800">
            <a:spAutoFit/>
          </a:bodyPr>
          <a:lstStyle/>
          <a:p>
            <a:pPr algn="ctr"/>
            <a:r>
              <a:rPr sz="1400" b="0">
                <a:solidFill>
                  <a:srgbClr val="AEBBD9"/>
                </a:solidFill>
                <a:latin typeface="Segoe UI"/>
              </a:rPr>
              <a:t>Mavzu matni va materiallar: https://aiscan.airi.uz/ktm/#/c/mis2104/mavzu/M9</a:t>
            </a:r>
          </a:p>
        </p:txBody>
      </p:sp>
    </p:spTree>
  </p:cSld>
  <p:clrMapOvr>
    <a:masterClrMapping/>
  </p:clrMapOvr>
  <p:transition spd="med">
    <p:fade/>
  </p:transition>
  <p:timing>
    <p:tnLst>
      <p:par>
        <p:cTn id="1" dur="indefinite" restart="never" nodeType="tmRoot">
          <p:childTnLst>
            <p:seq concurrent="1" nextAc="seek">
              <p:cTn id="2" dur="indefinite" nodeType="mainSeq">
                <p:childTnLst>
                  <p:par>
                    <p:cTn id="376" fill="hold">
                      <p:stCondLst>
                        <p:cond delay="indefinite"/>
                        <p:cond evt="onBegin" delay="0">
                          <p:tn val="2"/>
                        </p:cond>
                      </p:stCondLst>
                      <p:childTnLst>
                        <p:par>
                          <p:cTn id="3" fill="hold">
                            <p:stCondLst>
                              <p:cond delay="0"/>
                            </p:stCondLst>
                            <p:childTnLst>
                              <p:par>
                                <p:cTn id="4" presetID="10" presetClass="entr" presetSubtype="0" fill="hold" grpId="0" nodeType="withEffect">
                                  <p:stCondLst>
                                    <p:cond delay="0"/>
                                  </p:stCondLst>
                                  <p:childTnLst>
                                    <p:set>
                                      <p:cBhvr>
                                        <p:cTn id="5" dur="1" fill="hold">
                                          <p:stCondLst>
                                            <p:cond delay="0"/>
                                          </p:stCondLst>
                                        </p:cTn>
                                        <p:tgtEl>
                                          <p:spTgt spid="3"/>
                                        </p:tgtEl>
                                        <p:attrNameLst>
                                          <p:attrName>style.visibility</p:attrName>
                                        </p:attrNameLst>
                                      </p:cBhvr>
                                      <p:to>
                                        <p:strVal val="visible"/>
                                      </p:to>
                                    </p:set>
                                    <p:animEffect transition="in" filter="fade">
                                      <p:cBhvr>
                                        <p:cTn id="6" dur="550"/>
                                        <p:tgtEl>
                                          <p:spTgt spid="3"/>
                                        </p:tgtEl>
                                      </p:cBhvr>
                                    </p:animEffect>
                                  </p:childTnLst>
                                </p:cTn>
                              </p:par>
                            </p:childTnLst>
                          </p:cTn>
                        </p:par>
                        <p:par>
                          <p:cTn id="7" fill="hold">
                            <p:stCondLst>
                              <p:cond delay="0"/>
                            </p:stCondLst>
                            <p:childTnLst>
                              <p:par>
                                <p:cTn id="8" presetID="10" presetClass="entr" presetSubtype="0" fill="hold" grpId="0" nodeType="afterEffect">
                                  <p:stCondLst>
                                    <p:cond delay="0"/>
                                  </p:stCondLst>
                                  <p:childTnLst>
                                    <p:set>
                                      <p:cBhvr>
                                        <p:cTn id="9" dur="1" fill="hold">
                                          <p:stCondLst>
                                            <p:cond delay="0"/>
                                          </p:stCondLst>
                                        </p:cTn>
                                        <p:tgtEl>
                                          <p:spTgt spid="4"/>
                                        </p:tgtEl>
                                        <p:attrNameLst>
                                          <p:attrName>style.visibility</p:attrName>
                                        </p:attrNameLst>
                                      </p:cBhvr>
                                      <p:to>
                                        <p:strVal val="visible"/>
                                      </p:to>
                                    </p:set>
                                    <p:animEffect transition="in" filter="fade">
                                      <p:cBhvr>
                                        <p:cTn id="10" dur="550"/>
                                        <p:tgtEl>
                                          <p:spTgt spid="4"/>
                                        </p:tgtEl>
                                      </p:cBhvr>
                                    </p:animEffect>
                                  </p:childTnLst>
                                </p:cTn>
                              </p:par>
                            </p:childTnLst>
                          </p:cTn>
                        </p:par>
                        <p:par>
                          <p:cTn id="11" fill="hold">
                            <p:stCondLst>
                              <p:cond delay="0"/>
                            </p:stCondLst>
                            <p:childTnLst>
                              <p:par>
                                <p:cTn id="12" presetID="10" presetClass="entr" presetSubtype="0" fill="hold" grpId="0" nodeType="afterEffect">
                                  <p:stCondLst>
                                    <p:cond delay="0"/>
                                  </p:stCondLst>
                                  <p:childTnLst>
                                    <p:set>
                                      <p:cBhvr>
                                        <p:cTn id="13" dur="1" fill="hold">
                                          <p:stCondLst>
                                            <p:cond delay="0"/>
                                          </p:stCondLst>
                                        </p:cTn>
                                        <p:tgtEl>
                                          <p:spTgt spid="5"/>
                                        </p:tgtEl>
                                        <p:attrNameLst>
                                          <p:attrName>style.visibility</p:attrName>
                                        </p:attrNameLst>
                                      </p:cBhvr>
                                      <p:to>
                                        <p:strVal val="visible"/>
                                      </p:to>
                                    </p:set>
                                    <p:animEffect transition="in" filter="fade">
                                      <p:cBhvr>
                                        <p:cTn id="14" dur="550"/>
                                        <p:tgtEl>
                                          <p:spTgt spid="5"/>
                                        </p:tgtEl>
                                      </p:cBhvr>
                                    </p:animEffect>
                                  </p:childTnLst>
                                </p:cTn>
                              </p:par>
                            </p:childTnLst>
                          </p:cTn>
                        </p:par>
                        <p:par>
                          <p:cTn id="15" fill="hold">
                            <p:stCondLst>
                              <p:cond delay="0"/>
                            </p:stCondLst>
                            <p:childTnLst>
                              <p:par>
                                <p:cTn id="16" presetID="10" presetClass="entr" presetSubtype="0" fill="hold" grpId="0" nodeType="afterEffect">
                                  <p:stCondLst>
                                    <p:cond delay="0"/>
                                  </p:stCondLst>
                                  <p:childTnLst>
                                    <p:set>
                                      <p:cBhvr>
                                        <p:cTn id="17" dur="1" fill="hold">
                                          <p:stCondLst>
                                            <p:cond delay="0"/>
                                          </p:stCondLst>
                                        </p:cTn>
                                        <p:tgtEl>
                                          <p:spTgt spid="6"/>
                                        </p:tgtEl>
                                        <p:attrNameLst>
                                          <p:attrName>style.visibility</p:attrName>
                                        </p:attrNameLst>
                                      </p:cBhvr>
                                      <p:to>
                                        <p:strVal val="visible"/>
                                      </p:to>
                                    </p:set>
                                    <p:animEffect transition="in" filter="fade">
                                      <p:cBhvr>
                                        <p:cTn id="18" dur="550"/>
                                        <p:tgtEl>
                                          <p:spTgt spid="6"/>
                                        </p:tgtEl>
                                      </p:cBhvr>
                                    </p:animEffect>
                                  </p:childTnLst>
                                </p:cTn>
                              </p:par>
                            </p:childTnLst>
                          </p:cTn>
                        </p:par>
                        <p:par>
                          <p:cTn id="19" fill="hold">
                            <p:stCondLst>
                              <p:cond delay="0"/>
                            </p:stCondLst>
                            <p:childTnLst>
                              <p:par>
                                <p:cTn id="20" presetID="10" presetClass="entr" presetSubtype="0" fill="hold" grpId="0" nodeType="afterEffect">
                                  <p:stCondLst>
                                    <p:cond delay="0"/>
                                  </p:stCondLst>
                                  <p:childTnLst>
                                    <p:set>
                                      <p:cBhvr>
                                        <p:cTn id="21" dur="1" fill="hold">
                                          <p:stCondLst>
                                            <p:cond delay="0"/>
                                          </p:stCondLst>
                                        </p:cTn>
                                        <p:tgtEl>
                                          <p:spTgt spid="7"/>
                                        </p:tgtEl>
                                        <p:attrNameLst>
                                          <p:attrName>style.visibility</p:attrName>
                                        </p:attrNameLst>
                                      </p:cBhvr>
                                      <p:to>
                                        <p:strVal val="visible"/>
                                      </p:to>
                                    </p:set>
                                    <p:animEffect transition="in" filter="fade">
                                      <p:cBhvr>
                                        <p:cTn id="22" dur="550"/>
                                        <p:tgtEl>
                                          <p:spTgt spid="7"/>
                                        </p:tgtEl>
                                      </p:cBhvr>
                                    </p:animEffect>
                                  </p:childTnLst>
                                </p:cTn>
                              </p:par>
                            </p:childTnLst>
                          </p:cTn>
                        </p:par>
                        <p:par>
                          <p:cTn id="23" fill="hold">
                            <p:stCondLst>
                              <p:cond delay="0"/>
                            </p:stCondLst>
                            <p:childTnLst>
                              <p:par>
                                <p:cTn id="24" presetID="10" presetClass="entr" presetSubtype="0" fill="hold" grpId="0" nodeType="afterEffect">
                                  <p:stCondLst>
                                    <p:cond delay="0"/>
                                  </p:stCondLst>
                                  <p:childTnLst>
                                    <p:set>
                                      <p:cBhvr>
                                        <p:cTn id="25" dur="1" fill="hold">
                                          <p:stCondLst>
                                            <p:cond delay="0"/>
                                          </p:stCondLst>
                                        </p:cTn>
                                        <p:tgtEl>
                                          <p:spTgt spid="8"/>
                                        </p:tgtEl>
                                        <p:attrNameLst>
                                          <p:attrName>style.visibility</p:attrName>
                                        </p:attrNameLst>
                                      </p:cBhvr>
                                      <p:to>
                                        <p:strVal val="visible"/>
                                      </p:to>
                                    </p:set>
                                    <p:animEffect transition="in" filter="fade">
                                      <p:cBhvr>
                                        <p:cTn id="26" dur="550"/>
                                        <p:tgtEl>
                                          <p:spTgt spid="8"/>
                                        </p:tgtEl>
                                      </p:cBhvr>
                                    </p:animEffect>
                                  </p:childTnLst>
                                </p:cTn>
                              </p:par>
                            </p:childTnLst>
                          </p:cTn>
                        </p:par>
                        <p:par>
                          <p:cTn id="27" fill="hold">
                            <p:stCondLst>
                              <p:cond delay="0"/>
                            </p:stCondLst>
                            <p:childTnLst>
                              <p:par>
                                <p:cTn id="28" presetID="10" presetClass="entr" presetSubtype="0" fill="hold" grpId="0" nodeType="afterEffect">
                                  <p:stCondLst>
                                    <p:cond delay="0"/>
                                  </p:stCondLst>
                                  <p:childTnLst>
                                    <p:set>
                                      <p:cBhvr>
                                        <p:cTn id="29" dur="1" fill="hold">
                                          <p:stCondLst>
                                            <p:cond delay="0"/>
                                          </p:stCondLst>
                                        </p:cTn>
                                        <p:tgtEl>
                                          <p:spTgt spid="9"/>
                                        </p:tgtEl>
                                        <p:attrNameLst>
                                          <p:attrName>style.visibility</p:attrName>
                                        </p:attrNameLst>
                                      </p:cBhvr>
                                      <p:to>
                                        <p:strVal val="visible"/>
                                      </p:to>
                                    </p:set>
                                    <p:animEffect transition="in" filter="fade">
                                      <p:cBhvr>
                                        <p:cTn id="30" dur="550"/>
                                        <p:tgtEl>
                                          <p:spTgt spid="9"/>
                                        </p:tgtEl>
                                      </p:cBhvr>
                                    </p:animEffect>
                                  </p:childTnLst>
                                </p:cTn>
                              </p:par>
                            </p:childTnLst>
                          </p:cTn>
                        </p:par>
                        <p:par>
                          <p:cTn id="31" fill="hold">
                            <p:stCondLst>
                              <p:cond delay="0"/>
                            </p:stCondLst>
                            <p:childTnLst>
                              <p:par>
                                <p:cTn id="32" presetID="10" presetClass="entr" presetSubtype="0" fill="hold" grpId="0" nodeType="afterEffect">
                                  <p:stCondLst>
                                    <p:cond delay="0"/>
                                  </p:stCondLst>
                                  <p:childTnLst>
                                    <p:set>
                                      <p:cBhvr>
                                        <p:cTn id="33" dur="1" fill="hold">
                                          <p:stCondLst>
                                            <p:cond delay="0"/>
                                          </p:stCondLst>
                                        </p:cTn>
                                        <p:tgtEl>
                                          <p:spTgt spid="10"/>
                                        </p:tgtEl>
                                        <p:attrNameLst>
                                          <p:attrName>style.visibility</p:attrName>
                                        </p:attrNameLst>
                                      </p:cBhvr>
                                      <p:to>
                                        <p:strVal val="visible"/>
                                      </p:to>
                                    </p:set>
                                    <p:animEffect transition="in" filter="fade">
                                      <p:cBhvr>
                                        <p:cTn id="34" dur="550"/>
                                        <p:tgtEl>
                                          <p:spTgt spid="10"/>
                                        </p:tgtEl>
                                      </p:cBhvr>
                                    </p:animEffect>
                                  </p:childTnLst>
                                </p:cTn>
                              </p:par>
                            </p:childTnLst>
                          </p:cTn>
                        </p:par>
                        <p:par>
                          <p:cTn id="35" fill="hold">
                            <p:stCondLst>
                              <p:cond delay="0"/>
                            </p:stCondLst>
                            <p:childTnLst>
                              <p:par>
                                <p:cTn id="36" presetID="10" presetClass="entr" presetSubtype="0" fill="hold" grpId="0" nodeType="afterEffect">
                                  <p:stCondLst>
                                    <p:cond delay="0"/>
                                  </p:stCondLst>
                                  <p:childTnLst>
                                    <p:set>
                                      <p:cBhvr>
                                        <p:cTn id="37" dur="1" fill="hold">
                                          <p:stCondLst>
                                            <p:cond delay="0"/>
                                          </p:stCondLst>
                                        </p:cTn>
                                        <p:tgtEl>
                                          <p:spTgt spid="11"/>
                                        </p:tgtEl>
                                        <p:attrNameLst>
                                          <p:attrName>style.visibility</p:attrName>
                                        </p:attrNameLst>
                                      </p:cBhvr>
                                      <p:to>
                                        <p:strVal val="visible"/>
                                      </p:to>
                                    </p:set>
                                    <p:animEffect transition="in" filter="fade">
                                      <p:cBhvr>
                                        <p:cTn id="38" dur="550"/>
                                        <p:tgtEl>
                                          <p:spTgt spid="11"/>
                                        </p:tgtEl>
                                      </p:cBhvr>
                                    </p:animEffect>
                                  </p:childTnLst>
                                </p:cTn>
                              </p:par>
                            </p:childTnLst>
                          </p:cTn>
                        </p:par>
                        <p:par>
                          <p:cTn id="39" fill="hold">
                            <p:stCondLst>
                              <p:cond delay="0"/>
                            </p:stCondLst>
                            <p:childTnLst>
                              <p:par>
                                <p:cTn id="40" presetID="10" presetClass="entr" presetSubtype="0" fill="hold" grpId="0" nodeType="afterEffect">
                                  <p:stCondLst>
                                    <p:cond delay="0"/>
                                  </p:stCondLst>
                                  <p:childTnLst>
                                    <p:set>
                                      <p:cBhvr>
                                        <p:cTn id="41" dur="1" fill="hold">
                                          <p:stCondLst>
                                            <p:cond delay="0"/>
                                          </p:stCondLst>
                                        </p:cTn>
                                        <p:tgtEl>
                                          <p:spTgt spid="12"/>
                                        </p:tgtEl>
                                        <p:attrNameLst>
                                          <p:attrName>style.visibility</p:attrName>
                                        </p:attrNameLst>
                                      </p:cBhvr>
                                      <p:to>
                                        <p:strVal val="visible"/>
                                      </p:to>
                                    </p:set>
                                    <p:animEffect transition="in" filter="fade">
                                      <p:cBhvr>
                                        <p:cTn id="42" dur="550"/>
                                        <p:tgtEl>
                                          <p:spTgt spid="12"/>
                                        </p:tgtEl>
                                      </p:cBhvr>
                                    </p:animEffect>
                                  </p:childTnLst>
                                </p:cTn>
                              </p:par>
                            </p:childTnLst>
                          </p:cTn>
                        </p:par>
                        <p:par>
                          <p:cTn id="43" fill="hold">
                            <p:stCondLst>
                              <p:cond delay="0"/>
                            </p:stCondLst>
                            <p:childTnLst>
                              <p:par>
                                <p:cTn id="44" presetID="10" presetClass="entr" presetSubtype="0" fill="hold" grpId="0" nodeType="afterEffect">
                                  <p:stCondLst>
                                    <p:cond delay="0"/>
                                  </p:stCondLst>
                                  <p:childTnLst>
                                    <p:set>
                                      <p:cBhvr>
                                        <p:cTn id="45" dur="1" fill="hold">
                                          <p:stCondLst>
                                            <p:cond delay="0"/>
                                          </p:stCondLst>
                                        </p:cTn>
                                        <p:tgtEl>
                                          <p:spTgt spid="13"/>
                                        </p:tgtEl>
                                        <p:attrNameLst>
                                          <p:attrName>style.visibility</p:attrName>
                                        </p:attrNameLst>
                                      </p:cBhvr>
                                      <p:to>
                                        <p:strVal val="visible"/>
                                      </p:to>
                                    </p:set>
                                    <p:animEffect transition="in" filter="fade">
                                      <p:cBhvr>
                                        <p:cTn id="46" dur="550"/>
                                        <p:tgtEl>
                                          <p:spTgt spid="13"/>
                                        </p:tgtEl>
                                      </p:cBhvr>
                                    </p:animEffect>
                                  </p:childTnLst>
                                </p:cTn>
                              </p:par>
                            </p:childTnLst>
                          </p:cTn>
                        </p:par>
                        <p:par>
                          <p:cTn id="47" fill="hold">
                            <p:stCondLst>
                              <p:cond delay="0"/>
                            </p:stCondLst>
                            <p:childTnLst>
                              <p:par>
                                <p:cTn id="48" presetID="10" presetClass="entr" presetSubtype="0" fill="hold" grpId="0" nodeType="afterEffect">
                                  <p:stCondLst>
                                    <p:cond delay="0"/>
                                  </p:stCondLst>
                                  <p:childTnLst>
                                    <p:set>
                                      <p:cBhvr>
                                        <p:cTn id="49" dur="1" fill="hold">
                                          <p:stCondLst>
                                            <p:cond delay="0"/>
                                          </p:stCondLst>
                                        </p:cTn>
                                        <p:tgtEl>
                                          <p:spTgt spid="14"/>
                                        </p:tgtEl>
                                        <p:attrNameLst>
                                          <p:attrName>style.visibility</p:attrName>
                                        </p:attrNameLst>
                                      </p:cBhvr>
                                      <p:to>
                                        <p:strVal val="visible"/>
                                      </p:to>
                                    </p:set>
                                    <p:animEffect transition="in" filter="fade">
                                      <p:cBhvr>
                                        <p:cTn id="50" dur="550"/>
                                        <p:tgtEl>
                                          <p:spTgt spid="14"/>
                                        </p:tgtEl>
                                      </p:cBhvr>
                                    </p:animEffect>
                                  </p:childTnLst>
                                </p:cTn>
                              </p:par>
                            </p:childTnLst>
                          </p:cTn>
                        </p:par>
                        <p:par>
                          <p:cTn id="51" fill="hold">
                            <p:stCondLst>
                              <p:cond delay="0"/>
                            </p:stCondLst>
                            <p:childTnLst>
                              <p:par>
                                <p:cTn id="52" presetID="10" presetClass="entr" presetSubtype="0" fill="hold" grpId="0" nodeType="afterEffect">
                                  <p:stCondLst>
                                    <p:cond delay="0"/>
                                  </p:stCondLst>
                                  <p:childTnLst>
                                    <p:set>
                                      <p:cBhvr>
                                        <p:cTn id="53" dur="1" fill="hold">
                                          <p:stCondLst>
                                            <p:cond delay="0"/>
                                          </p:stCondLst>
                                        </p:cTn>
                                        <p:tgtEl>
                                          <p:spTgt spid="15"/>
                                        </p:tgtEl>
                                        <p:attrNameLst>
                                          <p:attrName>style.visibility</p:attrName>
                                        </p:attrNameLst>
                                      </p:cBhvr>
                                      <p:to>
                                        <p:strVal val="visible"/>
                                      </p:to>
                                    </p:set>
                                    <p:animEffect transition="in" filter="fade">
                                      <p:cBhvr>
                                        <p:cTn id="54" dur="550"/>
                                        <p:tgtEl>
                                          <p:spTgt spid="15"/>
                                        </p:tgtEl>
                                      </p:cBhvr>
                                    </p:animEffect>
                                  </p:childTnLst>
                                </p:cTn>
                              </p:par>
                            </p:childTnLst>
                          </p:cTn>
                        </p:par>
                        <p:par>
                          <p:cTn id="55" fill="hold">
                            <p:stCondLst>
                              <p:cond delay="0"/>
                            </p:stCondLst>
                            <p:childTnLst>
                              <p:par>
                                <p:cTn id="56" presetID="10" presetClass="entr" presetSubtype="0" fill="hold" grpId="0" nodeType="afterEffect">
                                  <p:stCondLst>
                                    <p:cond delay="0"/>
                                  </p:stCondLst>
                                  <p:childTnLst>
                                    <p:set>
                                      <p:cBhvr>
                                        <p:cTn id="57" dur="1" fill="hold">
                                          <p:stCondLst>
                                            <p:cond delay="0"/>
                                          </p:stCondLst>
                                        </p:cTn>
                                        <p:tgtEl>
                                          <p:spTgt spid="16"/>
                                        </p:tgtEl>
                                        <p:attrNameLst>
                                          <p:attrName>style.visibility</p:attrName>
                                        </p:attrNameLst>
                                      </p:cBhvr>
                                      <p:to>
                                        <p:strVal val="visible"/>
                                      </p:to>
                                    </p:set>
                                    <p:animEffect transition="in" filter="fade">
                                      <p:cBhvr>
                                        <p:cTn id="58" dur="550"/>
                                        <p:tgtEl>
                                          <p:spTgt spid="16"/>
                                        </p:tgtEl>
                                      </p:cBhvr>
                                    </p:animEffect>
                                  </p:childTnLst>
                                </p:cTn>
                              </p:par>
                            </p:childTnLst>
                          </p:cTn>
                        </p:par>
                        <p:par>
                          <p:cTn id="59" fill="hold">
                            <p:stCondLst>
                              <p:cond delay="0"/>
                            </p:stCondLst>
                            <p:childTnLst>
                              <p:par>
                                <p:cTn id="60" presetID="10" presetClass="entr" presetSubtype="0" fill="hold" grpId="0" nodeType="afterEffect">
                                  <p:stCondLst>
                                    <p:cond delay="0"/>
                                  </p:stCondLst>
                                  <p:childTnLst>
                                    <p:set>
                                      <p:cBhvr>
                                        <p:cTn id="61" dur="1" fill="hold">
                                          <p:stCondLst>
                                            <p:cond delay="0"/>
                                          </p:stCondLst>
                                        </p:cTn>
                                        <p:tgtEl>
                                          <p:spTgt spid="17"/>
                                        </p:tgtEl>
                                        <p:attrNameLst>
                                          <p:attrName>style.visibility</p:attrName>
                                        </p:attrNameLst>
                                      </p:cBhvr>
                                      <p:to>
                                        <p:strVal val="visible"/>
                                      </p:to>
                                    </p:set>
                                    <p:animEffect transition="in" filter="fade">
                                      <p:cBhvr>
                                        <p:cTn id="62" dur="550"/>
                                        <p:tgtEl>
                                          <p:spTgt spid="17"/>
                                        </p:tgtEl>
                                      </p:cBhvr>
                                    </p:animEffect>
                                  </p:childTnLst>
                                </p:cTn>
                              </p:par>
                            </p:childTnLst>
                          </p:cTn>
                        </p:par>
                        <p:par>
                          <p:cTn id="63" fill="hold">
                            <p:stCondLst>
                              <p:cond delay="0"/>
                            </p:stCondLst>
                            <p:childTnLst>
                              <p:par>
                                <p:cTn id="64" presetID="10" presetClass="entr" presetSubtype="0" fill="hold" grpId="0" nodeType="afterEffect">
                                  <p:stCondLst>
                                    <p:cond delay="0"/>
                                  </p:stCondLst>
                                  <p:childTnLst>
                                    <p:set>
                                      <p:cBhvr>
                                        <p:cTn id="65" dur="1" fill="hold">
                                          <p:stCondLst>
                                            <p:cond delay="0"/>
                                          </p:stCondLst>
                                        </p:cTn>
                                        <p:tgtEl>
                                          <p:spTgt spid="18"/>
                                        </p:tgtEl>
                                        <p:attrNameLst>
                                          <p:attrName>style.visibility</p:attrName>
                                        </p:attrNameLst>
                                      </p:cBhvr>
                                      <p:to>
                                        <p:strVal val="visible"/>
                                      </p:to>
                                    </p:set>
                                    <p:animEffect transition="in" filter="fade">
                                      <p:cBhvr>
                                        <p:cTn id="66" dur="550"/>
                                        <p:tgtEl>
                                          <p:spTgt spid="18"/>
                                        </p:tgtEl>
                                      </p:cBhvr>
                                    </p:animEffect>
                                  </p:childTnLst>
                                </p:cTn>
                              </p:par>
                            </p:childTnLst>
                          </p:cTn>
                        </p:par>
                        <p:par>
                          <p:cTn id="67" fill="hold">
                            <p:stCondLst>
                              <p:cond delay="0"/>
                            </p:stCondLst>
                            <p:childTnLst>
                              <p:par>
                                <p:cTn id="68" presetID="10" presetClass="entr" presetSubtype="0" fill="hold" grpId="0" nodeType="afterEffect">
                                  <p:stCondLst>
                                    <p:cond delay="0"/>
                                  </p:stCondLst>
                                  <p:childTnLst>
                                    <p:set>
                                      <p:cBhvr>
                                        <p:cTn id="69" dur="1" fill="hold">
                                          <p:stCondLst>
                                            <p:cond delay="0"/>
                                          </p:stCondLst>
                                        </p:cTn>
                                        <p:tgtEl>
                                          <p:spTgt spid="19"/>
                                        </p:tgtEl>
                                        <p:attrNameLst>
                                          <p:attrName>style.visibility</p:attrName>
                                        </p:attrNameLst>
                                      </p:cBhvr>
                                      <p:to>
                                        <p:strVal val="visible"/>
                                      </p:to>
                                    </p:set>
                                    <p:animEffect transition="in" filter="fade">
                                      <p:cBhvr>
                                        <p:cTn id="70" dur="550"/>
                                        <p:tgtEl>
                                          <p:spTgt spid="19"/>
                                        </p:tgtEl>
                                      </p:cBhvr>
                                    </p:animEffect>
                                  </p:childTnLst>
                                </p:cTn>
                              </p:par>
                            </p:childTnLst>
                          </p:cTn>
                        </p:par>
                        <p:par>
                          <p:cTn id="71" fill="hold">
                            <p:stCondLst>
                              <p:cond delay="0"/>
                            </p:stCondLst>
                            <p:childTnLst>
                              <p:par>
                                <p:cTn id="72" presetID="10" presetClass="entr" presetSubtype="0" fill="hold" grpId="0" nodeType="afterEffect">
                                  <p:stCondLst>
                                    <p:cond delay="0"/>
                                  </p:stCondLst>
                                  <p:childTnLst>
                                    <p:set>
                                      <p:cBhvr>
                                        <p:cTn id="73" dur="1" fill="hold">
                                          <p:stCondLst>
                                            <p:cond delay="0"/>
                                          </p:stCondLst>
                                        </p:cTn>
                                        <p:tgtEl>
                                          <p:spTgt spid="20"/>
                                        </p:tgtEl>
                                        <p:attrNameLst>
                                          <p:attrName>style.visibility</p:attrName>
                                        </p:attrNameLst>
                                      </p:cBhvr>
                                      <p:to>
                                        <p:strVal val="visible"/>
                                      </p:to>
                                    </p:set>
                                    <p:animEffect transition="in" filter="fade">
                                      <p:cBhvr>
                                        <p:cTn id="74" dur="550"/>
                                        <p:tgtEl>
                                          <p:spTgt spid="20"/>
                                        </p:tgtEl>
                                      </p:cBhvr>
                                    </p:animEffect>
                                  </p:childTnLst>
                                </p:cTn>
                              </p:par>
                            </p:childTnLst>
                          </p:cTn>
                        </p:par>
                        <p:par>
                          <p:cTn id="75" fill="hold">
                            <p:stCondLst>
                              <p:cond delay="0"/>
                            </p:stCondLst>
                            <p:childTnLst>
                              <p:par>
                                <p:cTn id="76" presetID="10" presetClass="entr" presetSubtype="0" fill="hold" grpId="0" nodeType="afterEffect">
                                  <p:stCondLst>
                                    <p:cond delay="0"/>
                                  </p:stCondLst>
                                  <p:childTnLst>
                                    <p:set>
                                      <p:cBhvr>
                                        <p:cTn id="77" dur="1" fill="hold">
                                          <p:stCondLst>
                                            <p:cond delay="0"/>
                                          </p:stCondLst>
                                        </p:cTn>
                                        <p:tgtEl>
                                          <p:spTgt spid="21"/>
                                        </p:tgtEl>
                                        <p:attrNameLst>
                                          <p:attrName>style.visibility</p:attrName>
                                        </p:attrNameLst>
                                      </p:cBhvr>
                                      <p:to>
                                        <p:strVal val="visible"/>
                                      </p:to>
                                    </p:set>
                                    <p:animEffect transition="in" filter="fade">
                                      <p:cBhvr>
                                        <p:cTn id="78" dur="550"/>
                                        <p:tgtEl>
                                          <p:spTgt spid="21"/>
                                        </p:tgtEl>
                                      </p:cBhvr>
                                    </p:animEffect>
                                  </p:childTnLst>
                                </p:cTn>
                              </p:par>
                            </p:childTnLst>
                          </p:cTn>
                        </p:par>
                        <p:par>
                          <p:cTn id="79" fill="hold">
                            <p:stCondLst>
                              <p:cond delay="0"/>
                            </p:stCondLst>
                            <p:childTnLst>
                              <p:par>
                                <p:cTn id="80" presetID="10" presetClass="entr" presetSubtype="0" fill="hold" grpId="0" nodeType="afterEffect">
                                  <p:stCondLst>
                                    <p:cond delay="0"/>
                                  </p:stCondLst>
                                  <p:childTnLst>
                                    <p:set>
                                      <p:cBhvr>
                                        <p:cTn id="81" dur="1" fill="hold">
                                          <p:stCondLst>
                                            <p:cond delay="0"/>
                                          </p:stCondLst>
                                        </p:cTn>
                                        <p:tgtEl>
                                          <p:spTgt spid="22"/>
                                        </p:tgtEl>
                                        <p:attrNameLst>
                                          <p:attrName>style.visibility</p:attrName>
                                        </p:attrNameLst>
                                      </p:cBhvr>
                                      <p:to>
                                        <p:strVal val="visible"/>
                                      </p:to>
                                    </p:set>
                                    <p:animEffect transition="in" filter="fade">
                                      <p:cBhvr>
                                        <p:cTn id="82" dur="550"/>
                                        <p:tgtEl>
                                          <p:spTgt spid="22"/>
                                        </p:tgtEl>
                                      </p:cBhvr>
                                    </p:animEffect>
                                  </p:childTnLst>
                                </p:cTn>
                              </p:par>
                            </p:childTnLst>
                          </p:cTn>
                        </p:par>
                        <p:par>
                          <p:cTn id="83" fill="hold">
                            <p:stCondLst>
                              <p:cond delay="0"/>
                            </p:stCondLst>
                            <p:childTnLst>
                              <p:par>
                                <p:cTn id="84" presetID="10" presetClass="entr" presetSubtype="0" fill="hold" grpId="0" nodeType="afterEffect">
                                  <p:stCondLst>
                                    <p:cond delay="0"/>
                                  </p:stCondLst>
                                  <p:childTnLst>
                                    <p:set>
                                      <p:cBhvr>
                                        <p:cTn id="85" dur="1" fill="hold">
                                          <p:stCondLst>
                                            <p:cond delay="0"/>
                                          </p:stCondLst>
                                        </p:cTn>
                                        <p:tgtEl>
                                          <p:spTgt spid="23"/>
                                        </p:tgtEl>
                                        <p:attrNameLst>
                                          <p:attrName>style.visibility</p:attrName>
                                        </p:attrNameLst>
                                      </p:cBhvr>
                                      <p:to>
                                        <p:strVal val="visible"/>
                                      </p:to>
                                    </p:set>
                                    <p:animEffect transition="in" filter="fade">
                                      <p:cBhvr>
                                        <p:cTn id="86" dur="550"/>
                                        <p:tgtEl>
                                          <p:spTgt spid="23"/>
                                        </p:tgtEl>
                                      </p:cBhvr>
                                    </p:animEffect>
                                  </p:childTnLst>
                                </p:cTn>
                              </p:par>
                            </p:childTnLst>
                          </p:cTn>
                        </p:par>
                        <p:par>
                          <p:cTn id="87" fill="hold">
                            <p:stCondLst>
                              <p:cond delay="0"/>
                            </p:stCondLst>
                            <p:childTnLst>
                              <p:par>
                                <p:cTn id="88" presetID="10" presetClass="entr" presetSubtype="0" fill="hold" grpId="0" nodeType="afterEffect">
                                  <p:stCondLst>
                                    <p:cond delay="0"/>
                                  </p:stCondLst>
                                  <p:childTnLst>
                                    <p:set>
                                      <p:cBhvr>
                                        <p:cTn id="89" dur="1" fill="hold">
                                          <p:stCondLst>
                                            <p:cond delay="0"/>
                                          </p:stCondLst>
                                        </p:cTn>
                                        <p:tgtEl>
                                          <p:spTgt spid="24"/>
                                        </p:tgtEl>
                                        <p:attrNameLst>
                                          <p:attrName>style.visibility</p:attrName>
                                        </p:attrNameLst>
                                      </p:cBhvr>
                                      <p:to>
                                        <p:strVal val="visible"/>
                                      </p:to>
                                    </p:set>
                                    <p:animEffect transition="in" filter="fade">
                                      <p:cBhvr>
                                        <p:cTn id="90" dur="550"/>
                                        <p:tgtEl>
                                          <p:spTgt spid="24"/>
                                        </p:tgtEl>
                                      </p:cBhvr>
                                    </p:animEffect>
                                  </p:childTnLst>
                                </p:cTn>
                              </p:par>
                            </p:childTnLst>
                          </p:cTn>
                        </p:par>
                        <p:par>
                          <p:cTn id="91" fill="hold">
                            <p:stCondLst>
                              <p:cond delay="0"/>
                            </p:stCondLst>
                            <p:childTnLst>
                              <p:par>
                                <p:cTn id="92" presetID="10" presetClass="entr" presetSubtype="0" fill="hold" grpId="0" nodeType="afterEffect">
                                  <p:stCondLst>
                                    <p:cond delay="0"/>
                                  </p:stCondLst>
                                  <p:childTnLst>
                                    <p:set>
                                      <p:cBhvr>
                                        <p:cTn id="93" dur="1" fill="hold">
                                          <p:stCondLst>
                                            <p:cond delay="0"/>
                                          </p:stCondLst>
                                        </p:cTn>
                                        <p:tgtEl>
                                          <p:spTgt spid="25"/>
                                        </p:tgtEl>
                                        <p:attrNameLst>
                                          <p:attrName>style.visibility</p:attrName>
                                        </p:attrNameLst>
                                      </p:cBhvr>
                                      <p:to>
                                        <p:strVal val="visible"/>
                                      </p:to>
                                    </p:set>
                                    <p:animEffect transition="in" filter="fade">
                                      <p:cBhvr>
                                        <p:cTn id="94" dur="550"/>
                                        <p:tgtEl>
                                          <p:spTgt spid="25"/>
                                        </p:tgtEl>
                                      </p:cBhvr>
                                    </p:animEffect>
                                  </p:childTnLst>
                                </p:cTn>
                              </p:par>
                            </p:childTnLst>
                          </p:cTn>
                        </p:par>
                        <p:par>
                          <p:cTn id="95" fill="hold">
                            <p:stCondLst>
                              <p:cond delay="0"/>
                            </p:stCondLst>
                            <p:childTnLst>
                              <p:par>
                                <p:cTn id="96" presetID="10" presetClass="entr" presetSubtype="0" fill="hold" grpId="0" nodeType="afterEffect">
                                  <p:stCondLst>
                                    <p:cond delay="0"/>
                                  </p:stCondLst>
                                  <p:childTnLst>
                                    <p:set>
                                      <p:cBhvr>
                                        <p:cTn id="97" dur="1" fill="hold">
                                          <p:stCondLst>
                                            <p:cond delay="0"/>
                                          </p:stCondLst>
                                        </p:cTn>
                                        <p:tgtEl>
                                          <p:spTgt spid="26"/>
                                        </p:tgtEl>
                                        <p:attrNameLst>
                                          <p:attrName>style.visibility</p:attrName>
                                        </p:attrNameLst>
                                      </p:cBhvr>
                                      <p:to>
                                        <p:strVal val="visible"/>
                                      </p:to>
                                    </p:set>
                                    <p:animEffect transition="in" filter="fade">
                                      <p:cBhvr>
                                        <p:cTn id="98" dur="550"/>
                                        <p:tgtEl>
                                          <p:spTgt spid="26"/>
                                        </p:tgtEl>
                                      </p:cBhvr>
                                    </p:animEffect>
                                  </p:childTnLst>
                                </p:cTn>
                              </p:par>
                            </p:childTnLst>
                          </p:cTn>
                        </p:par>
                        <p:par>
                          <p:cTn id="99" fill="hold">
                            <p:stCondLst>
                              <p:cond delay="0"/>
                            </p:stCondLst>
                            <p:childTnLst>
                              <p:par>
                                <p:cTn id="100" presetID="10" presetClass="entr" presetSubtype="0" fill="hold" grpId="0" nodeType="afterEffect">
                                  <p:stCondLst>
                                    <p:cond delay="0"/>
                                  </p:stCondLst>
                                  <p:childTnLst>
                                    <p:set>
                                      <p:cBhvr>
                                        <p:cTn id="101" dur="1" fill="hold">
                                          <p:stCondLst>
                                            <p:cond delay="0"/>
                                          </p:stCondLst>
                                        </p:cTn>
                                        <p:tgtEl>
                                          <p:spTgt spid="27"/>
                                        </p:tgtEl>
                                        <p:attrNameLst>
                                          <p:attrName>style.visibility</p:attrName>
                                        </p:attrNameLst>
                                      </p:cBhvr>
                                      <p:to>
                                        <p:strVal val="visible"/>
                                      </p:to>
                                    </p:set>
                                    <p:animEffect transition="in" filter="fade">
                                      <p:cBhvr>
                                        <p:cTn id="102" dur="550"/>
                                        <p:tgtEl>
                                          <p:spTgt spid="27"/>
                                        </p:tgtEl>
                                      </p:cBhvr>
                                    </p:animEffect>
                                  </p:childTnLst>
                                </p:cTn>
                              </p:par>
                            </p:childTnLst>
                          </p:cTn>
                        </p:par>
                        <p:par>
                          <p:cTn id="103" fill="hold">
                            <p:stCondLst>
                              <p:cond delay="0"/>
                            </p:stCondLst>
                            <p:childTnLst>
                              <p:par>
                                <p:cTn id="104" presetID="10" presetClass="entr" presetSubtype="0" fill="hold" grpId="0" nodeType="afterEffect">
                                  <p:stCondLst>
                                    <p:cond delay="0"/>
                                  </p:stCondLst>
                                  <p:childTnLst>
                                    <p:set>
                                      <p:cBhvr>
                                        <p:cTn id="105" dur="1" fill="hold">
                                          <p:stCondLst>
                                            <p:cond delay="0"/>
                                          </p:stCondLst>
                                        </p:cTn>
                                        <p:tgtEl>
                                          <p:spTgt spid="28"/>
                                        </p:tgtEl>
                                        <p:attrNameLst>
                                          <p:attrName>style.visibility</p:attrName>
                                        </p:attrNameLst>
                                      </p:cBhvr>
                                      <p:to>
                                        <p:strVal val="visible"/>
                                      </p:to>
                                    </p:set>
                                    <p:animEffect transition="in" filter="fade">
                                      <p:cBhvr>
                                        <p:cTn id="106" dur="550"/>
                                        <p:tgtEl>
                                          <p:spTgt spid="28"/>
                                        </p:tgtEl>
                                      </p:cBhvr>
                                    </p:animEffect>
                                  </p:childTnLst>
                                </p:cTn>
                              </p:par>
                            </p:childTnLst>
                          </p:cTn>
                        </p:par>
                        <p:par>
                          <p:cTn id="107" fill="hold">
                            <p:stCondLst>
                              <p:cond delay="0"/>
                            </p:stCondLst>
                            <p:childTnLst>
                              <p:par>
                                <p:cTn id="108" presetID="10" presetClass="entr" presetSubtype="0" fill="hold" grpId="0" nodeType="afterEffect">
                                  <p:stCondLst>
                                    <p:cond delay="0"/>
                                  </p:stCondLst>
                                  <p:childTnLst>
                                    <p:set>
                                      <p:cBhvr>
                                        <p:cTn id="109" dur="1" fill="hold">
                                          <p:stCondLst>
                                            <p:cond delay="0"/>
                                          </p:stCondLst>
                                        </p:cTn>
                                        <p:tgtEl>
                                          <p:spTgt spid="29"/>
                                        </p:tgtEl>
                                        <p:attrNameLst>
                                          <p:attrName>style.visibility</p:attrName>
                                        </p:attrNameLst>
                                      </p:cBhvr>
                                      <p:to>
                                        <p:strVal val="visible"/>
                                      </p:to>
                                    </p:set>
                                    <p:animEffect transition="in" filter="fade">
                                      <p:cBhvr>
                                        <p:cTn id="110" dur="550"/>
                                        <p:tgtEl>
                                          <p:spTgt spid="29"/>
                                        </p:tgtEl>
                                      </p:cBhvr>
                                    </p:animEffect>
                                  </p:childTnLst>
                                </p:cTn>
                              </p:par>
                            </p:childTnLst>
                          </p:cTn>
                        </p:par>
                        <p:par>
                          <p:cTn id="111" fill="hold">
                            <p:stCondLst>
                              <p:cond delay="0"/>
                            </p:stCondLst>
                            <p:childTnLst>
                              <p:par>
                                <p:cTn id="112" presetID="10" presetClass="entr" presetSubtype="0" fill="hold" grpId="0" nodeType="afterEffect">
                                  <p:stCondLst>
                                    <p:cond delay="0"/>
                                  </p:stCondLst>
                                  <p:childTnLst>
                                    <p:set>
                                      <p:cBhvr>
                                        <p:cTn id="113" dur="1" fill="hold">
                                          <p:stCondLst>
                                            <p:cond delay="0"/>
                                          </p:stCondLst>
                                        </p:cTn>
                                        <p:tgtEl>
                                          <p:spTgt spid="30"/>
                                        </p:tgtEl>
                                        <p:attrNameLst>
                                          <p:attrName>style.visibility</p:attrName>
                                        </p:attrNameLst>
                                      </p:cBhvr>
                                      <p:to>
                                        <p:strVal val="visible"/>
                                      </p:to>
                                    </p:set>
                                    <p:animEffect transition="in" filter="fade">
                                      <p:cBhvr>
                                        <p:cTn id="114" dur="550"/>
                                        <p:tgtEl>
                                          <p:spTgt spid="30"/>
                                        </p:tgtEl>
                                      </p:cBhvr>
                                    </p:animEffect>
                                  </p:childTnLst>
                                </p:cTn>
                              </p:par>
                            </p:childTnLst>
                          </p:cTn>
                        </p:par>
                        <p:par>
                          <p:cTn id="115" fill="hold">
                            <p:stCondLst>
                              <p:cond delay="0"/>
                            </p:stCondLst>
                            <p:childTnLst>
                              <p:par>
                                <p:cTn id="116" presetID="10" presetClass="entr" presetSubtype="0" fill="hold" grpId="0" nodeType="afterEffect">
                                  <p:stCondLst>
                                    <p:cond delay="0"/>
                                  </p:stCondLst>
                                  <p:childTnLst>
                                    <p:set>
                                      <p:cBhvr>
                                        <p:cTn id="117" dur="1" fill="hold">
                                          <p:stCondLst>
                                            <p:cond delay="0"/>
                                          </p:stCondLst>
                                        </p:cTn>
                                        <p:tgtEl>
                                          <p:spTgt spid="31"/>
                                        </p:tgtEl>
                                        <p:attrNameLst>
                                          <p:attrName>style.visibility</p:attrName>
                                        </p:attrNameLst>
                                      </p:cBhvr>
                                      <p:to>
                                        <p:strVal val="visible"/>
                                      </p:to>
                                    </p:set>
                                    <p:animEffect transition="in" filter="fade">
                                      <p:cBhvr>
                                        <p:cTn id="118" dur="550"/>
                                        <p:tgtEl>
                                          <p:spTgt spid="31"/>
                                        </p:tgtEl>
                                      </p:cBhvr>
                                    </p:animEffect>
                                  </p:childTnLst>
                                </p:cTn>
                              </p:par>
                            </p:childTnLst>
                          </p:cTn>
                        </p:par>
                        <p:par>
                          <p:cTn id="119" fill="hold">
                            <p:stCondLst>
                              <p:cond delay="0"/>
                            </p:stCondLst>
                            <p:childTnLst>
                              <p:par>
                                <p:cTn id="120" presetID="10" presetClass="entr" presetSubtype="0" fill="hold" grpId="0" nodeType="afterEffect">
                                  <p:stCondLst>
                                    <p:cond delay="0"/>
                                  </p:stCondLst>
                                  <p:childTnLst>
                                    <p:set>
                                      <p:cBhvr>
                                        <p:cTn id="121" dur="1" fill="hold">
                                          <p:stCondLst>
                                            <p:cond delay="0"/>
                                          </p:stCondLst>
                                        </p:cTn>
                                        <p:tgtEl>
                                          <p:spTgt spid="32"/>
                                        </p:tgtEl>
                                        <p:attrNameLst>
                                          <p:attrName>style.visibility</p:attrName>
                                        </p:attrNameLst>
                                      </p:cBhvr>
                                      <p:to>
                                        <p:strVal val="visible"/>
                                      </p:to>
                                    </p:set>
                                    <p:animEffect transition="in" filter="fade">
                                      <p:cBhvr>
                                        <p:cTn id="122" dur="550"/>
                                        <p:tgtEl>
                                          <p:spTgt spid="32"/>
                                        </p:tgtEl>
                                      </p:cBhvr>
                                    </p:animEffect>
                                  </p:childTnLst>
                                </p:cTn>
                              </p:par>
                            </p:childTnLst>
                          </p:cTn>
                        </p:par>
                        <p:par>
                          <p:cTn id="123" fill="hold">
                            <p:stCondLst>
                              <p:cond delay="0"/>
                            </p:stCondLst>
                            <p:childTnLst>
                              <p:par>
                                <p:cTn id="124" presetID="10" presetClass="entr" presetSubtype="0" fill="hold" grpId="0" nodeType="afterEffect">
                                  <p:stCondLst>
                                    <p:cond delay="0"/>
                                  </p:stCondLst>
                                  <p:childTnLst>
                                    <p:set>
                                      <p:cBhvr>
                                        <p:cTn id="125" dur="1" fill="hold">
                                          <p:stCondLst>
                                            <p:cond delay="0"/>
                                          </p:stCondLst>
                                        </p:cTn>
                                        <p:tgtEl>
                                          <p:spTgt spid="33"/>
                                        </p:tgtEl>
                                        <p:attrNameLst>
                                          <p:attrName>style.visibility</p:attrName>
                                        </p:attrNameLst>
                                      </p:cBhvr>
                                      <p:to>
                                        <p:strVal val="visible"/>
                                      </p:to>
                                    </p:set>
                                    <p:animEffect transition="in" filter="fade">
                                      <p:cBhvr>
                                        <p:cTn id="126" dur="550"/>
                                        <p:tgtEl>
                                          <p:spTgt spid="33"/>
                                        </p:tgtEl>
                                      </p:cBhvr>
                                    </p:animEffect>
                                  </p:childTnLst>
                                </p:cTn>
                              </p:par>
                            </p:childTnLst>
                          </p:cTn>
                        </p:par>
                        <p:par>
                          <p:cTn id="127" fill="hold">
                            <p:stCondLst>
                              <p:cond delay="0"/>
                            </p:stCondLst>
                            <p:childTnLst>
                              <p:par>
                                <p:cTn id="128" presetID="10" presetClass="entr" presetSubtype="0" fill="hold" grpId="0" nodeType="afterEffect">
                                  <p:stCondLst>
                                    <p:cond delay="0"/>
                                  </p:stCondLst>
                                  <p:childTnLst>
                                    <p:set>
                                      <p:cBhvr>
                                        <p:cTn id="129" dur="1" fill="hold">
                                          <p:stCondLst>
                                            <p:cond delay="0"/>
                                          </p:stCondLst>
                                        </p:cTn>
                                        <p:tgtEl>
                                          <p:spTgt spid="34"/>
                                        </p:tgtEl>
                                        <p:attrNameLst>
                                          <p:attrName>style.visibility</p:attrName>
                                        </p:attrNameLst>
                                      </p:cBhvr>
                                      <p:to>
                                        <p:strVal val="visible"/>
                                      </p:to>
                                    </p:set>
                                    <p:animEffect transition="in" filter="fade">
                                      <p:cBhvr>
                                        <p:cTn id="130" dur="550"/>
                                        <p:tgtEl>
                                          <p:spTgt spid="34"/>
                                        </p:tgtEl>
                                      </p:cBhvr>
                                    </p:animEffect>
                                  </p:childTnLst>
                                </p:cTn>
                              </p:par>
                            </p:childTnLst>
                          </p:cTn>
                        </p:par>
                        <p:par>
                          <p:cTn id="131" fill="hold">
                            <p:stCondLst>
                              <p:cond delay="0"/>
                            </p:stCondLst>
                            <p:childTnLst>
                              <p:par>
                                <p:cTn id="132" presetID="10" presetClass="entr" presetSubtype="0" fill="hold" grpId="0" nodeType="afterEffect">
                                  <p:stCondLst>
                                    <p:cond delay="0"/>
                                  </p:stCondLst>
                                  <p:childTnLst>
                                    <p:set>
                                      <p:cBhvr>
                                        <p:cTn id="133" dur="1" fill="hold">
                                          <p:stCondLst>
                                            <p:cond delay="0"/>
                                          </p:stCondLst>
                                        </p:cTn>
                                        <p:tgtEl>
                                          <p:spTgt spid="35"/>
                                        </p:tgtEl>
                                        <p:attrNameLst>
                                          <p:attrName>style.visibility</p:attrName>
                                        </p:attrNameLst>
                                      </p:cBhvr>
                                      <p:to>
                                        <p:strVal val="visible"/>
                                      </p:to>
                                    </p:set>
                                    <p:animEffect transition="in" filter="fade">
                                      <p:cBhvr>
                                        <p:cTn id="134" dur="550"/>
                                        <p:tgtEl>
                                          <p:spTgt spid="35"/>
                                        </p:tgtEl>
                                      </p:cBhvr>
                                    </p:animEffect>
                                  </p:childTnLst>
                                </p:cTn>
                              </p:par>
                            </p:childTnLst>
                          </p:cTn>
                        </p:par>
                        <p:par>
                          <p:cTn id="135" fill="hold">
                            <p:stCondLst>
                              <p:cond delay="0"/>
                            </p:stCondLst>
                            <p:childTnLst>
                              <p:par>
                                <p:cTn id="136" presetID="10" presetClass="entr" presetSubtype="0" fill="hold" grpId="0" nodeType="afterEffect">
                                  <p:stCondLst>
                                    <p:cond delay="0"/>
                                  </p:stCondLst>
                                  <p:childTnLst>
                                    <p:set>
                                      <p:cBhvr>
                                        <p:cTn id="137" dur="1" fill="hold">
                                          <p:stCondLst>
                                            <p:cond delay="0"/>
                                          </p:stCondLst>
                                        </p:cTn>
                                        <p:tgtEl>
                                          <p:spTgt spid="36"/>
                                        </p:tgtEl>
                                        <p:attrNameLst>
                                          <p:attrName>style.visibility</p:attrName>
                                        </p:attrNameLst>
                                      </p:cBhvr>
                                      <p:to>
                                        <p:strVal val="visible"/>
                                      </p:to>
                                    </p:set>
                                    <p:animEffect transition="in" filter="fade">
                                      <p:cBhvr>
                                        <p:cTn id="138" dur="550"/>
                                        <p:tgtEl>
                                          <p:spTgt spid="36"/>
                                        </p:tgtEl>
                                      </p:cBhvr>
                                    </p:animEffect>
                                  </p:childTnLst>
                                </p:cTn>
                              </p:par>
                            </p:childTnLst>
                          </p:cTn>
                        </p:par>
                        <p:par>
                          <p:cTn id="139" fill="hold">
                            <p:stCondLst>
                              <p:cond delay="0"/>
                            </p:stCondLst>
                            <p:childTnLst>
                              <p:par>
                                <p:cTn id="140" presetID="10" presetClass="entr" presetSubtype="0" fill="hold" grpId="0" nodeType="afterEffect">
                                  <p:stCondLst>
                                    <p:cond delay="0"/>
                                  </p:stCondLst>
                                  <p:childTnLst>
                                    <p:set>
                                      <p:cBhvr>
                                        <p:cTn id="141" dur="1" fill="hold">
                                          <p:stCondLst>
                                            <p:cond delay="0"/>
                                          </p:stCondLst>
                                        </p:cTn>
                                        <p:tgtEl>
                                          <p:spTgt spid="37"/>
                                        </p:tgtEl>
                                        <p:attrNameLst>
                                          <p:attrName>style.visibility</p:attrName>
                                        </p:attrNameLst>
                                      </p:cBhvr>
                                      <p:to>
                                        <p:strVal val="visible"/>
                                      </p:to>
                                    </p:set>
                                    <p:animEffect transition="in" filter="fade">
                                      <p:cBhvr>
                                        <p:cTn id="142" dur="550"/>
                                        <p:tgtEl>
                                          <p:spTgt spid="37"/>
                                        </p:tgtEl>
                                      </p:cBhvr>
                                    </p:animEffect>
                                  </p:childTnLst>
                                </p:cTn>
                              </p:par>
                            </p:childTnLst>
                          </p:cTn>
                        </p:par>
                        <p:par>
                          <p:cTn id="143" fill="hold">
                            <p:stCondLst>
                              <p:cond delay="0"/>
                            </p:stCondLst>
                            <p:childTnLst>
                              <p:par>
                                <p:cTn id="144" presetID="10" presetClass="entr" presetSubtype="0" fill="hold" grpId="0" nodeType="afterEffect">
                                  <p:stCondLst>
                                    <p:cond delay="0"/>
                                  </p:stCondLst>
                                  <p:childTnLst>
                                    <p:set>
                                      <p:cBhvr>
                                        <p:cTn id="145" dur="1" fill="hold">
                                          <p:stCondLst>
                                            <p:cond delay="0"/>
                                          </p:stCondLst>
                                        </p:cTn>
                                        <p:tgtEl>
                                          <p:spTgt spid="38"/>
                                        </p:tgtEl>
                                        <p:attrNameLst>
                                          <p:attrName>style.visibility</p:attrName>
                                        </p:attrNameLst>
                                      </p:cBhvr>
                                      <p:to>
                                        <p:strVal val="visible"/>
                                      </p:to>
                                    </p:set>
                                    <p:animEffect transition="in" filter="fade">
                                      <p:cBhvr>
                                        <p:cTn id="146" dur="550"/>
                                        <p:tgtEl>
                                          <p:spTgt spid="38"/>
                                        </p:tgtEl>
                                      </p:cBhvr>
                                    </p:animEffect>
                                  </p:childTnLst>
                                </p:cTn>
                              </p:par>
                            </p:childTnLst>
                          </p:cTn>
                        </p:par>
                        <p:par>
                          <p:cTn id="147" fill="hold">
                            <p:stCondLst>
                              <p:cond delay="0"/>
                            </p:stCondLst>
                            <p:childTnLst>
                              <p:par>
                                <p:cTn id="148" presetID="10" presetClass="entr" presetSubtype="0" fill="hold" grpId="0" nodeType="afterEffect">
                                  <p:stCondLst>
                                    <p:cond delay="0"/>
                                  </p:stCondLst>
                                  <p:childTnLst>
                                    <p:set>
                                      <p:cBhvr>
                                        <p:cTn id="149" dur="1" fill="hold">
                                          <p:stCondLst>
                                            <p:cond delay="0"/>
                                          </p:stCondLst>
                                        </p:cTn>
                                        <p:tgtEl>
                                          <p:spTgt spid="39"/>
                                        </p:tgtEl>
                                        <p:attrNameLst>
                                          <p:attrName>style.visibility</p:attrName>
                                        </p:attrNameLst>
                                      </p:cBhvr>
                                      <p:to>
                                        <p:strVal val="visible"/>
                                      </p:to>
                                    </p:set>
                                    <p:animEffect transition="in" filter="fade">
                                      <p:cBhvr>
                                        <p:cTn id="150" dur="550"/>
                                        <p:tgtEl>
                                          <p:spTgt spid="39"/>
                                        </p:tgtEl>
                                      </p:cBhvr>
                                    </p:animEffect>
                                  </p:childTnLst>
                                </p:cTn>
                              </p:par>
                            </p:childTnLst>
                          </p:cTn>
                        </p:par>
                        <p:par>
                          <p:cTn id="151" fill="hold">
                            <p:stCondLst>
                              <p:cond delay="0"/>
                            </p:stCondLst>
                            <p:childTnLst>
                              <p:par>
                                <p:cTn id="152" presetID="10" presetClass="entr" presetSubtype="0" fill="hold" grpId="0" nodeType="afterEffect">
                                  <p:stCondLst>
                                    <p:cond delay="0"/>
                                  </p:stCondLst>
                                  <p:childTnLst>
                                    <p:set>
                                      <p:cBhvr>
                                        <p:cTn id="153" dur="1" fill="hold">
                                          <p:stCondLst>
                                            <p:cond delay="0"/>
                                          </p:stCondLst>
                                        </p:cTn>
                                        <p:tgtEl>
                                          <p:spTgt spid="40"/>
                                        </p:tgtEl>
                                        <p:attrNameLst>
                                          <p:attrName>style.visibility</p:attrName>
                                        </p:attrNameLst>
                                      </p:cBhvr>
                                      <p:to>
                                        <p:strVal val="visible"/>
                                      </p:to>
                                    </p:set>
                                    <p:animEffect transition="in" filter="fade">
                                      <p:cBhvr>
                                        <p:cTn id="154" dur="550"/>
                                        <p:tgtEl>
                                          <p:spTgt spid="40"/>
                                        </p:tgtEl>
                                      </p:cBhvr>
                                    </p:animEffect>
                                  </p:childTnLst>
                                </p:cTn>
                              </p:par>
                            </p:childTnLst>
                          </p:cTn>
                        </p:par>
                        <p:par>
                          <p:cTn id="155" fill="hold">
                            <p:stCondLst>
                              <p:cond delay="0"/>
                            </p:stCondLst>
                            <p:childTnLst>
                              <p:par>
                                <p:cTn id="156" presetID="10" presetClass="entr" presetSubtype="0" fill="hold" grpId="0" nodeType="afterEffect">
                                  <p:stCondLst>
                                    <p:cond delay="0"/>
                                  </p:stCondLst>
                                  <p:childTnLst>
                                    <p:set>
                                      <p:cBhvr>
                                        <p:cTn id="157" dur="1" fill="hold">
                                          <p:stCondLst>
                                            <p:cond delay="0"/>
                                          </p:stCondLst>
                                        </p:cTn>
                                        <p:tgtEl>
                                          <p:spTgt spid="41"/>
                                        </p:tgtEl>
                                        <p:attrNameLst>
                                          <p:attrName>style.visibility</p:attrName>
                                        </p:attrNameLst>
                                      </p:cBhvr>
                                      <p:to>
                                        <p:strVal val="visible"/>
                                      </p:to>
                                    </p:set>
                                    <p:animEffect transition="in" filter="fade">
                                      <p:cBhvr>
                                        <p:cTn id="158" dur="550"/>
                                        <p:tgtEl>
                                          <p:spTgt spid="41"/>
                                        </p:tgtEl>
                                      </p:cBhvr>
                                    </p:animEffect>
                                  </p:childTnLst>
                                </p:cTn>
                              </p:par>
                            </p:childTnLst>
                          </p:cTn>
                        </p:par>
                        <p:par>
                          <p:cTn id="159" fill="hold">
                            <p:stCondLst>
                              <p:cond delay="0"/>
                            </p:stCondLst>
                            <p:childTnLst>
                              <p:par>
                                <p:cTn id="160" presetID="10" presetClass="entr" presetSubtype="0" fill="hold" grpId="0" nodeType="afterEffect">
                                  <p:stCondLst>
                                    <p:cond delay="0"/>
                                  </p:stCondLst>
                                  <p:childTnLst>
                                    <p:set>
                                      <p:cBhvr>
                                        <p:cTn id="161" dur="1" fill="hold">
                                          <p:stCondLst>
                                            <p:cond delay="0"/>
                                          </p:stCondLst>
                                        </p:cTn>
                                        <p:tgtEl>
                                          <p:spTgt spid="42"/>
                                        </p:tgtEl>
                                        <p:attrNameLst>
                                          <p:attrName>style.visibility</p:attrName>
                                        </p:attrNameLst>
                                      </p:cBhvr>
                                      <p:to>
                                        <p:strVal val="visible"/>
                                      </p:to>
                                    </p:set>
                                    <p:animEffect transition="in" filter="fade">
                                      <p:cBhvr>
                                        <p:cTn id="162" dur="550"/>
                                        <p:tgtEl>
                                          <p:spTgt spid="42"/>
                                        </p:tgtEl>
                                      </p:cBhvr>
                                    </p:animEffect>
                                  </p:childTnLst>
                                </p:cTn>
                              </p:par>
                            </p:childTnLst>
                          </p:cTn>
                        </p:par>
                        <p:par>
                          <p:cTn id="163" fill="hold">
                            <p:stCondLst>
                              <p:cond delay="0"/>
                            </p:stCondLst>
                            <p:childTnLst>
                              <p:par>
                                <p:cTn id="164" presetID="10" presetClass="entr" presetSubtype="0" fill="hold" grpId="0" nodeType="afterEffect">
                                  <p:stCondLst>
                                    <p:cond delay="0"/>
                                  </p:stCondLst>
                                  <p:childTnLst>
                                    <p:set>
                                      <p:cBhvr>
                                        <p:cTn id="165" dur="1" fill="hold">
                                          <p:stCondLst>
                                            <p:cond delay="0"/>
                                          </p:stCondLst>
                                        </p:cTn>
                                        <p:tgtEl>
                                          <p:spTgt spid="43"/>
                                        </p:tgtEl>
                                        <p:attrNameLst>
                                          <p:attrName>style.visibility</p:attrName>
                                        </p:attrNameLst>
                                      </p:cBhvr>
                                      <p:to>
                                        <p:strVal val="visible"/>
                                      </p:to>
                                    </p:set>
                                    <p:animEffect transition="in" filter="fade">
                                      <p:cBhvr>
                                        <p:cTn id="166" dur="550"/>
                                        <p:tgtEl>
                                          <p:spTgt spid="43"/>
                                        </p:tgtEl>
                                      </p:cBhvr>
                                    </p:animEffect>
                                  </p:childTnLst>
                                </p:cTn>
                              </p:par>
                            </p:childTnLst>
                          </p:cTn>
                        </p:par>
                        <p:par>
                          <p:cTn id="167" fill="hold">
                            <p:stCondLst>
                              <p:cond delay="0"/>
                            </p:stCondLst>
                            <p:childTnLst>
                              <p:par>
                                <p:cTn id="168" presetID="10" presetClass="entr" presetSubtype="0" fill="hold" grpId="0" nodeType="afterEffect">
                                  <p:stCondLst>
                                    <p:cond delay="0"/>
                                  </p:stCondLst>
                                  <p:childTnLst>
                                    <p:set>
                                      <p:cBhvr>
                                        <p:cTn id="169" dur="1" fill="hold">
                                          <p:stCondLst>
                                            <p:cond delay="0"/>
                                          </p:stCondLst>
                                        </p:cTn>
                                        <p:tgtEl>
                                          <p:spTgt spid="44"/>
                                        </p:tgtEl>
                                        <p:attrNameLst>
                                          <p:attrName>style.visibility</p:attrName>
                                        </p:attrNameLst>
                                      </p:cBhvr>
                                      <p:to>
                                        <p:strVal val="visible"/>
                                      </p:to>
                                    </p:set>
                                    <p:animEffect transition="in" filter="fade">
                                      <p:cBhvr>
                                        <p:cTn id="170" dur="550"/>
                                        <p:tgtEl>
                                          <p:spTgt spid="44"/>
                                        </p:tgtEl>
                                      </p:cBhvr>
                                    </p:animEffect>
                                  </p:childTnLst>
                                </p:cTn>
                              </p:par>
                            </p:childTnLst>
                          </p:cTn>
                        </p:par>
                        <p:par>
                          <p:cTn id="171" fill="hold">
                            <p:stCondLst>
                              <p:cond delay="0"/>
                            </p:stCondLst>
                            <p:childTnLst>
                              <p:par>
                                <p:cTn id="172" presetID="10" presetClass="entr" presetSubtype="0" fill="hold" grpId="0" nodeType="afterEffect">
                                  <p:stCondLst>
                                    <p:cond delay="0"/>
                                  </p:stCondLst>
                                  <p:childTnLst>
                                    <p:set>
                                      <p:cBhvr>
                                        <p:cTn id="173" dur="1" fill="hold">
                                          <p:stCondLst>
                                            <p:cond delay="0"/>
                                          </p:stCondLst>
                                        </p:cTn>
                                        <p:tgtEl>
                                          <p:spTgt spid="45"/>
                                        </p:tgtEl>
                                        <p:attrNameLst>
                                          <p:attrName>style.visibility</p:attrName>
                                        </p:attrNameLst>
                                      </p:cBhvr>
                                      <p:to>
                                        <p:strVal val="visible"/>
                                      </p:to>
                                    </p:set>
                                    <p:animEffect transition="in" filter="fade">
                                      <p:cBhvr>
                                        <p:cTn id="174" dur="550"/>
                                        <p:tgtEl>
                                          <p:spTgt spid="45"/>
                                        </p:tgtEl>
                                      </p:cBhvr>
                                    </p:animEffect>
                                  </p:childTnLst>
                                </p:cTn>
                              </p:par>
                            </p:childTnLst>
                          </p:cTn>
                        </p:par>
                        <p:par>
                          <p:cTn id="175" fill="hold">
                            <p:stCondLst>
                              <p:cond delay="0"/>
                            </p:stCondLst>
                            <p:childTnLst>
                              <p:par>
                                <p:cTn id="176" presetID="10" presetClass="entr" presetSubtype="0" fill="hold" grpId="0" nodeType="afterEffect">
                                  <p:stCondLst>
                                    <p:cond delay="0"/>
                                  </p:stCondLst>
                                  <p:childTnLst>
                                    <p:set>
                                      <p:cBhvr>
                                        <p:cTn id="177" dur="1" fill="hold">
                                          <p:stCondLst>
                                            <p:cond delay="0"/>
                                          </p:stCondLst>
                                        </p:cTn>
                                        <p:tgtEl>
                                          <p:spTgt spid="46"/>
                                        </p:tgtEl>
                                        <p:attrNameLst>
                                          <p:attrName>style.visibility</p:attrName>
                                        </p:attrNameLst>
                                      </p:cBhvr>
                                      <p:to>
                                        <p:strVal val="visible"/>
                                      </p:to>
                                    </p:set>
                                    <p:animEffect transition="in" filter="fade">
                                      <p:cBhvr>
                                        <p:cTn id="178" dur="550"/>
                                        <p:tgtEl>
                                          <p:spTgt spid="46"/>
                                        </p:tgtEl>
                                      </p:cBhvr>
                                    </p:animEffect>
                                  </p:childTnLst>
                                </p:cTn>
                              </p:par>
                            </p:childTnLst>
                          </p:cTn>
                        </p:par>
                        <p:par>
                          <p:cTn id="179" fill="hold">
                            <p:stCondLst>
                              <p:cond delay="0"/>
                            </p:stCondLst>
                            <p:childTnLst>
                              <p:par>
                                <p:cTn id="180" presetID="10" presetClass="entr" presetSubtype="0" fill="hold" grpId="0" nodeType="afterEffect">
                                  <p:stCondLst>
                                    <p:cond delay="0"/>
                                  </p:stCondLst>
                                  <p:childTnLst>
                                    <p:set>
                                      <p:cBhvr>
                                        <p:cTn id="181" dur="1" fill="hold">
                                          <p:stCondLst>
                                            <p:cond delay="0"/>
                                          </p:stCondLst>
                                        </p:cTn>
                                        <p:tgtEl>
                                          <p:spTgt spid="47"/>
                                        </p:tgtEl>
                                        <p:attrNameLst>
                                          <p:attrName>style.visibility</p:attrName>
                                        </p:attrNameLst>
                                      </p:cBhvr>
                                      <p:to>
                                        <p:strVal val="visible"/>
                                      </p:to>
                                    </p:set>
                                    <p:animEffect transition="in" filter="fade">
                                      <p:cBhvr>
                                        <p:cTn id="182" dur="550"/>
                                        <p:tgtEl>
                                          <p:spTgt spid="47"/>
                                        </p:tgtEl>
                                      </p:cBhvr>
                                    </p:animEffect>
                                  </p:childTnLst>
                                </p:cTn>
                              </p:par>
                            </p:childTnLst>
                          </p:cTn>
                        </p:par>
                        <p:par>
                          <p:cTn id="183" fill="hold">
                            <p:stCondLst>
                              <p:cond delay="0"/>
                            </p:stCondLst>
                            <p:childTnLst>
                              <p:par>
                                <p:cTn id="184" presetID="10" presetClass="entr" presetSubtype="0" fill="hold" grpId="0" nodeType="afterEffect">
                                  <p:stCondLst>
                                    <p:cond delay="0"/>
                                  </p:stCondLst>
                                  <p:childTnLst>
                                    <p:set>
                                      <p:cBhvr>
                                        <p:cTn id="185" dur="1" fill="hold">
                                          <p:stCondLst>
                                            <p:cond delay="0"/>
                                          </p:stCondLst>
                                        </p:cTn>
                                        <p:tgtEl>
                                          <p:spTgt spid="48"/>
                                        </p:tgtEl>
                                        <p:attrNameLst>
                                          <p:attrName>style.visibility</p:attrName>
                                        </p:attrNameLst>
                                      </p:cBhvr>
                                      <p:to>
                                        <p:strVal val="visible"/>
                                      </p:to>
                                    </p:set>
                                    <p:animEffect transition="in" filter="fade">
                                      <p:cBhvr>
                                        <p:cTn id="186" dur="550"/>
                                        <p:tgtEl>
                                          <p:spTgt spid="48"/>
                                        </p:tgtEl>
                                      </p:cBhvr>
                                    </p:animEffect>
                                  </p:childTnLst>
                                </p:cTn>
                              </p:par>
                            </p:childTnLst>
                          </p:cTn>
                        </p:par>
                        <p:par>
                          <p:cTn id="187" fill="hold">
                            <p:stCondLst>
                              <p:cond delay="0"/>
                            </p:stCondLst>
                            <p:childTnLst>
                              <p:par>
                                <p:cTn id="188" presetID="10" presetClass="entr" presetSubtype="0" fill="hold" grpId="0" nodeType="afterEffect">
                                  <p:stCondLst>
                                    <p:cond delay="0"/>
                                  </p:stCondLst>
                                  <p:childTnLst>
                                    <p:set>
                                      <p:cBhvr>
                                        <p:cTn id="189" dur="1" fill="hold">
                                          <p:stCondLst>
                                            <p:cond delay="0"/>
                                          </p:stCondLst>
                                        </p:cTn>
                                        <p:tgtEl>
                                          <p:spTgt spid="49"/>
                                        </p:tgtEl>
                                        <p:attrNameLst>
                                          <p:attrName>style.visibility</p:attrName>
                                        </p:attrNameLst>
                                      </p:cBhvr>
                                      <p:to>
                                        <p:strVal val="visible"/>
                                      </p:to>
                                    </p:set>
                                    <p:animEffect transition="in" filter="fade">
                                      <p:cBhvr>
                                        <p:cTn id="190" dur="550"/>
                                        <p:tgtEl>
                                          <p:spTgt spid="49"/>
                                        </p:tgtEl>
                                      </p:cBhvr>
                                    </p:animEffect>
                                  </p:childTnLst>
                                </p:cTn>
                              </p:par>
                            </p:childTnLst>
                          </p:cTn>
                        </p:par>
                        <p:par>
                          <p:cTn id="191" fill="hold">
                            <p:stCondLst>
                              <p:cond delay="0"/>
                            </p:stCondLst>
                            <p:childTnLst>
                              <p:par>
                                <p:cTn id="192" presetID="10" presetClass="entr" presetSubtype="0" fill="hold" grpId="0" nodeType="afterEffect">
                                  <p:stCondLst>
                                    <p:cond delay="0"/>
                                  </p:stCondLst>
                                  <p:childTnLst>
                                    <p:set>
                                      <p:cBhvr>
                                        <p:cTn id="193" dur="1" fill="hold">
                                          <p:stCondLst>
                                            <p:cond delay="0"/>
                                          </p:stCondLst>
                                        </p:cTn>
                                        <p:tgtEl>
                                          <p:spTgt spid="50"/>
                                        </p:tgtEl>
                                        <p:attrNameLst>
                                          <p:attrName>style.visibility</p:attrName>
                                        </p:attrNameLst>
                                      </p:cBhvr>
                                      <p:to>
                                        <p:strVal val="visible"/>
                                      </p:to>
                                    </p:set>
                                    <p:animEffect transition="in" filter="fade">
                                      <p:cBhvr>
                                        <p:cTn id="194" dur="550"/>
                                        <p:tgtEl>
                                          <p:spTgt spid="50"/>
                                        </p:tgtEl>
                                      </p:cBhvr>
                                    </p:animEffect>
                                  </p:childTnLst>
                                </p:cTn>
                              </p:par>
                            </p:childTnLst>
                          </p:cTn>
                        </p:par>
                        <p:par>
                          <p:cTn id="195" fill="hold">
                            <p:stCondLst>
                              <p:cond delay="0"/>
                            </p:stCondLst>
                            <p:childTnLst>
                              <p:par>
                                <p:cTn id="196" presetID="10" presetClass="entr" presetSubtype="0" fill="hold" grpId="0" nodeType="afterEffect">
                                  <p:stCondLst>
                                    <p:cond delay="0"/>
                                  </p:stCondLst>
                                  <p:childTnLst>
                                    <p:set>
                                      <p:cBhvr>
                                        <p:cTn id="197" dur="1" fill="hold">
                                          <p:stCondLst>
                                            <p:cond delay="0"/>
                                          </p:stCondLst>
                                        </p:cTn>
                                        <p:tgtEl>
                                          <p:spTgt spid="51"/>
                                        </p:tgtEl>
                                        <p:attrNameLst>
                                          <p:attrName>style.visibility</p:attrName>
                                        </p:attrNameLst>
                                      </p:cBhvr>
                                      <p:to>
                                        <p:strVal val="visible"/>
                                      </p:to>
                                    </p:set>
                                    <p:animEffect transition="in" filter="fade">
                                      <p:cBhvr>
                                        <p:cTn id="198" dur="550"/>
                                        <p:tgtEl>
                                          <p:spTgt spid="51"/>
                                        </p:tgtEl>
                                      </p:cBhvr>
                                    </p:animEffect>
                                  </p:childTnLst>
                                </p:cTn>
                              </p:par>
                            </p:childTnLst>
                          </p:cTn>
                        </p:par>
                        <p:par>
                          <p:cTn id="199" fill="hold">
                            <p:stCondLst>
                              <p:cond delay="0"/>
                            </p:stCondLst>
                            <p:childTnLst>
                              <p:par>
                                <p:cTn id="200" presetID="10" presetClass="entr" presetSubtype="0" fill="hold" grpId="0" nodeType="afterEffect">
                                  <p:stCondLst>
                                    <p:cond delay="0"/>
                                  </p:stCondLst>
                                  <p:childTnLst>
                                    <p:set>
                                      <p:cBhvr>
                                        <p:cTn id="201" dur="1" fill="hold">
                                          <p:stCondLst>
                                            <p:cond delay="0"/>
                                          </p:stCondLst>
                                        </p:cTn>
                                        <p:tgtEl>
                                          <p:spTgt spid="52"/>
                                        </p:tgtEl>
                                        <p:attrNameLst>
                                          <p:attrName>style.visibility</p:attrName>
                                        </p:attrNameLst>
                                      </p:cBhvr>
                                      <p:to>
                                        <p:strVal val="visible"/>
                                      </p:to>
                                    </p:set>
                                    <p:animEffect transition="in" filter="fade">
                                      <p:cBhvr>
                                        <p:cTn id="202" dur="550"/>
                                        <p:tgtEl>
                                          <p:spTgt spid="52"/>
                                        </p:tgtEl>
                                      </p:cBhvr>
                                    </p:animEffect>
                                  </p:childTnLst>
                                </p:cTn>
                              </p:par>
                            </p:childTnLst>
                          </p:cTn>
                        </p:par>
                        <p:par>
                          <p:cTn id="203" fill="hold">
                            <p:stCondLst>
                              <p:cond delay="0"/>
                            </p:stCondLst>
                            <p:childTnLst>
                              <p:par>
                                <p:cTn id="204" presetID="10" presetClass="entr" presetSubtype="0" fill="hold" grpId="0" nodeType="afterEffect">
                                  <p:stCondLst>
                                    <p:cond delay="0"/>
                                  </p:stCondLst>
                                  <p:childTnLst>
                                    <p:set>
                                      <p:cBhvr>
                                        <p:cTn id="205" dur="1" fill="hold">
                                          <p:stCondLst>
                                            <p:cond delay="0"/>
                                          </p:stCondLst>
                                        </p:cTn>
                                        <p:tgtEl>
                                          <p:spTgt spid="53"/>
                                        </p:tgtEl>
                                        <p:attrNameLst>
                                          <p:attrName>style.visibility</p:attrName>
                                        </p:attrNameLst>
                                      </p:cBhvr>
                                      <p:to>
                                        <p:strVal val="visible"/>
                                      </p:to>
                                    </p:set>
                                    <p:animEffect transition="in" filter="fade">
                                      <p:cBhvr>
                                        <p:cTn id="206" dur="550"/>
                                        <p:tgtEl>
                                          <p:spTgt spid="53"/>
                                        </p:tgtEl>
                                      </p:cBhvr>
                                    </p:animEffect>
                                  </p:childTnLst>
                                </p:cTn>
                              </p:par>
                            </p:childTnLst>
                          </p:cTn>
                        </p:par>
                        <p:par>
                          <p:cTn id="207" fill="hold">
                            <p:stCondLst>
                              <p:cond delay="0"/>
                            </p:stCondLst>
                            <p:childTnLst>
                              <p:par>
                                <p:cTn id="208" presetID="10" presetClass="entr" presetSubtype="0" fill="hold" grpId="0" nodeType="afterEffect">
                                  <p:stCondLst>
                                    <p:cond delay="0"/>
                                  </p:stCondLst>
                                  <p:childTnLst>
                                    <p:set>
                                      <p:cBhvr>
                                        <p:cTn id="209" dur="1" fill="hold">
                                          <p:stCondLst>
                                            <p:cond delay="0"/>
                                          </p:stCondLst>
                                        </p:cTn>
                                        <p:tgtEl>
                                          <p:spTgt spid="54"/>
                                        </p:tgtEl>
                                        <p:attrNameLst>
                                          <p:attrName>style.visibility</p:attrName>
                                        </p:attrNameLst>
                                      </p:cBhvr>
                                      <p:to>
                                        <p:strVal val="visible"/>
                                      </p:to>
                                    </p:set>
                                    <p:animEffect transition="in" filter="fade">
                                      <p:cBhvr>
                                        <p:cTn id="210" dur="550"/>
                                        <p:tgtEl>
                                          <p:spTgt spid="54"/>
                                        </p:tgtEl>
                                      </p:cBhvr>
                                    </p:animEffect>
                                  </p:childTnLst>
                                </p:cTn>
                              </p:par>
                            </p:childTnLst>
                          </p:cTn>
                        </p:par>
                        <p:par>
                          <p:cTn id="211" fill="hold">
                            <p:stCondLst>
                              <p:cond delay="0"/>
                            </p:stCondLst>
                            <p:childTnLst>
                              <p:par>
                                <p:cTn id="212" presetID="10" presetClass="entr" presetSubtype="0" fill="hold" grpId="0" nodeType="afterEffect">
                                  <p:stCondLst>
                                    <p:cond delay="0"/>
                                  </p:stCondLst>
                                  <p:childTnLst>
                                    <p:set>
                                      <p:cBhvr>
                                        <p:cTn id="213" dur="1" fill="hold">
                                          <p:stCondLst>
                                            <p:cond delay="0"/>
                                          </p:stCondLst>
                                        </p:cTn>
                                        <p:tgtEl>
                                          <p:spTgt spid="55"/>
                                        </p:tgtEl>
                                        <p:attrNameLst>
                                          <p:attrName>style.visibility</p:attrName>
                                        </p:attrNameLst>
                                      </p:cBhvr>
                                      <p:to>
                                        <p:strVal val="visible"/>
                                      </p:to>
                                    </p:set>
                                    <p:animEffect transition="in" filter="fade">
                                      <p:cBhvr>
                                        <p:cTn id="214" dur="550"/>
                                        <p:tgtEl>
                                          <p:spTgt spid="55"/>
                                        </p:tgtEl>
                                      </p:cBhvr>
                                    </p:animEffect>
                                  </p:childTnLst>
                                </p:cTn>
                              </p:par>
                            </p:childTnLst>
                          </p:cTn>
                        </p:par>
                        <p:par>
                          <p:cTn id="215" fill="hold">
                            <p:stCondLst>
                              <p:cond delay="0"/>
                            </p:stCondLst>
                            <p:childTnLst>
                              <p:par>
                                <p:cTn id="216" presetID="10" presetClass="entr" presetSubtype="0" fill="hold" grpId="0" nodeType="afterEffect">
                                  <p:stCondLst>
                                    <p:cond delay="0"/>
                                  </p:stCondLst>
                                  <p:childTnLst>
                                    <p:set>
                                      <p:cBhvr>
                                        <p:cTn id="217" dur="1" fill="hold">
                                          <p:stCondLst>
                                            <p:cond delay="0"/>
                                          </p:stCondLst>
                                        </p:cTn>
                                        <p:tgtEl>
                                          <p:spTgt spid="56"/>
                                        </p:tgtEl>
                                        <p:attrNameLst>
                                          <p:attrName>style.visibility</p:attrName>
                                        </p:attrNameLst>
                                      </p:cBhvr>
                                      <p:to>
                                        <p:strVal val="visible"/>
                                      </p:to>
                                    </p:set>
                                    <p:animEffect transition="in" filter="fade">
                                      <p:cBhvr>
                                        <p:cTn id="218" dur="550"/>
                                        <p:tgtEl>
                                          <p:spTgt spid="56"/>
                                        </p:tgtEl>
                                      </p:cBhvr>
                                    </p:animEffect>
                                  </p:childTnLst>
                                </p:cTn>
                              </p:par>
                            </p:childTnLst>
                          </p:cTn>
                        </p:par>
                        <p:par>
                          <p:cTn id="219" fill="hold">
                            <p:stCondLst>
                              <p:cond delay="0"/>
                            </p:stCondLst>
                            <p:childTnLst>
                              <p:par>
                                <p:cTn id="220" presetID="10" presetClass="entr" presetSubtype="0" fill="hold" grpId="0" nodeType="afterEffect">
                                  <p:stCondLst>
                                    <p:cond delay="0"/>
                                  </p:stCondLst>
                                  <p:childTnLst>
                                    <p:set>
                                      <p:cBhvr>
                                        <p:cTn id="221" dur="1" fill="hold">
                                          <p:stCondLst>
                                            <p:cond delay="0"/>
                                          </p:stCondLst>
                                        </p:cTn>
                                        <p:tgtEl>
                                          <p:spTgt spid="57"/>
                                        </p:tgtEl>
                                        <p:attrNameLst>
                                          <p:attrName>style.visibility</p:attrName>
                                        </p:attrNameLst>
                                      </p:cBhvr>
                                      <p:to>
                                        <p:strVal val="visible"/>
                                      </p:to>
                                    </p:set>
                                    <p:animEffect transition="in" filter="fade">
                                      <p:cBhvr>
                                        <p:cTn id="222" dur="550"/>
                                        <p:tgtEl>
                                          <p:spTgt spid="57"/>
                                        </p:tgtEl>
                                      </p:cBhvr>
                                    </p:animEffect>
                                  </p:childTnLst>
                                </p:cTn>
                              </p:par>
                            </p:childTnLst>
                          </p:cTn>
                        </p:par>
                        <p:par>
                          <p:cTn id="223" fill="hold">
                            <p:stCondLst>
                              <p:cond delay="0"/>
                            </p:stCondLst>
                            <p:childTnLst>
                              <p:par>
                                <p:cTn id="224" presetID="10" presetClass="entr" presetSubtype="0" fill="hold" grpId="0" nodeType="afterEffect">
                                  <p:stCondLst>
                                    <p:cond delay="0"/>
                                  </p:stCondLst>
                                  <p:childTnLst>
                                    <p:set>
                                      <p:cBhvr>
                                        <p:cTn id="225" dur="1" fill="hold">
                                          <p:stCondLst>
                                            <p:cond delay="0"/>
                                          </p:stCondLst>
                                        </p:cTn>
                                        <p:tgtEl>
                                          <p:spTgt spid="58"/>
                                        </p:tgtEl>
                                        <p:attrNameLst>
                                          <p:attrName>style.visibility</p:attrName>
                                        </p:attrNameLst>
                                      </p:cBhvr>
                                      <p:to>
                                        <p:strVal val="visible"/>
                                      </p:to>
                                    </p:set>
                                    <p:animEffect transition="in" filter="fade">
                                      <p:cBhvr>
                                        <p:cTn id="226" dur="550"/>
                                        <p:tgtEl>
                                          <p:spTgt spid="58"/>
                                        </p:tgtEl>
                                      </p:cBhvr>
                                    </p:animEffect>
                                  </p:childTnLst>
                                </p:cTn>
                              </p:par>
                            </p:childTnLst>
                          </p:cTn>
                        </p:par>
                        <p:par>
                          <p:cTn id="227" fill="hold">
                            <p:stCondLst>
                              <p:cond delay="0"/>
                            </p:stCondLst>
                            <p:childTnLst>
                              <p:par>
                                <p:cTn id="228" presetID="10" presetClass="entr" presetSubtype="0" fill="hold" grpId="0" nodeType="afterEffect">
                                  <p:stCondLst>
                                    <p:cond delay="0"/>
                                  </p:stCondLst>
                                  <p:childTnLst>
                                    <p:set>
                                      <p:cBhvr>
                                        <p:cTn id="229" dur="1" fill="hold">
                                          <p:stCondLst>
                                            <p:cond delay="0"/>
                                          </p:stCondLst>
                                        </p:cTn>
                                        <p:tgtEl>
                                          <p:spTgt spid="59"/>
                                        </p:tgtEl>
                                        <p:attrNameLst>
                                          <p:attrName>style.visibility</p:attrName>
                                        </p:attrNameLst>
                                      </p:cBhvr>
                                      <p:to>
                                        <p:strVal val="visible"/>
                                      </p:to>
                                    </p:set>
                                    <p:animEffect transition="in" filter="fade">
                                      <p:cBhvr>
                                        <p:cTn id="230" dur="550"/>
                                        <p:tgtEl>
                                          <p:spTgt spid="59"/>
                                        </p:tgtEl>
                                      </p:cBhvr>
                                    </p:animEffect>
                                  </p:childTnLst>
                                </p:cTn>
                              </p:par>
                            </p:childTnLst>
                          </p:cTn>
                        </p:par>
                        <p:par>
                          <p:cTn id="231" fill="hold">
                            <p:stCondLst>
                              <p:cond delay="0"/>
                            </p:stCondLst>
                            <p:childTnLst>
                              <p:par>
                                <p:cTn id="232" presetID="10" presetClass="entr" presetSubtype="0" fill="hold" grpId="0" nodeType="afterEffect">
                                  <p:stCondLst>
                                    <p:cond delay="0"/>
                                  </p:stCondLst>
                                  <p:childTnLst>
                                    <p:set>
                                      <p:cBhvr>
                                        <p:cTn id="233" dur="1" fill="hold">
                                          <p:stCondLst>
                                            <p:cond delay="0"/>
                                          </p:stCondLst>
                                        </p:cTn>
                                        <p:tgtEl>
                                          <p:spTgt spid="60"/>
                                        </p:tgtEl>
                                        <p:attrNameLst>
                                          <p:attrName>style.visibility</p:attrName>
                                        </p:attrNameLst>
                                      </p:cBhvr>
                                      <p:to>
                                        <p:strVal val="visible"/>
                                      </p:to>
                                    </p:set>
                                    <p:animEffect transition="in" filter="fade">
                                      <p:cBhvr>
                                        <p:cTn id="234" dur="550"/>
                                        <p:tgtEl>
                                          <p:spTgt spid="60"/>
                                        </p:tgtEl>
                                      </p:cBhvr>
                                    </p:animEffect>
                                  </p:childTnLst>
                                </p:cTn>
                              </p:par>
                            </p:childTnLst>
                          </p:cTn>
                        </p:par>
                        <p:par>
                          <p:cTn id="235" fill="hold">
                            <p:stCondLst>
                              <p:cond delay="0"/>
                            </p:stCondLst>
                            <p:childTnLst>
                              <p:par>
                                <p:cTn id="236" presetID="10" presetClass="entr" presetSubtype="0" fill="hold" grpId="0" nodeType="afterEffect">
                                  <p:stCondLst>
                                    <p:cond delay="0"/>
                                  </p:stCondLst>
                                  <p:childTnLst>
                                    <p:set>
                                      <p:cBhvr>
                                        <p:cTn id="237" dur="1" fill="hold">
                                          <p:stCondLst>
                                            <p:cond delay="0"/>
                                          </p:stCondLst>
                                        </p:cTn>
                                        <p:tgtEl>
                                          <p:spTgt spid="61"/>
                                        </p:tgtEl>
                                        <p:attrNameLst>
                                          <p:attrName>style.visibility</p:attrName>
                                        </p:attrNameLst>
                                      </p:cBhvr>
                                      <p:to>
                                        <p:strVal val="visible"/>
                                      </p:to>
                                    </p:set>
                                    <p:animEffect transition="in" filter="fade">
                                      <p:cBhvr>
                                        <p:cTn id="238" dur="550"/>
                                        <p:tgtEl>
                                          <p:spTgt spid="61"/>
                                        </p:tgtEl>
                                      </p:cBhvr>
                                    </p:animEffect>
                                  </p:childTnLst>
                                </p:cTn>
                              </p:par>
                            </p:childTnLst>
                          </p:cTn>
                        </p:par>
                        <p:par>
                          <p:cTn id="239" fill="hold">
                            <p:stCondLst>
                              <p:cond delay="0"/>
                            </p:stCondLst>
                            <p:childTnLst>
                              <p:par>
                                <p:cTn id="240" presetID="10" presetClass="entr" presetSubtype="0" fill="hold" grpId="0" nodeType="afterEffect">
                                  <p:stCondLst>
                                    <p:cond delay="0"/>
                                  </p:stCondLst>
                                  <p:childTnLst>
                                    <p:set>
                                      <p:cBhvr>
                                        <p:cTn id="241" dur="1" fill="hold">
                                          <p:stCondLst>
                                            <p:cond delay="0"/>
                                          </p:stCondLst>
                                        </p:cTn>
                                        <p:tgtEl>
                                          <p:spTgt spid="62"/>
                                        </p:tgtEl>
                                        <p:attrNameLst>
                                          <p:attrName>style.visibility</p:attrName>
                                        </p:attrNameLst>
                                      </p:cBhvr>
                                      <p:to>
                                        <p:strVal val="visible"/>
                                      </p:to>
                                    </p:set>
                                    <p:animEffect transition="in" filter="fade">
                                      <p:cBhvr>
                                        <p:cTn id="242" dur="550"/>
                                        <p:tgtEl>
                                          <p:spTgt spid="62"/>
                                        </p:tgtEl>
                                      </p:cBhvr>
                                    </p:animEffect>
                                  </p:childTnLst>
                                </p:cTn>
                              </p:par>
                            </p:childTnLst>
                          </p:cTn>
                        </p:par>
                        <p:par>
                          <p:cTn id="243" fill="hold">
                            <p:stCondLst>
                              <p:cond delay="0"/>
                            </p:stCondLst>
                            <p:childTnLst>
                              <p:par>
                                <p:cTn id="244" presetID="10" presetClass="entr" presetSubtype="0" fill="hold" grpId="0" nodeType="afterEffect">
                                  <p:stCondLst>
                                    <p:cond delay="0"/>
                                  </p:stCondLst>
                                  <p:childTnLst>
                                    <p:set>
                                      <p:cBhvr>
                                        <p:cTn id="245" dur="1" fill="hold">
                                          <p:stCondLst>
                                            <p:cond delay="0"/>
                                          </p:stCondLst>
                                        </p:cTn>
                                        <p:tgtEl>
                                          <p:spTgt spid="63"/>
                                        </p:tgtEl>
                                        <p:attrNameLst>
                                          <p:attrName>style.visibility</p:attrName>
                                        </p:attrNameLst>
                                      </p:cBhvr>
                                      <p:to>
                                        <p:strVal val="visible"/>
                                      </p:to>
                                    </p:set>
                                    <p:animEffect transition="in" filter="fade">
                                      <p:cBhvr>
                                        <p:cTn id="246" dur="550"/>
                                        <p:tgtEl>
                                          <p:spTgt spid="63"/>
                                        </p:tgtEl>
                                      </p:cBhvr>
                                    </p:animEffect>
                                  </p:childTnLst>
                                </p:cTn>
                              </p:par>
                            </p:childTnLst>
                          </p:cTn>
                        </p:par>
                        <p:par>
                          <p:cTn id="247" fill="hold">
                            <p:stCondLst>
                              <p:cond delay="0"/>
                            </p:stCondLst>
                            <p:childTnLst>
                              <p:par>
                                <p:cTn id="248" presetID="10" presetClass="entr" presetSubtype="0" fill="hold" grpId="0" nodeType="afterEffect">
                                  <p:stCondLst>
                                    <p:cond delay="0"/>
                                  </p:stCondLst>
                                  <p:childTnLst>
                                    <p:set>
                                      <p:cBhvr>
                                        <p:cTn id="249" dur="1" fill="hold">
                                          <p:stCondLst>
                                            <p:cond delay="0"/>
                                          </p:stCondLst>
                                        </p:cTn>
                                        <p:tgtEl>
                                          <p:spTgt spid="64"/>
                                        </p:tgtEl>
                                        <p:attrNameLst>
                                          <p:attrName>style.visibility</p:attrName>
                                        </p:attrNameLst>
                                      </p:cBhvr>
                                      <p:to>
                                        <p:strVal val="visible"/>
                                      </p:to>
                                    </p:set>
                                    <p:animEffect transition="in" filter="fade">
                                      <p:cBhvr>
                                        <p:cTn id="250" dur="550"/>
                                        <p:tgtEl>
                                          <p:spTgt spid="64"/>
                                        </p:tgtEl>
                                      </p:cBhvr>
                                    </p:animEffect>
                                  </p:childTnLst>
                                </p:cTn>
                              </p:par>
                            </p:childTnLst>
                          </p:cTn>
                        </p:par>
                        <p:par>
                          <p:cTn id="251" fill="hold">
                            <p:stCondLst>
                              <p:cond delay="0"/>
                            </p:stCondLst>
                            <p:childTnLst>
                              <p:par>
                                <p:cTn id="252" presetID="10" presetClass="entr" presetSubtype="0" fill="hold" grpId="0" nodeType="afterEffect">
                                  <p:stCondLst>
                                    <p:cond delay="0"/>
                                  </p:stCondLst>
                                  <p:childTnLst>
                                    <p:set>
                                      <p:cBhvr>
                                        <p:cTn id="253" dur="1" fill="hold">
                                          <p:stCondLst>
                                            <p:cond delay="0"/>
                                          </p:stCondLst>
                                        </p:cTn>
                                        <p:tgtEl>
                                          <p:spTgt spid="65"/>
                                        </p:tgtEl>
                                        <p:attrNameLst>
                                          <p:attrName>style.visibility</p:attrName>
                                        </p:attrNameLst>
                                      </p:cBhvr>
                                      <p:to>
                                        <p:strVal val="visible"/>
                                      </p:to>
                                    </p:set>
                                    <p:animEffect transition="in" filter="fade">
                                      <p:cBhvr>
                                        <p:cTn id="254" dur="550"/>
                                        <p:tgtEl>
                                          <p:spTgt spid="65"/>
                                        </p:tgtEl>
                                      </p:cBhvr>
                                    </p:animEffect>
                                  </p:childTnLst>
                                </p:cTn>
                              </p:par>
                            </p:childTnLst>
                          </p:cTn>
                        </p:par>
                        <p:par>
                          <p:cTn id="255" fill="hold">
                            <p:stCondLst>
                              <p:cond delay="0"/>
                            </p:stCondLst>
                            <p:childTnLst>
                              <p:par>
                                <p:cTn id="256" presetID="10" presetClass="entr" presetSubtype="0" fill="hold" grpId="0" nodeType="afterEffect">
                                  <p:stCondLst>
                                    <p:cond delay="0"/>
                                  </p:stCondLst>
                                  <p:childTnLst>
                                    <p:set>
                                      <p:cBhvr>
                                        <p:cTn id="257" dur="1" fill="hold">
                                          <p:stCondLst>
                                            <p:cond delay="0"/>
                                          </p:stCondLst>
                                        </p:cTn>
                                        <p:tgtEl>
                                          <p:spTgt spid="66"/>
                                        </p:tgtEl>
                                        <p:attrNameLst>
                                          <p:attrName>style.visibility</p:attrName>
                                        </p:attrNameLst>
                                      </p:cBhvr>
                                      <p:to>
                                        <p:strVal val="visible"/>
                                      </p:to>
                                    </p:set>
                                    <p:animEffect transition="in" filter="fade">
                                      <p:cBhvr>
                                        <p:cTn id="258" dur="550"/>
                                        <p:tgtEl>
                                          <p:spTgt spid="66"/>
                                        </p:tgtEl>
                                      </p:cBhvr>
                                    </p:animEffect>
                                  </p:childTnLst>
                                </p:cTn>
                              </p:par>
                            </p:childTnLst>
                          </p:cTn>
                        </p:par>
                        <p:par>
                          <p:cTn id="259" fill="hold">
                            <p:stCondLst>
                              <p:cond delay="0"/>
                            </p:stCondLst>
                            <p:childTnLst>
                              <p:par>
                                <p:cTn id="260" presetID="10" presetClass="entr" presetSubtype="0" fill="hold" grpId="0" nodeType="afterEffect">
                                  <p:stCondLst>
                                    <p:cond delay="0"/>
                                  </p:stCondLst>
                                  <p:childTnLst>
                                    <p:set>
                                      <p:cBhvr>
                                        <p:cTn id="261" dur="1" fill="hold">
                                          <p:stCondLst>
                                            <p:cond delay="0"/>
                                          </p:stCondLst>
                                        </p:cTn>
                                        <p:tgtEl>
                                          <p:spTgt spid="67"/>
                                        </p:tgtEl>
                                        <p:attrNameLst>
                                          <p:attrName>style.visibility</p:attrName>
                                        </p:attrNameLst>
                                      </p:cBhvr>
                                      <p:to>
                                        <p:strVal val="visible"/>
                                      </p:to>
                                    </p:set>
                                    <p:animEffect transition="in" filter="fade">
                                      <p:cBhvr>
                                        <p:cTn id="262" dur="550"/>
                                        <p:tgtEl>
                                          <p:spTgt spid="67"/>
                                        </p:tgtEl>
                                      </p:cBhvr>
                                    </p:animEffect>
                                  </p:childTnLst>
                                </p:cTn>
                              </p:par>
                            </p:childTnLst>
                          </p:cTn>
                        </p:par>
                        <p:par>
                          <p:cTn id="263" fill="hold">
                            <p:stCondLst>
                              <p:cond delay="0"/>
                            </p:stCondLst>
                            <p:childTnLst>
                              <p:par>
                                <p:cTn id="264" presetID="10" presetClass="entr" presetSubtype="0" fill="hold" grpId="0" nodeType="afterEffect">
                                  <p:stCondLst>
                                    <p:cond delay="0"/>
                                  </p:stCondLst>
                                  <p:childTnLst>
                                    <p:set>
                                      <p:cBhvr>
                                        <p:cTn id="265" dur="1" fill="hold">
                                          <p:stCondLst>
                                            <p:cond delay="0"/>
                                          </p:stCondLst>
                                        </p:cTn>
                                        <p:tgtEl>
                                          <p:spTgt spid="68"/>
                                        </p:tgtEl>
                                        <p:attrNameLst>
                                          <p:attrName>style.visibility</p:attrName>
                                        </p:attrNameLst>
                                      </p:cBhvr>
                                      <p:to>
                                        <p:strVal val="visible"/>
                                      </p:to>
                                    </p:set>
                                    <p:animEffect transition="in" filter="fade">
                                      <p:cBhvr>
                                        <p:cTn id="266" dur="550"/>
                                        <p:tgtEl>
                                          <p:spTgt spid="68"/>
                                        </p:tgtEl>
                                      </p:cBhvr>
                                    </p:animEffect>
                                  </p:childTnLst>
                                </p:cTn>
                              </p:par>
                            </p:childTnLst>
                          </p:cTn>
                        </p:par>
                        <p:par>
                          <p:cTn id="267" fill="hold">
                            <p:stCondLst>
                              <p:cond delay="0"/>
                            </p:stCondLst>
                            <p:childTnLst>
                              <p:par>
                                <p:cTn id="268" presetID="10" presetClass="entr" presetSubtype="0" fill="hold" grpId="0" nodeType="afterEffect">
                                  <p:stCondLst>
                                    <p:cond delay="0"/>
                                  </p:stCondLst>
                                  <p:childTnLst>
                                    <p:set>
                                      <p:cBhvr>
                                        <p:cTn id="269" dur="1" fill="hold">
                                          <p:stCondLst>
                                            <p:cond delay="0"/>
                                          </p:stCondLst>
                                        </p:cTn>
                                        <p:tgtEl>
                                          <p:spTgt spid="69"/>
                                        </p:tgtEl>
                                        <p:attrNameLst>
                                          <p:attrName>style.visibility</p:attrName>
                                        </p:attrNameLst>
                                      </p:cBhvr>
                                      <p:to>
                                        <p:strVal val="visible"/>
                                      </p:to>
                                    </p:set>
                                    <p:animEffect transition="in" filter="fade">
                                      <p:cBhvr>
                                        <p:cTn id="270" dur="550"/>
                                        <p:tgtEl>
                                          <p:spTgt spid="69"/>
                                        </p:tgtEl>
                                      </p:cBhvr>
                                    </p:animEffect>
                                  </p:childTnLst>
                                </p:cTn>
                              </p:par>
                            </p:childTnLst>
                          </p:cTn>
                        </p:par>
                        <p:par>
                          <p:cTn id="271" fill="hold">
                            <p:stCondLst>
                              <p:cond delay="0"/>
                            </p:stCondLst>
                            <p:childTnLst>
                              <p:par>
                                <p:cTn id="272" presetID="10" presetClass="entr" presetSubtype="0" fill="hold" grpId="0" nodeType="afterEffect">
                                  <p:stCondLst>
                                    <p:cond delay="0"/>
                                  </p:stCondLst>
                                  <p:childTnLst>
                                    <p:set>
                                      <p:cBhvr>
                                        <p:cTn id="273" dur="1" fill="hold">
                                          <p:stCondLst>
                                            <p:cond delay="0"/>
                                          </p:stCondLst>
                                        </p:cTn>
                                        <p:tgtEl>
                                          <p:spTgt spid="70"/>
                                        </p:tgtEl>
                                        <p:attrNameLst>
                                          <p:attrName>style.visibility</p:attrName>
                                        </p:attrNameLst>
                                      </p:cBhvr>
                                      <p:to>
                                        <p:strVal val="visible"/>
                                      </p:to>
                                    </p:set>
                                    <p:animEffect transition="in" filter="fade">
                                      <p:cBhvr>
                                        <p:cTn id="274" dur="550"/>
                                        <p:tgtEl>
                                          <p:spTgt spid="70"/>
                                        </p:tgtEl>
                                      </p:cBhvr>
                                    </p:animEffect>
                                  </p:childTnLst>
                                </p:cTn>
                              </p:par>
                            </p:childTnLst>
                          </p:cTn>
                        </p:par>
                        <p:par>
                          <p:cTn id="275" fill="hold">
                            <p:stCondLst>
                              <p:cond delay="0"/>
                            </p:stCondLst>
                            <p:childTnLst>
                              <p:par>
                                <p:cTn id="276" presetID="10" presetClass="entr" presetSubtype="0" fill="hold" grpId="0" nodeType="afterEffect">
                                  <p:stCondLst>
                                    <p:cond delay="0"/>
                                  </p:stCondLst>
                                  <p:childTnLst>
                                    <p:set>
                                      <p:cBhvr>
                                        <p:cTn id="277" dur="1" fill="hold">
                                          <p:stCondLst>
                                            <p:cond delay="0"/>
                                          </p:stCondLst>
                                        </p:cTn>
                                        <p:tgtEl>
                                          <p:spTgt spid="71"/>
                                        </p:tgtEl>
                                        <p:attrNameLst>
                                          <p:attrName>style.visibility</p:attrName>
                                        </p:attrNameLst>
                                      </p:cBhvr>
                                      <p:to>
                                        <p:strVal val="visible"/>
                                      </p:to>
                                    </p:set>
                                    <p:animEffect transition="in" filter="fade">
                                      <p:cBhvr>
                                        <p:cTn id="278" dur="550"/>
                                        <p:tgtEl>
                                          <p:spTgt spid="71"/>
                                        </p:tgtEl>
                                      </p:cBhvr>
                                    </p:animEffect>
                                  </p:childTnLst>
                                </p:cTn>
                              </p:par>
                            </p:childTnLst>
                          </p:cTn>
                        </p:par>
                        <p:par>
                          <p:cTn id="279" fill="hold">
                            <p:stCondLst>
                              <p:cond delay="0"/>
                            </p:stCondLst>
                            <p:childTnLst>
                              <p:par>
                                <p:cTn id="280" presetID="10" presetClass="entr" presetSubtype="0" fill="hold" grpId="0" nodeType="afterEffect">
                                  <p:stCondLst>
                                    <p:cond delay="0"/>
                                  </p:stCondLst>
                                  <p:childTnLst>
                                    <p:set>
                                      <p:cBhvr>
                                        <p:cTn id="281" dur="1" fill="hold">
                                          <p:stCondLst>
                                            <p:cond delay="0"/>
                                          </p:stCondLst>
                                        </p:cTn>
                                        <p:tgtEl>
                                          <p:spTgt spid="72"/>
                                        </p:tgtEl>
                                        <p:attrNameLst>
                                          <p:attrName>style.visibility</p:attrName>
                                        </p:attrNameLst>
                                      </p:cBhvr>
                                      <p:to>
                                        <p:strVal val="visible"/>
                                      </p:to>
                                    </p:set>
                                    <p:animEffect transition="in" filter="fade">
                                      <p:cBhvr>
                                        <p:cTn id="282" dur="550"/>
                                        <p:tgtEl>
                                          <p:spTgt spid="72"/>
                                        </p:tgtEl>
                                      </p:cBhvr>
                                    </p:animEffect>
                                  </p:childTnLst>
                                </p:cTn>
                              </p:par>
                            </p:childTnLst>
                          </p:cTn>
                        </p:par>
                        <p:par>
                          <p:cTn id="283" fill="hold">
                            <p:stCondLst>
                              <p:cond delay="0"/>
                            </p:stCondLst>
                            <p:childTnLst>
                              <p:par>
                                <p:cTn id="284" presetID="10" presetClass="entr" presetSubtype="0" fill="hold" grpId="0" nodeType="afterEffect">
                                  <p:stCondLst>
                                    <p:cond delay="0"/>
                                  </p:stCondLst>
                                  <p:childTnLst>
                                    <p:set>
                                      <p:cBhvr>
                                        <p:cTn id="285" dur="1" fill="hold">
                                          <p:stCondLst>
                                            <p:cond delay="0"/>
                                          </p:stCondLst>
                                        </p:cTn>
                                        <p:tgtEl>
                                          <p:spTgt spid="73"/>
                                        </p:tgtEl>
                                        <p:attrNameLst>
                                          <p:attrName>style.visibility</p:attrName>
                                        </p:attrNameLst>
                                      </p:cBhvr>
                                      <p:to>
                                        <p:strVal val="visible"/>
                                      </p:to>
                                    </p:set>
                                    <p:animEffect transition="in" filter="fade">
                                      <p:cBhvr>
                                        <p:cTn id="286" dur="550"/>
                                        <p:tgtEl>
                                          <p:spTgt spid="73"/>
                                        </p:tgtEl>
                                      </p:cBhvr>
                                    </p:animEffect>
                                  </p:childTnLst>
                                </p:cTn>
                              </p:par>
                            </p:childTnLst>
                          </p:cTn>
                        </p:par>
                        <p:par>
                          <p:cTn id="287" fill="hold">
                            <p:stCondLst>
                              <p:cond delay="0"/>
                            </p:stCondLst>
                            <p:childTnLst>
                              <p:par>
                                <p:cTn id="288" presetID="10" presetClass="entr" presetSubtype="0" fill="hold" grpId="0" nodeType="afterEffect">
                                  <p:stCondLst>
                                    <p:cond delay="0"/>
                                  </p:stCondLst>
                                  <p:childTnLst>
                                    <p:set>
                                      <p:cBhvr>
                                        <p:cTn id="289" dur="1" fill="hold">
                                          <p:stCondLst>
                                            <p:cond delay="0"/>
                                          </p:stCondLst>
                                        </p:cTn>
                                        <p:tgtEl>
                                          <p:spTgt spid="74"/>
                                        </p:tgtEl>
                                        <p:attrNameLst>
                                          <p:attrName>style.visibility</p:attrName>
                                        </p:attrNameLst>
                                      </p:cBhvr>
                                      <p:to>
                                        <p:strVal val="visible"/>
                                      </p:to>
                                    </p:set>
                                    <p:animEffect transition="in" filter="fade">
                                      <p:cBhvr>
                                        <p:cTn id="290" dur="550"/>
                                        <p:tgtEl>
                                          <p:spTgt spid="74"/>
                                        </p:tgtEl>
                                      </p:cBhvr>
                                    </p:animEffect>
                                  </p:childTnLst>
                                </p:cTn>
                              </p:par>
                            </p:childTnLst>
                          </p:cTn>
                        </p:par>
                        <p:par>
                          <p:cTn id="291" fill="hold">
                            <p:stCondLst>
                              <p:cond delay="0"/>
                            </p:stCondLst>
                            <p:childTnLst>
                              <p:par>
                                <p:cTn id="292" presetID="10" presetClass="entr" presetSubtype="0" fill="hold" grpId="0" nodeType="afterEffect">
                                  <p:stCondLst>
                                    <p:cond delay="0"/>
                                  </p:stCondLst>
                                  <p:childTnLst>
                                    <p:set>
                                      <p:cBhvr>
                                        <p:cTn id="293" dur="1" fill="hold">
                                          <p:stCondLst>
                                            <p:cond delay="0"/>
                                          </p:stCondLst>
                                        </p:cTn>
                                        <p:tgtEl>
                                          <p:spTgt spid="75"/>
                                        </p:tgtEl>
                                        <p:attrNameLst>
                                          <p:attrName>style.visibility</p:attrName>
                                        </p:attrNameLst>
                                      </p:cBhvr>
                                      <p:to>
                                        <p:strVal val="visible"/>
                                      </p:to>
                                    </p:set>
                                    <p:animEffect transition="in" filter="fade">
                                      <p:cBhvr>
                                        <p:cTn id="294" dur="550"/>
                                        <p:tgtEl>
                                          <p:spTgt spid="75"/>
                                        </p:tgtEl>
                                      </p:cBhvr>
                                    </p:animEffect>
                                  </p:childTnLst>
                                </p:cTn>
                              </p:par>
                            </p:childTnLst>
                          </p:cTn>
                        </p:par>
                        <p:par>
                          <p:cTn id="295" fill="hold">
                            <p:stCondLst>
                              <p:cond delay="0"/>
                            </p:stCondLst>
                            <p:childTnLst>
                              <p:par>
                                <p:cTn id="296" presetID="10" presetClass="entr" presetSubtype="0" fill="hold" grpId="0" nodeType="afterEffect">
                                  <p:stCondLst>
                                    <p:cond delay="0"/>
                                  </p:stCondLst>
                                  <p:childTnLst>
                                    <p:set>
                                      <p:cBhvr>
                                        <p:cTn id="297" dur="1" fill="hold">
                                          <p:stCondLst>
                                            <p:cond delay="0"/>
                                          </p:stCondLst>
                                        </p:cTn>
                                        <p:tgtEl>
                                          <p:spTgt spid="76"/>
                                        </p:tgtEl>
                                        <p:attrNameLst>
                                          <p:attrName>style.visibility</p:attrName>
                                        </p:attrNameLst>
                                      </p:cBhvr>
                                      <p:to>
                                        <p:strVal val="visible"/>
                                      </p:to>
                                    </p:set>
                                    <p:animEffect transition="in" filter="fade">
                                      <p:cBhvr>
                                        <p:cTn id="298" dur="550"/>
                                        <p:tgtEl>
                                          <p:spTgt spid="76"/>
                                        </p:tgtEl>
                                      </p:cBhvr>
                                    </p:animEffect>
                                  </p:childTnLst>
                                </p:cTn>
                              </p:par>
                            </p:childTnLst>
                          </p:cTn>
                        </p:par>
                        <p:par>
                          <p:cTn id="299" fill="hold">
                            <p:stCondLst>
                              <p:cond delay="0"/>
                            </p:stCondLst>
                            <p:childTnLst>
                              <p:par>
                                <p:cTn id="300" presetID="10" presetClass="entr" presetSubtype="0" fill="hold" grpId="0" nodeType="afterEffect">
                                  <p:stCondLst>
                                    <p:cond delay="0"/>
                                  </p:stCondLst>
                                  <p:childTnLst>
                                    <p:set>
                                      <p:cBhvr>
                                        <p:cTn id="301" dur="1" fill="hold">
                                          <p:stCondLst>
                                            <p:cond delay="0"/>
                                          </p:stCondLst>
                                        </p:cTn>
                                        <p:tgtEl>
                                          <p:spTgt spid="77"/>
                                        </p:tgtEl>
                                        <p:attrNameLst>
                                          <p:attrName>style.visibility</p:attrName>
                                        </p:attrNameLst>
                                      </p:cBhvr>
                                      <p:to>
                                        <p:strVal val="visible"/>
                                      </p:to>
                                    </p:set>
                                    <p:animEffect transition="in" filter="fade">
                                      <p:cBhvr>
                                        <p:cTn id="302" dur="550"/>
                                        <p:tgtEl>
                                          <p:spTgt spid="77"/>
                                        </p:tgtEl>
                                      </p:cBhvr>
                                    </p:animEffect>
                                  </p:childTnLst>
                                </p:cTn>
                              </p:par>
                            </p:childTnLst>
                          </p:cTn>
                        </p:par>
                        <p:par>
                          <p:cTn id="303" fill="hold">
                            <p:stCondLst>
                              <p:cond delay="0"/>
                            </p:stCondLst>
                            <p:childTnLst>
                              <p:par>
                                <p:cTn id="304" presetID="10" presetClass="entr" presetSubtype="0" fill="hold" grpId="0" nodeType="afterEffect">
                                  <p:stCondLst>
                                    <p:cond delay="0"/>
                                  </p:stCondLst>
                                  <p:childTnLst>
                                    <p:set>
                                      <p:cBhvr>
                                        <p:cTn id="305" dur="1" fill="hold">
                                          <p:stCondLst>
                                            <p:cond delay="0"/>
                                          </p:stCondLst>
                                        </p:cTn>
                                        <p:tgtEl>
                                          <p:spTgt spid="78"/>
                                        </p:tgtEl>
                                        <p:attrNameLst>
                                          <p:attrName>style.visibility</p:attrName>
                                        </p:attrNameLst>
                                      </p:cBhvr>
                                      <p:to>
                                        <p:strVal val="visible"/>
                                      </p:to>
                                    </p:set>
                                    <p:animEffect transition="in" filter="fade">
                                      <p:cBhvr>
                                        <p:cTn id="306" dur="550"/>
                                        <p:tgtEl>
                                          <p:spTgt spid="78"/>
                                        </p:tgtEl>
                                      </p:cBhvr>
                                    </p:animEffect>
                                  </p:childTnLst>
                                </p:cTn>
                              </p:par>
                            </p:childTnLst>
                          </p:cTn>
                        </p:par>
                        <p:par>
                          <p:cTn id="307" fill="hold">
                            <p:stCondLst>
                              <p:cond delay="0"/>
                            </p:stCondLst>
                            <p:childTnLst>
                              <p:par>
                                <p:cTn id="308" presetID="10" presetClass="entr" presetSubtype="0" fill="hold" grpId="0" nodeType="afterEffect">
                                  <p:stCondLst>
                                    <p:cond delay="0"/>
                                  </p:stCondLst>
                                  <p:childTnLst>
                                    <p:set>
                                      <p:cBhvr>
                                        <p:cTn id="309" dur="1" fill="hold">
                                          <p:stCondLst>
                                            <p:cond delay="0"/>
                                          </p:stCondLst>
                                        </p:cTn>
                                        <p:tgtEl>
                                          <p:spTgt spid="79"/>
                                        </p:tgtEl>
                                        <p:attrNameLst>
                                          <p:attrName>style.visibility</p:attrName>
                                        </p:attrNameLst>
                                      </p:cBhvr>
                                      <p:to>
                                        <p:strVal val="visible"/>
                                      </p:to>
                                    </p:set>
                                    <p:animEffect transition="in" filter="fade">
                                      <p:cBhvr>
                                        <p:cTn id="310" dur="550"/>
                                        <p:tgtEl>
                                          <p:spTgt spid="79"/>
                                        </p:tgtEl>
                                      </p:cBhvr>
                                    </p:animEffect>
                                  </p:childTnLst>
                                </p:cTn>
                              </p:par>
                            </p:childTnLst>
                          </p:cTn>
                        </p:par>
                        <p:par>
                          <p:cTn id="311" fill="hold">
                            <p:stCondLst>
                              <p:cond delay="0"/>
                            </p:stCondLst>
                            <p:childTnLst>
                              <p:par>
                                <p:cTn id="312" presetID="10" presetClass="entr" presetSubtype="0" fill="hold" grpId="0" nodeType="afterEffect">
                                  <p:stCondLst>
                                    <p:cond delay="0"/>
                                  </p:stCondLst>
                                  <p:childTnLst>
                                    <p:set>
                                      <p:cBhvr>
                                        <p:cTn id="313" dur="1" fill="hold">
                                          <p:stCondLst>
                                            <p:cond delay="0"/>
                                          </p:stCondLst>
                                        </p:cTn>
                                        <p:tgtEl>
                                          <p:spTgt spid="80"/>
                                        </p:tgtEl>
                                        <p:attrNameLst>
                                          <p:attrName>style.visibility</p:attrName>
                                        </p:attrNameLst>
                                      </p:cBhvr>
                                      <p:to>
                                        <p:strVal val="visible"/>
                                      </p:to>
                                    </p:set>
                                    <p:animEffect transition="in" filter="fade">
                                      <p:cBhvr>
                                        <p:cTn id="314" dur="550"/>
                                        <p:tgtEl>
                                          <p:spTgt spid="80"/>
                                        </p:tgtEl>
                                      </p:cBhvr>
                                    </p:animEffect>
                                  </p:childTnLst>
                                </p:cTn>
                              </p:par>
                            </p:childTnLst>
                          </p:cTn>
                        </p:par>
                        <p:par>
                          <p:cTn id="315" fill="hold">
                            <p:stCondLst>
                              <p:cond delay="0"/>
                            </p:stCondLst>
                            <p:childTnLst>
                              <p:par>
                                <p:cTn id="316" presetID="10" presetClass="entr" presetSubtype="0" fill="hold" grpId="0" nodeType="afterEffect">
                                  <p:stCondLst>
                                    <p:cond delay="0"/>
                                  </p:stCondLst>
                                  <p:childTnLst>
                                    <p:set>
                                      <p:cBhvr>
                                        <p:cTn id="317" dur="1" fill="hold">
                                          <p:stCondLst>
                                            <p:cond delay="0"/>
                                          </p:stCondLst>
                                        </p:cTn>
                                        <p:tgtEl>
                                          <p:spTgt spid="81"/>
                                        </p:tgtEl>
                                        <p:attrNameLst>
                                          <p:attrName>style.visibility</p:attrName>
                                        </p:attrNameLst>
                                      </p:cBhvr>
                                      <p:to>
                                        <p:strVal val="visible"/>
                                      </p:to>
                                    </p:set>
                                    <p:animEffect transition="in" filter="fade">
                                      <p:cBhvr>
                                        <p:cTn id="318" dur="550"/>
                                        <p:tgtEl>
                                          <p:spTgt spid="81"/>
                                        </p:tgtEl>
                                      </p:cBhvr>
                                    </p:animEffect>
                                  </p:childTnLst>
                                </p:cTn>
                              </p:par>
                            </p:childTnLst>
                          </p:cTn>
                        </p:par>
                        <p:par>
                          <p:cTn id="319" fill="hold">
                            <p:stCondLst>
                              <p:cond delay="0"/>
                            </p:stCondLst>
                            <p:childTnLst>
                              <p:par>
                                <p:cTn id="320" presetID="10" presetClass="entr" presetSubtype="0" fill="hold" grpId="0" nodeType="afterEffect">
                                  <p:stCondLst>
                                    <p:cond delay="0"/>
                                  </p:stCondLst>
                                  <p:childTnLst>
                                    <p:set>
                                      <p:cBhvr>
                                        <p:cTn id="321" dur="1" fill="hold">
                                          <p:stCondLst>
                                            <p:cond delay="0"/>
                                          </p:stCondLst>
                                        </p:cTn>
                                        <p:tgtEl>
                                          <p:spTgt spid="82"/>
                                        </p:tgtEl>
                                        <p:attrNameLst>
                                          <p:attrName>style.visibility</p:attrName>
                                        </p:attrNameLst>
                                      </p:cBhvr>
                                      <p:to>
                                        <p:strVal val="visible"/>
                                      </p:to>
                                    </p:set>
                                    <p:animEffect transition="in" filter="fade">
                                      <p:cBhvr>
                                        <p:cTn id="322" dur="550"/>
                                        <p:tgtEl>
                                          <p:spTgt spid="82"/>
                                        </p:tgtEl>
                                      </p:cBhvr>
                                    </p:animEffect>
                                  </p:childTnLst>
                                </p:cTn>
                              </p:par>
                            </p:childTnLst>
                          </p:cTn>
                        </p:par>
                        <p:par>
                          <p:cTn id="323" fill="hold">
                            <p:stCondLst>
                              <p:cond delay="0"/>
                            </p:stCondLst>
                            <p:childTnLst>
                              <p:par>
                                <p:cTn id="324" presetID="10" presetClass="entr" presetSubtype="0" fill="hold" grpId="0" nodeType="afterEffect">
                                  <p:stCondLst>
                                    <p:cond delay="0"/>
                                  </p:stCondLst>
                                  <p:childTnLst>
                                    <p:set>
                                      <p:cBhvr>
                                        <p:cTn id="325" dur="1" fill="hold">
                                          <p:stCondLst>
                                            <p:cond delay="0"/>
                                          </p:stCondLst>
                                        </p:cTn>
                                        <p:tgtEl>
                                          <p:spTgt spid="83"/>
                                        </p:tgtEl>
                                        <p:attrNameLst>
                                          <p:attrName>style.visibility</p:attrName>
                                        </p:attrNameLst>
                                      </p:cBhvr>
                                      <p:to>
                                        <p:strVal val="visible"/>
                                      </p:to>
                                    </p:set>
                                    <p:animEffect transition="in" filter="fade">
                                      <p:cBhvr>
                                        <p:cTn id="326" dur="550"/>
                                        <p:tgtEl>
                                          <p:spTgt spid="83"/>
                                        </p:tgtEl>
                                      </p:cBhvr>
                                    </p:animEffect>
                                  </p:childTnLst>
                                </p:cTn>
                              </p:par>
                            </p:childTnLst>
                          </p:cTn>
                        </p:par>
                        <p:par>
                          <p:cTn id="327" fill="hold">
                            <p:stCondLst>
                              <p:cond delay="0"/>
                            </p:stCondLst>
                            <p:childTnLst>
                              <p:par>
                                <p:cTn id="328" presetID="10" presetClass="entr" presetSubtype="0" fill="hold" grpId="0" nodeType="afterEffect">
                                  <p:stCondLst>
                                    <p:cond delay="0"/>
                                  </p:stCondLst>
                                  <p:childTnLst>
                                    <p:set>
                                      <p:cBhvr>
                                        <p:cTn id="329" dur="1" fill="hold">
                                          <p:stCondLst>
                                            <p:cond delay="0"/>
                                          </p:stCondLst>
                                        </p:cTn>
                                        <p:tgtEl>
                                          <p:spTgt spid="84"/>
                                        </p:tgtEl>
                                        <p:attrNameLst>
                                          <p:attrName>style.visibility</p:attrName>
                                        </p:attrNameLst>
                                      </p:cBhvr>
                                      <p:to>
                                        <p:strVal val="visible"/>
                                      </p:to>
                                    </p:set>
                                    <p:animEffect transition="in" filter="fade">
                                      <p:cBhvr>
                                        <p:cTn id="330" dur="550"/>
                                        <p:tgtEl>
                                          <p:spTgt spid="84"/>
                                        </p:tgtEl>
                                      </p:cBhvr>
                                    </p:animEffect>
                                  </p:childTnLst>
                                </p:cTn>
                              </p:par>
                            </p:childTnLst>
                          </p:cTn>
                        </p:par>
                        <p:par>
                          <p:cTn id="331" fill="hold">
                            <p:stCondLst>
                              <p:cond delay="0"/>
                            </p:stCondLst>
                            <p:childTnLst>
                              <p:par>
                                <p:cTn id="332" presetID="10" presetClass="entr" presetSubtype="0" fill="hold" grpId="0" nodeType="afterEffect">
                                  <p:stCondLst>
                                    <p:cond delay="0"/>
                                  </p:stCondLst>
                                  <p:childTnLst>
                                    <p:set>
                                      <p:cBhvr>
                                        <p:cTn id="333" dur="1" fill="hold">
                                          <p:stCondLst>
                                            <p:cond delay="0"/>
                                          </p:stCondLst>
                                        </p:cTn>
                                        <p:tgtEl>
                                          <p:spTgt spid="85"/>
                                        </p:tgtEl>
                                        <p:attrNameLst>
                                          <p:attrName>style.visibility</p:attrName>
                                        </p:attrNameLst>
                                      </p:cBhvr>
                                      <p:to>
                                        <p:strVal val="visible"/>
                                      </p:to>
                                    </p:set>
                                    <p:animEffect transition="in" filter="fade">
                                      <p:cBhvr>
                                        <p:cTn id="334" dur="550"/>
                                        <p:tgtEl>
                                          <p:spTgt spid="85"/>
                                        </p:tgtEl>
                                      </p:cBhvr>
                                    </p:animEffect>
                                  </p:childTnLst>
                                </p:cTn>
                              </p:par>
                            </p:childTnLst>
                          </p:cTn>
                        </p:par>
                        <p:par>
                          <p:cTn id="335" fill="hold">
                            <p:stCondLst>
                              <p:cond delay="0"/>
                            </p:stCondLst>
                            <p:childTnLst>
                              <p:par>
                                <p:cTn id="336" presetID="10" presetClass="entr" presetSubtype="0" fill="hold" grpId="0" nodeType="afterEffect">
                                  <p:stCondLst>
                                    <p:cond delay="0"/>
                                  </p:stCondLst>
                                  <p:childTnLst>
                                    <p:set>
                                      <p:cBhvr>
                                        <p:cTn id="337" dur="1" fill="hold">
                                          <p:stCondLst>
                                            <p:cond delay="0"/>
                                          </p:stCondLst>
                                        </p:cTn>
                                        <p:tgtEl>
                                          <p:spTgt spid="86"/>
                                        </p:tgtEl>
                                        <p:attrNameLst>
                                          <p:attrName>style.visibility</p:attrName>
                                        </p:attrNameLst>
                                      </p:cBhvr>
                                      <p:to>
                                        <p:strVal val="visible"/>
                                      </p:to>
                                    </p:set>
                                    <p:animEffect transition="in" filter="fade">
                                      <p:cBhvr>
                                        <p:cTn id="338" dur="550"/>
                                        <p:tgtEl>
                                          <p:spTgt spid="86"/>
                                        </p:tgtEl>
                                      </p:cBhvr>
                                    </p:animEffect>
                                  </p:childTnLst>
                                </p:cTn>
                              </p:par>
                            </p:childTnLst>
                          </p:cTn>
                        </p:par>
                        <p:par>
                          <p:cTn id="339" fill="hold">
                            <p:stCondLst>
                              <p:cond delay="0"/>
                            </p:stCondLst>
                            <p:childTnLst>
                              <p:par>
                                <p:cTn id="340" presetID="10" presetClass="entr" presetSubtype="0" fill="hold" grpId="0" nodeType="afterEffect">
                                  <p:stCondLst>
                                    <p:cond delay="0"/>
                                  </p:stCondLst>
                                  <p:childTnLst>
                                    <p:set>
                                      <p:cBhvr>
                                        <p:cTn id="341" dur="1" fill="hold">
                                          <p:stCondLst>
                                            <p:cond delay="0"/>
                                          </p:stCondLst>
                                        </p:cTn>
                                        <p:tgtEl>
                                          <p:spTgt spid="87"/>
                                        </p:tgtEl>
                                        <p:attrNameLst>
                                          <p:attrName>style.visibility</p:attrName>
                                        </p:attrNameLst>
                                      </p:cBhvr>
                                      <p:to>
                                        <p:strVal val="visible"/>
                                      </p:to>
                                    </p:set>
                                    <p:animEffect transition="in" filter="fade">
                                      <p:cBhvr>
                                        <p:cTn id="342" dur="550"/>
                                        <p:tgtEl>
                                          <p:spTgt spid="87"/>
                                        </p:tgtEl>
                                      </p:cBhvr>
                                    </p:animEffect>
                                  </p:childTnLst>
                                </p:cTn>
                              </p:par>
                            </p:childTnLst>
                          </p:cTn>
                        </p:par>
                        <p:par>
                          <p:cTn id="343" fill="hold">
                            <p:stCondLst>
                              <p:cond delay="0"/>
                            </p:stCondLst>
                            <p:childTnLst>
                              <p:par>
                                <p:cTn id="344" presetID="10" presetClass="entr" presetSubtype="0" fill="hold" grpId="0" nodeType="afterEffect">
                                  <p:stCondLst>
                                    <p:cond delay="0"/>
                                  </p:stCondLst>
                                  <p:childTnLst>
                                    <p:set>
                                      <p:cBhvr>
                                        <p:cTn id="345" dur="1" fill="hold">
                                          <p:stCondLst>
                                            <p:cond delay="0"/>
                                          </p:stCondLst>
                                        </p:cTn>
                                        <p:tgtEl>
                                          <p:spTgt spid="88"/>
                                        </p:tgtEl>
                                        <p:attrNameLst>
                                          <p:attrName>style.visibility</p:attrName>
                                        </p:attrNameLst>
                                      </p:cBhvr>
                                      <p:to>
                                        <p:strVal val="visible"/>
                                      </p:to>
                                    </p:set>
                                    <p:animEffect transition="in" filter="fade">
                                      <p:cBhvr>
                                        <p:cTn id="346" dur="550"/>
                                        <p:tgtEl>
                                          <p:spTgt spid="88"/>
                                        </p:tgtEl>
                                      </p:cBhvr>
                                    </p:animEffect>
                                  </p:childTnLst>
                                </p:cTn>
                              </p:par>
                            </p:childTnLst>
                          </p:cTn>
                        </p:par>
                        <p:par>
                          <p:cTn id="347" fill="hold">
                            <p:stCondLst>
                              <p:cond delay="0"/>
                            </p:stCondLst>
                            <p:childTnLst>
                              <p:par>
                                <p:cTn id="348" presetID="10" presetClass="entr" presetSubtype="0" fill="hold" grpId="0" nodeType="afterEffect">
                                  <p:stCondLst>
                                    <p:cond delay="0"/>
                                  </p:stCondLst>
                                  <p:childTnLst>
                                    <p:set>
                                      <p:cBhvr>
                                        <p:cTn id="349" dur="1" fill="hold">
                                          <p:stCondLst>
                                            <p:cond delay="0"/>
                                          </p:stCondLst>
                                        </p:cTn>
                                        <p:tgtEl>
                                          <p:spTgt spid="89"/>
                                        </p:tgtEl>
                                        <p:attrNameLst>
                                          <p:attrName>style.visibility</p:attrName>
                                        </p:attrNameLst>
                                      </p:cBhvr>
                                      <p:to>
                                        <p:strVal val="visible"/>
                                      </p:to>
                                    </p:set>
                                    <p:animEffect transition="in" filter="fade">
                                      <p:cBhvr>
                                        <p:cTn id="350" dur="550"/>
                                        <p:tgtEl>
                                          <p:spTgt spid="89"/>
                                        </p:tgtEl>
                                      </p:cBhvr>
                                    </p:animEffect>
                                  </p:childTnLst>
                                </p:cTn>
                              </p:par>
                            </p:childTnLst>
                          </p:cTn>
                        </p:par>
                        <p:par>
                          <p:cTn id="351" fill="hold">
                            <p:stCondLst>
                              <p:cond delay="0"/>
                            </p:stCondLst>
                            <p:childTnLst>
                              <p:par>
                                <p:cTn id="352" presetID="10" presetClass="entr" presetSubtype="0" fill="hold" grpId="0" nodeType="afterEffect">
                                  <p:stCondLst>
                                    <p:cond delay="0"/>
                                  </p:stCondLst>
                                  <p:childTnLst>
                                    <p:set>
                                      <p:cBhvr>
                                        <p:cTn id="353" dur="1" fill="hold">
                                          <p:stCondLst>
                                            <p:cond delay="0"/>
                                          </p:stCondLst>
                                        </p:cTn>
                                        <p:tgtEl>
                                          <p:spTgt spid="90"/>
                                        </p:tgtEl>
                                        <p:attrNameLst>
                                          <p:attrName>style.visibility</p:attrName>
                                        </p:attrNameLst>
                                      </p:cBhvr>
                                      <p:to>
                                        <p:strVal val="visible"/>
                                      </p:to>
                                    </p:set>
                                    <p:animEffect transition="in" filter="fade">
                                      <p:cBhvr>
                                        <p:cTn id="354" dur="550"/>
                                        <p:tgtEl>
                                          <p:spTgt spid="90"/>
                                        </p:tgtEl>
                                      </p:cBhvr>
                                    </p:animEffect>
                                  </p:childTnLst>
                                </p:cTn>
                              </p:par>
                            </p:childTnLst>
                          </p:cTn>
                        </p:par>
                        <p:par>
                          <p:cTn id="355" fill="hold">
                            <p:stCondLst>
                              <p:cond delay="200"/>
                            </p:stCondLst>
                            <p:childTnLst>
                              <p:par>
                                <p:cTn id="356" presetID="53" presetClass="entr" presetSubtype="16" fill="hold" grpId="0" nodeType="afterEffect">
                                  <p:stCondLst>
                                    <p:cond delay="0"/>
                                  </p:stCondLst>
                                  <p:childTnLst>
                                    <p:set>
                                      <p:cBhvr>
                                        <p:cTn id="357" dur="1" fill="hold">
                                          <p:stCondLst>
                                            <p:cond delay="0"/>
                                          </p:stCondLst>
                                        </p:cTn>
                                        <p:tgtEl>
                                          <p:spTgt spid="91"/>
                                        </p:tgtEl>
                                        <p:attrNameLst>
                                          <p:attrName>style.visibility</p:attrName>
                                        </p:attrNameLst>
                                      </p:cBhvr>
                                      <p:to>
                                        <p:strVal val="visible"/>
                                      </p:to>
                                    </p:set>
                                    <p:animEffect transition="in" filter="fade">
                                      <p:cBhvr>
                                        <p:cTn id="358" dur="550"/>
                                        <p:tgtEl>
                                          <p:spTgt spid="91"/>
                                        </p:tgtEl>
                                      </p:cBhvr>
                                    </p:animEffect>
                                    <p:anim calcmode="lin" valueType="num">
                                      <p:cBhvr additive="base">
                                        <p:cTn id="359" dur="550" fill="hold"/>
                                        <p:tgtEl>
                                          <p:spTgt spid="91"/>
                                        </p:tgtEl>
                                        <p:attrNameLst>
                                          <p:attrName>ppt_w</p:attrName>
                                        </p:attrNameLst>
                                      </p:cBhvr>
                                      <p:tavLst>
                                        <p:tav tm="0">
                                          <p:val>
                                            <p:strVal val="0"/>
                                          </p:val>
                                        </p:tav>
                                        <p:tav tm="100000">
                                          <p:val>
                                            <p:strVal val="#ppt_w"/>
                                          </p:val>
                                        </p:tav>
                                      </p:tavLst>
                                    </p:anim>
                                    <p:anim calcmode="lin" valueType="num">
                                      <p:cBhvr additive="base">
                                        <p:cTn id="360" dur="550" fill="hold"/>
                                        <p:tgtEl>
                                          <p:spTgt spid="91"/>
                                        </p:tgtEl>
                                        <p:attrNameLst>
                                          <p:attrName>ppt_h</p:attrName>
                                        </p:attrNameLst>
                                      </p:cBhvr>
                                      <p:tavLst>
                                        <p:tav tm="0">
                                          <p:val>
                                            <p:strVal val="0"/>
                                          </p:val>
                                        </p:tav>
                                        <p:tav tm="100000">
                                          <p:val>
                                            <p:strVal val="#ppt_h"/>
                                          </p:val>
                                        </p:tav>
                                      </p:tavLst>
                                    </p:anim>
                                  </p:childTnLst>
                                </p:cTn>
                              </p:par>
                            </p:childTnLst>
                          </p:cTn>
                        </p:par>
                        <p:par>
                          <p:cTn id="361" fill="hold">
                            <p:stCondLst>
                              <p:cond delay="350"/>
                            </p:stCondLst>
                            <p:childTnLst>
                              <p:par>
                                <p:cTn id="362" presetID="22" presetClass="entr" presetSubtype="8" fill="hold" grpId="0" nodeType="afterEffect">
                                  <p:stCondLst>
                                    <p:cond delay="0"/>
                                  </p:stCondLst>
                                  <p:childTnLst>
                                    <p:set>
                                      <p:cBhvr>
                                        <p:cTn id="363" dur="1" fill="hold">
                                          <p:stCondLst>
                                            <p:cond delay="0"/>
                                          </p:stCondLst>
                                        </p:cTn>
                                        <p:tgtEl>
                                          <p:spTgt spid="92"/>
                                        </p:tgtEl>
                                        <p:attrNameLst>
                                          <p:attrName>style.visibility</p:attrName>
                                        </p:attrNameLst>
                                      </p:cBhvr>
                                      <p:to>
                                        <p:strVal val="visible"/>
                                      </p:to>
                                    </p:set>
                                    <p:animEffect transition="in" filter="wipe(left)">
                                      <p:cBhvr>
                                        <p:cTn id="365" dur="800"/>
                                        <p:tgtEl>
                                          <p:spTgt spid="92"/>
                                        </p:tgtEl>
                                      </p:cBhvr>
                                    </p:animEffect>
                                  </p:childTnLst>
                                </p:cTn>
                              </p:par>
                            </p:childTnLst>
                          </p:cTn>
                        </p:par>
                        <p:par>
                          <p:cTn id="366" fill="hold">
                            <p:stCondLst>
                              <p:cond delay="500"/>
                            </p:stCondLst>
                            <p:childTnLst>
                              <p:par>
                                <p:cTn id="367" presetID="42" presetClass="entr" presetSubtype="0" fill="hold" grpId="0" nodeType="afterEffect">
                                  <p:stCondLst>
                                    <p:cond delay="0"/>
                                  </p:stCondLst>
                                  <p:childTnLst>
                                    <p:set>
                                      <p:cBhvr>
                                        <p:cTn id="368" dur="1" fill="hold">
                                          <p:stCondLst>
                                            <p:cond delay="0"/>
                                          </p:stCondLst>
                                        </p:cTn>
                                        <p:tgtEl>
                                          <p:spTgt spid="93"/>
                                        </p:tgtEl>
                                        <p:attrNameLst>
                                          <p:attrName>style.visibility</p:attrName>
                                        </p:attrNameLst>
                                      </p:cBhvr>
                                      <p:to>
                                        <p:strVal val="visible"/>
                                      </p:to>
                                    </p:set>
                                    <p:animEffect transition="in" filter="fade">
                                      <p:cBhvr>
                                        <p:cTn id="369" dur="550"/>
                                        <p:tgtEl>
                                          <p:spTgt spid="93"/>
                                        </p:tgtEl>
                                      </p:cBhvr>
                                    </p:animEffect>
                                    <p:anim calcmode="lin" valueType="num">
                                      <p:cBhvr additive="base">
                                        <p:cTn id="370" dur="550" fill="hold"/>
                                        <p:tgtEl>
                                          <p:spTgt spid="93"/>
                                        </p:tgtEl>
                                        <p:attrNameLst>
                                          <p:attrName>ppt_x</p:attrName>
                                        </p:attrNameLst>
                                      </p:cBhvr>
                                      <p:tavLst>
                                        <p:tav tm="0">
                                          <p:val>
                                            <p:strVal val="#ppt_x"/>
                                          </p:val>
                                        </p:tav>
                                        <p:tav tm="100000">
                                          <p:val>
                                            <p:strVal val="#ppt_x"/>
                                          </p:val>
                                        </p:tav>
                                      </p:tavLst>
                                    </p:anim>
                                    <p:anim calcmode="lin" valueType="num">
                                      <p:cBhvr additive="base">
                                        <p:cTn id="371" dur="550" fill="hold"/>
                                        <p:tgtEl>
                                          <p:spTgt spid="93"/>
                                        </p:tgtEl>
                                        <p:attrNameLst>
                                          <p:attrName>ppt_y</p:attrName>
                                        </p:attrNameLst>
                                      </p:cBhvr>
                                      <p:tavLst>
                                        <p:tav tm="0">
                                          <p:val>
                                            <p:strVal val="#ppt_y+.08"/>
                                          </p:val>
                                        </p:tav>
                                        <p:tav tm="100000">
                                          <p:val>
                                            <p:strVal val="#ppt_y"/>
                                          </p:val>
                                        </p:tav>
                                      </p:tavLst>
                                    </p:anim>
                                  </p:childTnLst>
                                </p:cTn>
                              </p:par>
                            </p:childTnLst>
                          </p:cTn>
                        </p:par>
                        <p:par>
                          <p:cTn id="372" fill="hold">
                            <p:stCondLst>
                              <p:cond delay="650"/>
                            </p:stCondLst>
                            <p:childTnLst>
                              <p:par>
                                <p:cTn id="373" presetID="10" presetClass="entr" presetSubtype="0" fill="hold" grpId="0" nodeType="afterEffect">
                                  <p:stCondLst>
                                    <p:cond delay="0"/>
                                  </p:stCondLst>
                                  <p:childTnLst>
                                    <p:set>
                                      <p:cBhvr>
                                        <p:cTn id="374" dur="1" fill="hold">
                                          <p:stCondLst>
                                            <p:cond delay="0"/>
                                          </p:stCondLst>
                                        </p:cTn>
                                        <p:tgtEl>
                                          <p:spTgt spid="94"/>
                                        </p:tgtEl>
                                        <p:attrNameLst>
                                          <p:attrName>style.visibility</p:attrName>
                                        </p:attrNameLst>
                                      </p:cBhvr>
                                      <p:to>
                                        <p:strVal val="visible"/>
                                      </p:to>
                                    </p:set>
                                    <p:animEffect transition="in" filter="fade">
                                      <p:cBhvr>
                                        <p:cTn id="375" dur="550"/>
                                        <p:tgtEl>
                                          <p:spTgt spid="94"/>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69" grpId="0" animBg="1"/>
      <p:bldP spid="70" grpId="0" animBg="1"/>
      <p:bldP spid="71" grpId="0" animBg="1"/>
      <p:bldP spid="72" grpId="0" animBg="1"/>
      <p:bldP spid="73" grpId="0" animBg="1"/>
      <p:bldP spid="74" grpId="0" animBg="1"/>
      <p:bldP spid="75" grpId="0" animBg="1"/>
      <p:bldP spid="76" grpId="0" animBg="1"/>
      <p:bldP spid="77" grpId="0" animBg="1"/>
      <p:bldP spid="78" grpId="0" animBg="1"/>
      <p:bldP spid="79" grpId="0" animBg="1"/>
      <p:bldP spid="80" grpId="0" animBg="1"/>
      <p:bldP spid="81" grpId="0" animBg="1"/>
      <p:bldP spid="82" grpId="0" animBg="1"/>
      <p:bldP spid="83" grpId="0" animBg="1"/>
      <p:bldP spid="84" grpId="0" animBg="1"/>
      <p:bldP spid="85" grpId="0" animBg="1"/>
      <p:bldP spid="86" grpId="0" animBg="1"/>
      <p:bldP spid="87" grpId="0" animBg="1"/>
      <p:bldP spid="88" grpId="0" animBg="1"/>
      <p:bldP spid="89" grpId="0" animBg="1"/>
      <p:bldP spid="90" grpId="0" animBg="1"/>
      <p:bldP spid="91" grpId="0" animBg="1"/>
      <p:bldP spid="92" grpId="0" animBg="1"/>
      <p:bldP spid="93" grpId="0" animBg="1"/>
      <p:bldP spid="94" grpId="0" animBg="1"/>
    </p:bldLst>
  </p:timing>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subject/>
  <dc:creator/>
  <cp:keywords/>
  <dc:description>generated using python-pptx</dc:description>
  <cp:lastModifiedBy>Steve Canny</cp:lastModifiedBy>
  <cp:revision>1</cp:revision>
  <dcterms:created xsi:type="dcterms:W3CDTF">2013-01-27T09:14:16Z</dcterms:created>
  <dcterms:modified xsi:type="dcterms:W3CDTF">2013-01-27T09:15:58Z</dcterms:modified>
  <cp:category/>
</cp:coreProperties>
</file>